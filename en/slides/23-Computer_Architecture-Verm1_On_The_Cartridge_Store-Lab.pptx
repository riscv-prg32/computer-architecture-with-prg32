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db2cb1-9993-65a5-9d2a-a4f45d699a16}">
          <p14:sldIdLst>
            <p14:sldId id="256"/>
            <p14:sldId id="257"/>
          </p14:sldIdLst>
        </p14:section>
        <p14:section name="Step 1: one source, two cartridges" id="{f4856c33-05cf-feb8-662b-cba99ec3915b}">
          <p14:sldIdLst>
            <p14:sldId id="258"/>
            <p14:sldId id="259"/>
          </p14:sldIdLst>
        </p14:section>
        <p14:section name="Step 2: an identity" id="{902d31ba-3717-1b86-d0d9-78519ed3c656}">
          <p14:sldIdLst>
            <p14:sldId id="260"/>
            <p14:sldId id="261"/>
          </p14:sldIdLst>
        </p14:section>
        <p14:section name="Step 3: the cartridge carries its papers" id="{734e4f5d-74ad-0660-d648-ecc8028a0b84}">
          <p14:sldIdLst>
            <p14:sldId id="262"/>
            <p14:sldId id="263"/>
          </p14:sldIdLst>
        </p14:section>
        <p14:section name="Step 4: the bundle" id="{c85a0407-edf1-238b-0ff8-3700944aec67}">
          <p14:sldIdLst>
            <p14:sldId id="264"/>
            <p14:sldId id="265"/>
          </p14:sldIdLst>
        </p14:section>
        <p14:section name="Step 5: publication" id="{22914413-44d5-28e4-67a2-4abba40e0c1f}">
          <p14:sldIdLst>
            <p14:sldId id="266"/>
          </p14:sldIdLst>
        </p14:section>
        <p14:section name="Run it and test it" id="{44a7e041-6511-86a6-81f6-0b610cd2596d}">
          <p14:sldIdLst>
            <p14:sldId id="267"/>
            <p14:sldId id="268"/>
            <p14:sldId id="269"/>
            <p14:sldId id="270"/>
            <p14:sldId id="271"/>
          </p14:sldIdLst>
        </p14:section>
        <p14:section name="Exercises" id="{0e942a9a-cc93-585d-4938-3011aa1fd9b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tools/tests/verm1_store.py builds the two cartridges, attaches the metadata and packs the bundle; nothing is uploaded.
For the lecturer: Get the code once: git clone https://github.com/riscv-prg32/computer-architecture-with-prg32 ~/arc12. tools/tests/verm1_store.py builds the two cartridges, attaches the metadata and packs the bundle; nothing is uploaded.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additional option: --architecture names the target for which the file is produced, first esp32c6 and then qemu. The output files follow a naming rule: the name of the game, a hyphen, the architecture. The source is identical for both. The size reported by the builder is worth noting: the entire finished game amounts to about six kilobytes of code.
UNDERSTAND NOW: the portable cartridge. USE NOW: the PRG32 tools (used, not studied, in this course).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One line is decisive: import_model must be abi-table. It means that the cartridge reaches the runtime's functions through a table, not through the fixed addresses of a particular firmware image. Such a cartridge is portable: it continues to work when the firmware is updated, because the table, not the addresses, is the interface. This is the stable-interface principle first met in Lecture 01. The Store accepts portable cartridges, and the check is repeated on the second file.
UNDERSTAND NOW: the portable cartridge.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describing the game; JSON is a plain-text format for structured data, in which each value is written after its name, between braces. Its fields should be read one by one. id is a globally unique name. version consists of three numbers. title is what the player reads. summary is a one-line description for the shelf, description a paragraph. Authors, licence and tags follow. At the end, assets names the icon and architectures states which cartridge file serves which target. The file is created with a text editor in the folder of the game.
UNDERSTAND NOW: packaging and publishing.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denotes the note at the end of a book recording who made it. It lists roles and names, the controls, that is, what each input does for the player, and the acknowledgements, in which the reference game from which the student began remains cited. The placeholder name is replaced throughout and the date set.
UNDERSTAND NOW: packaging and publishing.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metadata.json is prepared first: a copy of the manifest without the two entries assets and architectures, which concern the bundle rather than an individual cartridge. store attach-metadata then writes metadata, icon and colophon into the cartridge, once per file, each with its own architecture. The program itself is untouched; the information is appended after it. Henceforth a cartridge copied by hand still declares what it is and who made it.
UNDERSTAND NOW: the portable cartridge.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write that has not been read back should never be trusted. store inspect-metadata prints what the cartridge contains: identifier, title, version and architecture are checked, together with trailer_present being true. The cartridge is then run once more and must behave exactly as before. Reading back what was written is a habit cultivated throughout the course, from the memory view of the debugger to this command.
UNDERSTAND NOW: the portable cartridge.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the student's computer, rather than later at the Store, so that errors are caught where they are cheapest to correct. The listing it prints shows the manifest, the icon and the two cartridges: the entire game, for two machines, occupies about sixteen kilobytes.
UNDERSTAND NOW: packaging and publishing.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bundle is tested, not the working folder. It is unzipped into an empty folder and used from there: the ESP32-C6 cartridge is imported into PRG32-QT to verify that title, icon and credits are the author's; the other is uploaded to QEMU and a game played; on a kit, the real joystick is tried. A colleague is then asked to repeat the procedure on another computer. This catches the classic error of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The author signs in to the Store and creates a token, keeps it in an environment variable of the shell, and submits the bundle with store publish-bundle. The token stands for its owner: whoever holds it publishes in the owner's name. It is therefore a secret, and belongs neither in the source, nor in any file under version control, nor in a screenshot. A token that is lost or accidentally exposed is revoked and replaced. This is the only step not executed for these slides, since it requires a personal account.
UNDERSTAND NOW: packaging and publishing.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The student chooses an identifier and a title, writes the manifest and the colophon of their variant, and draws the icon. The cartridge is then built, the metadata attached, inspected and packed, and the checklist completed with a colleague acting as reviewer. The bundle is the deliverable of the project. Publication itself is optional and personal: those who wish their game to stand on the shelf publish it and share the link with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23,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files of the bundle: manifest, metadata, colophon, icon, and one cartridge per architecture</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2" name="Shape 19"/>
          <p:cNvSpPr/>
          <p:nvPr/>
        </p:nvSpPr>
        <p:spPr>
          <a:xfrm>
            <a:off x="5757240" y="91440"/>
            <a:ext cx="3420999" cy="274320"/>
          </a:xfrm>
          <a:prstGeom prst="rect">
            <a:avLst/>
          </a:prstGeom>
          <a:solidFill>
            <a:srgbClr val="E0F2FE"/>
          </a:solidFill>
          <a:ln w="12700">
            <a:solidFill>
              <a:srgbClr val="0369A1"/>
            </a:solidFill>
            <a:prstDash val="solid"/>
          </a:ln>
        </p:spPr>
      </p:sp>
      <p:sp>
        <p:nvSpPr>
          <p:cNvPr id="23" name="Shape 20"/>
          <p:cNvSpPr/>
          <p:nvPr/>
        </p:nvSpPr>
        <p:spPr>
          <a:xfrm>
            <a:off x="5757240"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885256" y="128016"/>
            <a:ext cx="201168" cy="201168"/>
          </a:xfrm>
          <a:prstGeom prst="rect">
            <a:avLst/>
          </a:prstGeom>
        </p:spPr>
      </p:pic>
      <p:sp>
        <p:nvSpPr>
          <p:cNvPr id="25" name="Text 21"/>
          <p:cNvSpPr txBox="1"/>
          <p:nvPr/>
        </p:nvSpPr>
        <p:spPr>
          <a:xfrm>
            <a:off x="6141288"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Verm1, started from the files of the bundle: on each host the title, the icon and the credits are those of the manifest.</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icon.png">    </p:cNvPr>
          <p:cNvPicPr>
            <a:picLocks noChangeAspect="1"/>
          </p:cNvPicPr>
          <p:nvPr/>
        </p:nvPicPr>
        <p:blipFill>
          <a:blip r:embed="rId1"/>
          <a:stretch>
            <a:fillRect/>
          </a:stretch>
        </p:blipFill>
        <p:spPr>
          <a:xfrm>
            <a:off x="7055968" y="1417320"/>
            <a:ext cx="4297680" cy="429768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start PRG32-QT on this computer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unzip the bundle into an empty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mkdir ~/verm1-test &amp;&amp; cd ~/verm1-test &amp;&amp; unzip ~/verm1/verm1-1.0.0.zip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in PRG32-QT: import verm1-esp32c6.prg32 from that folder, Run Cartridge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or, from the PRG32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http://localhost:8080 --slot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the title, the icon and the credits must be those of your manifest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build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read back what the cartridge for QEMU declares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store inspect-metadata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with QEMU closed, stage it into the flash image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upload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run</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build-and-flash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send the cartridge of the bundle for the board, and start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http://192.168.4.1 --slot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play one whole game with the real joystick and speaker</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 the code</dc:title>
  <dc:subject>Lecture 23</dc:subject>
  <dc:creator>Raffaele Montella</dc:creator>
  <cp:lastModifiedBy>Raffaele Montella</cp:lastModifiedBy>
  <cp:revision>1</cp:revision>
  <dcterms:created xsi:type="dcterms:W3CDTF">2026-10-16T23:36:44Z</dcterms:created>
  <dcterms:modified xsi:type="dcterms:W3CDTF">2026-10-16T23:36:44Z</dcterms:modified>
</cp:coreProperties>
</file>