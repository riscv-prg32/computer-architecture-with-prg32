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be9866-6e9d-f1d2-7f1f-bd0a75b50fed}">
          <p14:sldIdLst>
            <p14:sldId id="256"/>
            <p14:sldId id="257"/>
          </p14:sldIdLst>
        </p14:section>
        <p14:section name="Word gates and registers" id="{063ac92f-da05-11df-aa04-d85a5174ee08}">
          <p14:sldIdLst>
            <p14:sldId id="258"/>
            <p14:sldId id="259"/>
          </p14:sldIdLst>
        </p14:section>
        <p14:section name="Buses" id="{3ea2e132-2bea-5c80-89eb-00fa05cbd014}">
          <p14:sldIdLst>
            <p14:sldId id="260"/>
            <p14:sldId id="261"/>
            <p14:sldId id="262"/>
            <p14:sldId id="263"/>
          </p14:sldIdLst>
        </p14:section>
        <p14:section name="Three-state buffers" id="{ba81ce80-c90e-0a6a-ed30-1e01cd30fc91}">
          <p14:sldIdLst>
            <p14:sldId id="264"/>
            <p14:sldId id="265"/>
            <p14:sldId id="266"/>
          </p14:sldIdLst>
        </p14:section>
        <p14:section name="Shift registers" id="{6886d08d-571b-f88c-e8b9-c42307b46965}">
          <p14:sldIdLst>
            <p14:sldId id="267"/>
            <p14:sldId id="268"/>
            <p14:sldId id="269"/>
            <p14:sldId id="270"/>
            <p14:sldId id="271"/>
          </p14:sldIdLst>
        </p14:section>
        <p14:section name="Back to the machine" id="{41f70ae5-a079-a93e-59a8-8521b931243f}">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out of flip-flops. This one asks how registers talk to each other: how a word goes from one to another, along which wires, and what happens when many registers share the same wires. The answers are the bus, the three-state buffer and the shift register. Doc Brown's line on the cover is ironic here: data do need roads, and a bus is exactly that. The warm-up starts from a fact about the kit: its display receives every pixel one bit at a time.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register as a set of flip-flops with a common clock and a load signal. Explain what a bus is and compare dedicated buses with a common bus. Say why a common bus needs three-state buffers and what high impedance means. Describe a shift register and its four combinations of serial and parallel input and output. And convert a datum from parallel to serial and back,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is n identical gates that share one control input: with the control at 1 the word passes unchanged, with the control at 0 every bit is forced to 0. It is the natural extension of a gate from one bit to a word. The bitwise instructions of RISC-V are word gates thirty-two bits wide, and the multiplexer on words of Lecture 11 is built from them.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example in one chip is the 74273, with eight D flip-flops, one clock and one clear. Loading a register means storing the datum present on its inputs, and it happens when the load signal is active, normally in step with the clock. Each of the registers x1 to x31 of RISC-V is thirty-two such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comes from the Latin omnibus, "for all". A bus of n lines carries a word of n bits in one step. The transfer from a register X to a register Y is the elementary action from which everything else is built: almost every instruction you have written is, underneath, a short sequence of register transfers.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registers. With dedicated buses each possible transfer has its own lines: several transfers can happen at once, but the wires grow with the square of the number of registers. With a common bus one path serves all the transfers: each time one source and one destination are chosen, and a transfer takes two steps, from the source to the bus and from the bus to the destination. It is cheap and widespread, at the price of doing one transfer at a time.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can be parallel, with the n bits travelling together on n lines in one step, or serial, with the bits travelling one after another on a single line in n steps, or a mixture, for example one byte at a time. Remember the last line: inside a chip buses are parallel; between chips and between machines they are today almost always serial, because at very high speed it is easier to keep one line clean than thirty-two lines in step.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to a register: the datum on the bus is loaded into R when the load signal is active. On the right, from a register to the bus: the outputs of R reach the bus through a buffer, and only while the enable signal is active. The question at the bottom leads to the next section: when the enable is not active, what must the output of the buffer be, so as not to disturb the bus?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works normally, when it is 0 the output is z. The table shows it for an AND with enable: four rows of an ordinary AND, and a last row in which the output floats whatever the inputs. Electrically, both transistors of the output stage are switched off.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lets a bus through or disconnects it: when the enable is active the output bus reproduces the input bus; otherwise all its lines are at high impedance. The pins of the chip of the kit work in this way: each can be configured as an output, which drives the wire, or released and used as an input. The joystick pins are inputs; the display pins are outputs.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is active at a time, so that one source drives the bus and all the others are disconnected. On the other side every destination register is connected to the bus, and only the one whose load signal is active takes the datum. Choosing the source and the destination is the job of decoders driven by the control unit.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every clock pulse, each bit moves to the adjacent cell. Each cell is a D flip-flop whose input is the output of its neighbour. The edge-triggered behaviour of the flip-flop is essential: with transparent latches a bit would run through the whole chain during a single clock pulse. The shift can be in a fixed direction or in a direction chosen by a control line.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gives four machines, according to where the data enter and leave. Serial in, serial out: a delay line. Serial in, parallel out: it collects bits arriving one at a time and presents the whole word. Parallel in, serial out: it takes a word and sends it out bit by bit. Parallel in, parallel out, with no shifting, is the ordinary register. The second and the third are the two ends of every serial connection.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is the trade-off of the whole lecture: moving a word of n bits costs either time or copper.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connection in five steps: the datum is loaded in parallel into a shift register; it is shifted out, one bit per step; the bits travel on a single line; at the other end a second shift register collects them, one per step; and the rebuilt word is passed on in parallel. This is the hardware of the warm-up, and it is how the display of the kit receives every pixel. Every serial standard, from the old serial port to USB, rests on a pair of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of three bits and a decoder make a small memory. Two address lines choose, through the decoder, one of the four registers; three lines carry the data in and three carry them out. Three control lines complete it: chip select, so that the memory responds only when selected; a line that says read or write; and output enable, which controls three-state outputs so that several memories can share one bus. Nothing here is new: decoder, registers, three-state buffers. The next lecture scales it up.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two outputs connected to the same wire, one at 0 and one at 1. A three-state buffer has nothing to do with speed, with storing or with conversion: it disconnects the sources that are not chosen.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 to the 10; each word has 8 bits. Multiply the two numbers. The first option multiplies the lines instead of using the power.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indicate the signal that makes a register take its input. Chip select is the line that chooses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way of working. Registers are read and written through buses. A common bus needs three-state circuits: 0, 1 and disconnected. Data travel serially or in parallel, and shift registers convert between the two. And a decoder in front of a group of registers makes a memory, which is the subject of the next lecture.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2026-10-13T10:41:32Z</dcterms:created>
  <dcterms:modified xsi:type="dcterms:W3CDTF">2026-10-13T10:41:32Z</dcterms:modified>
</cp:coreProperties>
</file>