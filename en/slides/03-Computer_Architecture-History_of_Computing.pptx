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44d30a-12ae-6178-83e5-bc10e7c9d567}">
          <p14:sldIdLst>
            <p14:sldId id="256"/>
            <p14:sldId id="257"/>
          </p14:sldIdLst>
        </p14:section>
        <p14:section name="What is informatics?" id="{208b50f1-de29-41d0-bfdd-0a9e03bfed3b}">
          <p14:sldIdLst>
            <p14:sldId id="258"/>
            <p14:sldId id="259"/>
          </p14:sldIdLst>
        </p14:section>
        <p14:section name="Before electricity" id="{b94267f4-54af-7425-a3b6-c685bb58c8f7}">
          <p14:sldIdLst>
            <p14:sldId id="260"/>
            <p14:sldId id="261"/>
            <p14:sldId id="262"/>
            <p14:sldId id="263"/>
          </p14:sldIdLst>
        </p14:section>
        <p14:section name="The twentieth century" id="{a9dfb679-6689-258f-09a2-f1251491b806}">
          <p14:sldIdLst>
            <p14:sldId id="264"/>
            <p14:sldId id="265"/>
            <p14:sldId id="266"/>
          </p14:sldIdLst>
        </p14:section>
        <p14:section name="From home computers to RISC-V" id="{1a62bdfa-4b95-7e32-8085-9d343c0fd584}">
          <p14:sldIdLst>
            <p14:sldId id="267"/>
            <p14:sldId id="268"/>
            <p14:sldId id="269"/>
          </p14:sldIdLst>
        </p14:section>
        <p14:section name="Informatics as an applied science" id="{4b8afe88-1d4e-5d9f-d953-09acc30cb89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you ran a RISC-V program. This lecture asks where that machine comes from. It is not a list of dates to memorise: each stage of the story adds one idea, and every one of those ideas is still inside the chip of the PRG32 kit. The quotation on the cover is the most famous first program, from the book that introduced the C language: every programmer since has started by making a machine say hello, as you did with HELLO PRG32.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The first is a definition: what informatics is, and why it is not the science of computers. The second and third are historical: placing the main machines and people on a timeline, and naming the four units of the von Neumann architecture, which you will find again in the machine you programmed. The fourth explains the name of our processor: what RISC means, and why RISC-V is open. The fifth places the discipline between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parts worth weighing. Applied science: it uses the results of the basic sciences to solve problems. Treatment of information: the object is information, not the machine. Automated procedures: the treatment is done by procedures that can be carried out without human judgement. The Italian word informatica says it directly, from the French information automatique. English prefers computer science, which puts the instrument in the name and creates a misunderstanding. A remark attributed to Edsger Dijkstra corrects it: computer science is no more about computers than astronomy is about telescopes.
For the lecturer: « L'informatica non riguarda i computer più di quanto l'astronomia riguardi i telescopi. » The Italian form of a remark attributed to Edsger W. Dijkstra: computer science is no more about computers than astronomy is about telescopes.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souls. Theoretical informatics studies the foundations: what can be computed at all, at what cost, and with which algorithms, where an algorithm is a finite set of operations that transforms A into B. Applied informatics builds the technologies and the information systems that run through the economy and society, with a cost to manage: the digital divide between those who have access and skills and those who do not. This course belongs to both: Boolean algebra is theory, a cartridge is application.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In the abacus, Roman or Chinese, a number is a position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built into the ratios of the gears. Keep the sentence under the pictures: representation comes before calculation.
For the lecturer: The dating of the Antikythera mechanism is debated: most estimates fall between about 205 and 60 BC.
Pictures: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words. Instruments: the astrolabe and the torquetum, for astronomy. Methods: al-Kindi invents frequency analysis, the first systematic technique for breaking a cipher. Machines: the automatic flute player of the Banu Musa brothers and the automata of al-Jazari are driven by sequences that can be changed, an early form of program. And words: algorithm comes from the name of al-Khwarizmi, algebra from the title of his book.
For the lecturer: The source slide dated the period to the 11th-12th century; the people named here span the 9th to the early 13th.
Pictures: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from 1600 to 1800. The first is mechanical calculation: Napier's logarithms, Pascal's machine that adds with an automatic carry, Leibniz's machine for the four operations. The second is logic: Leibniz describes binary arithmetic in 1703, and in 1854 Boole turns logic into an algebra, the one you will study in Lectures 08 and 09. A third thread appears in 1804: Jacquard's loom weaves a pattern stored on punched cards. Change the cards and the same machine does something else.
For the lecturer: Corrections to the source slide: Boole's Laws of Thought is 1854 (not 1864); Leibniz's paper on binary arithmetic was published in 1703.
Pictures: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parts have names that should already sound familiar: a mill that does the arithmetic, a control unit, a store that holds numbers, an output device; programs and data arrive on punched cards, as in the loom. It was never completed. Ada Lovelace wrote for it a method to compute Bernoulli numbers, published in 1843: for this she is regarded as the first programmer in history.
For the lecturer: Ada Lovelace's notes on the Analytical Engine (1843) contain what is regarded as the first published program, for computing Bernoulli numbers.
Pictures: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comes before the machines. In 1936 Alan Turing defines an abstract machine that can carry out any computation, and with it the very notion of what is computable. In the 1930s Nakajima and Shannon show that Boolean algebra describes circuits made of switches: this is the bridge between logic and electronics on which all digital design rests, and it is the reason why you will study Boolean algebra. In 1941 Konrad Zuse completes the Z3, the first working computer controlled by a program.
For the lecturer: The Boolean algebra of Lectures 08 and 09 is exactly the Nakajima-Shannon bridge between logic and circuits.
Pictures: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with one decisive idea: program and data are kept in the same memory, so a program is itself data. The diagram shows the four units: the memory, the control unit that governs the sequence of operations, the arithmetic logic unit with its accumulator, and input and output. Now look back at Lecture 02: the ALU executed addi, the memory held both counter and the instruction 0x00130313, the joystick and the display are input and output. The chip of the kit is still a von Neumann machine.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one picture, from the machines of the war to the computers hidden in everyday objects. Read the captions from left to right: one machine for a whole country, then for many users, then one per department, one per person, one in the pocket, and finally computers everywhere. Each decade made the computer smaller, cheaper and closer to people. The sentence at the bottom is the point: none of these steps changed the idea of the stored program.
For the lecturer: 1943-45: ENIAC (USA) and Colossus (UK). 1949: EDVAC (USA). The source slide also showed the Macintosh, the Amiga, the IBM PC, the iPad and a self-driving car: the pictures are in tools/assets if you want to add them.
Pictures: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as a debate between two ways of designing a processor. The first microprocessors, and the x86 family born in 1978, follow the CISC approach: many instructions, some very complex. Around 1980 Berkeley and Stanford show that few, simple, regular instructions make faster machines: this is RISC, a reduced instruction set. ARM applies it to low power in 1985. In 2010 the fifth Berkeley design, RISC-V, takes the further step of making the instruction set an open standard, which Europe now treats as strategic.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1971 the Intel 4004 had 2,300 transistors; a laptop processor today has tens of billions, ten million times as many. For fifty years the number doubled about every two years. This is Moore's law, which is an observation about an industry and not a law of nature, and its physical limits are now close. When more transistors no longer come for free, progress must come from better architectures. That is why the subject of this course matters more today than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32 bits, thirty-two registers, 160 MHz and an address space of 4 GB. Yet the screen is the same size, 320 by 200 pixels, and so is the spirit: a machine small enough for one person to understand entirely. The difference that matters to you is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storm from left to right. It is first a natural phenomenon. Physics and mathematics describe it with equations. Informatics turns the equations into algorithms and simulations. Engineering provides the supercomputers, networks and sensors that run them reliably. The economy receives forecasts and services that have value for people. Informatics is the link in the middle: without it the equations stay on paper. The example is real: the weather and sea forecasts of the Department are computed every day in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the racks of the Research Computing Facilities of the University, what they produce every day, the weather forecasts of meteo@uniparthenope, and the page that lists the machines. A cluster is many computers that work together on one problem. The ideas are those you practise on the kit: registers, memory, instructions, only in far greater number and with the added problem of making the parts cooperate. The last lecture of the course returns to these machines, and the closing event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the idea, not for a detail. The number of registers and the duration of an instruction vary from one processor to another, and input and output are one of the four units, not an option. What defines the architecture is that instructions are kept in the same memory as data, and are fetched and executed one after another.
Speed is a property of a particular chip, not of an instruction set, and RISC-V was not the first RISC: Berkeley RISC, MIPS and ARM came before. Nor is it limited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story, with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Note that Italian has two words for the machine, calcolatore and elaboratore, both older than the borrowed computer. Stored program is the idea of von Neumann. The control unit and the arithmetic logic unit, ALU, are two of the four units, and you will meet them again in the lectures on the processor. High-performance computing, HPC, is the field of the clusters you have just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we still program. RISC made processors simple enough to be understood whole, and RISC-V made them open. And informatics is everywhere, because information belongs to every field. The readings give the same story at greater length. The next lecture takes the first formal step: how information becomes bits.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 modern model: 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racks of the Research Computing Facilities of the University</a:t>
            </a:r>
            <a:endParaRPr lang="en-US" sz="14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What they compute every day: the forecasts of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2026-10-13T10:41:31Z</dcterms:created>
  <dcterms:modified xsi:type="dcterms:W3CDTF">2026-10-13T10:41:31Z</dcterms:modified>
</cp:coreProperties>
</file>