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373af3-84f2-39c2-4ab9-ff860c0290ba}">
          <p14:sldIdLst>
            <p14:sldId id="256"/>
            <p14:sldId id="257"/>
          </p14:sldIdLst>
        </p14:section>
        <p14:section name="Warm-up on the machine" id="{434b6384-92fc-cfce-0408-ea1a6efe4d0e}">
          <p14:sldIdLst>
            <p14:sldId id="258"/>
            <p14:sldId id="259"/>
          </p14:sldIdLst>
        </p14:section>
        <p14:section name="More encodings for signed integers" id="{6d7881f4-49c6-6525-65a4-6f561cb4c2c9}">
          <p14:sldIdLst>
            <p14:sldId id="260"/>
            <p14:sldId id="261"/>
            <p14:sldId id="262"/>
            <p14:sldId id="263"/>
            <p14:sldId id="264"/>
          </p14:sldIdLst>
        </p14:section>
        <p14:section name="Fixed point" id="{5c994139-d765-c585-34d4-b890926aaf14}">
          <p14:sldIdLst>
            <p14:sldId id="265"/>
            <p14:sldId id="266"/>
            <p14:sldId id="267"/>
            <p14:sldId id="268"/>
          </p14:sldIdLst>
        </p14:section>
        <p14:section name="Floating point" id="{3ba11461-3d7b-b512-b3d2-c73c88a66cdd}">
          <p14:sldIdLst>
            <p14:sldId id="269"/>
            <p14:sldId id="270"/>
            <p14:sldId id="271"/>
            <p14:sldId id="272"/>
            <p14:sldId id="273"/>
            <p14:sldId id="274"/>
            <p14:sldId id="275"/>
            <p14:sldId id="276"/>
            <p14:sldId id="277"/>
            <p14:sldId id="278"/>
          </p14:sldIdLst>
        </p14:section>
        <p14:section name="Back to the machine" id="{dd103c7c-2578-87fd-736a-8e1534f68d99}">
          <p14:sldIdLst>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whole numbers. This one deals with numbers that have a fractional part, and it starts from a practical problem: a ball that must move by less than one pixel per frame, on a processor that has no instructions for real numbers. The solution, fixed point, uses only what you already know. Floating point then appears as the general answer, with the standard that every computer follows, IEEE 754.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Two encodings of signed integers that complete the previous lecture, one's complement and excess-k: they are needed to understand floating point. Then fixed point, which you will use in the project. Then floating point: mantissa, exponent, normalisation, encoding and decoding a number in single precision, and the special patterns. Finally a fact about your own kit: its processor has no floating-point instructions, and you will be able to say what programs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opens on the machine with the problem of the slow ball. Read the code on the next slide and, before running it, try to say why the position is not simply stored in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pixel per frame is too fast, and zero is no movement at all: the ball needs 0.375 pixels per frame. The trick is to store the position multiplied by 256. ball_update adds 96 at each frame, and 96 divided by 256 is 0.375. ball_draw needs whole pixels, so it shifts the value right by 8 positions, that is, divides by 256, with srai. All the arithmetic is done with integer instructions. The suffix _q8 in the names is a reminder that the value carries eight fractional bits.
For the lecturer: Written for this lecture in the style of the textbook examples; the same idea is behind prg32_playfield_parallax(layer, x_q8, y_q8) in the PRG32 API. Run it with SPEED_Q8 = 96, then 16, then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fractions, two more ways of writing signed integers. They are relatives of two's complement, and each has one property that makes it useful in a specific place: you will find both inside floating-point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the positive one: 6 is 0110, minus 6 is 1001. Changing sign is as simple as it can be. The price is the same as for sign and magnitude: zero has two representations, 0000 and 1111, and the range is symmetric, from minus 7 to plus 7 on four bits. The instruction not of RISC-V computes exactly the one's complement of a register.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works with the ordinary adder, with one correction: when there is a carry out of the leftmost bit, 1 must be added to the result. It is called the end-around carry. The first example needs no correction. In the second and third, the carry out is brought round and added. The extra step and the double zero are the reasons why two's complement, in which the carry is simply discarded, won.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every number is shifted upward by a constant: X = x + k. With four bits and k = 8, the pattern 0000 means minus 8, 1000 means zero and 1111 means plus 7. The valuable property is that order is preserved: a larger number always has a larger pattern, so two signed numbers can be compared as if they were naturals. Arithmetic is less convenient, because every sum must be corrected. This is the encoding of the exponent in floating-point numbers.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with two more columns: the same sixteen patterns read as unsigned, sign and magnitude, one's complement, two's complement and excess-8. Three observations. Sign and magnitude and one's complement have two zeros, highlighted. Two's complement and excess-8 cover the same range, minus 8 to plus 7, and differ only in the leftmost bit. And excess-8 is the only column in which the values grow steadily from the top to the bottom of the table.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fractions. Fixed point is the method of the warm-up, stated in general: it represents numbers with a fractional part using nothing but integer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part and the fractional part sit side by side in one word, and the position of the point is fixed. It is not stored anywhere: it is an agreement that the program knows. If f bits are reserved for the fraction, the word contains the number multiplied by 2 to the f, and the smallest step that can be represented, the resolution, is 2 to the minus f. The notation Qm.f says how the bits are divided: Q24.8 means 24 integer bits and 8 fractional bits.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ball seen bit by bit. The word 0x00002A60 is divided into 24 bits of integer part, 0x2A, that is 42 pixels, and 8 bits of fraction, 0x60, that is 96/256 = 0.375. As an integer the word is 10848, and 10848 divided by 256 is 42.375. The table gives the rules: addition and subtraction work as for integers, because the points are aligned; to obtain whole pixels, shift right by f; after a multiplication, shift right by f, because the product has twice the fractional bits.
For the lecturer: 42 x 256 = 10752; 10752 + 96 = 10848 = 0x2A60. After one more frame the value is 0x2AC0 (42.75), then 0x2B20 (43.125): the ball crosses a pixel boundary every two or three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the nearest representable one. In Q24.8 the number 0.1 becomes 26/256, about 0.1016. The error is at most half the resolution. A number too close to zero becomes zero: this is underflow, and it is why a speed of 0.001 pixels per frame would leave the ball still. In fixed point the absolute error is the same everywhere.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 point covers a fixed range with a fixed step. What if a program needs both very large and very small numbers? Floating point gives up constant precision in exchange for an enormous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written as a pair: a mantissa m and an exponent e, such that x is m times the base raised to e. It is the scientific notation of the physics laboratory. The point "floats" because the exponent says where it is. Since the same number has infinitely many such pairs, one is chosen by a rule, normalisation: the point is placed just after the first significant digit, so 346.09801 becomes 3.4609801 with exponent 2.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decimal format, with four digits of mantissa and two of exponent, to see the shape of the representable set. The two bands marked representable are the numbers that can be written in this format: from about 10 to the minus 99 up to about 10 to the 99, with either sign. At the two ends there is overflow: the magnitude is too large for the exponent. In the middle, around zero, there is a gap, the region of underflow: numbers too small in magnitude collapse to zero. Binary floating point has exactly this shape.
For the lecturer: The source deck showed this line twice (interval of representation; overflow and underflow):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distance between two consecutive representable numbers is not constant. Near zero they are extremely close together; near the upper limit they are far apart. The absolute error therefore grows with the size of the number. What stays constant is the relative error, because every number has the same number of significant digits: four in this example. It is the opposite of fixed point, where the absolute error is constant and the relative error becomes large near zero.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single-precision format of IEEE 754 divides 32 bits into three fields: one bit of sign, eight of exponent, twenty-three of fraction. The value is given by the formula in the middle. Two details deserve attention. A normalised binary mantissa always begins with 1, so that bit is not stored: it is the hidden bit, and it gives one more bit of precision for free. And the exponent is stored in excess-127, the encoding of the previous section, so that exponents can be compared as natural numbers.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example: minus 5.125. Convert the two parts to binary: 5 is 101 and 0.125 is 0.001, so the number is 101.001. Normalise by moving the point two places: 1.01001 times 2 to the 2. The sign bit is 1. The exponent field is 2 plus 127, 129, that is 1000 0001. The fraction is 01001 followed by zeros, without the leading 1. Putting the three fields together and regrouping in fours gives 0xC0A40000. Redo it on paper, then try with another number.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side by side. Double precision has 64 bits, 11 of exponent in excess-1023 and 52 of fraction. Two rows are worth remembering as orders of magnitude: single precision gives about 7 significant decimal digits and reaches about 10 to the 38; double precision gives about 16 digits and reaches about 10 to the 308. The types float and double of the C language are these two formats.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the patterns are ordinary numbers. An exponent field between the two extremes is a normalised number. An exponent of all zeros means zero, if the fraction is zero too, or a denormalised number, which fills the gap around zero with decreasing precision. An exponent of all ones means infinity, if the fraction is zero, or NaN, "not a number", the result of an invalid operation such as zero divided by zero. Note that there are two zeros, plus and minus, and that NaN is not equal to anything, itself included.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Floating-point numbers behave almost like the real numbers, and the "almost" causes real bugs. 0.1 has no finite binary expansion, so it is stored approximately, and 0.1 plus 0.2 is not exactly 0.3, as the code shows. Hence the rule: never test two floating-point results for equality; compare their difference with a tolerance. Addition is not even associative. For money and for positions in a game, scaled integers, that is fixed point, are often the right tool.
For the lecturer: The double-precision sum 0.1 + 0.2 is 0.30000000000000004. Try it in any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is not over. Half precision uses sixteen bits, with about three decimal digits. It matters because neural networks hold billions of numbers, and halving each of them halves memory and energy. Many models go further and store their numbers as 8-bit integers with a scale factor: fixed point again, at industrial scale. The last card states the general lesson: bits are a budget, and range, precision and cost pull in different directions.
For the lecturer: New slide. Half precision is binary16 in IEEE 754-2008. The point for first-year students: representation choices are an engineering decision that is still being made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closes on the machine: how RISC-V handles floating point, and what the letters in the name of your processor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handles floating point through two optional extensions, F for single precision and D for double: they add thirty-two registers, f0 to f31, and instructions such as fadd.s. The processor of the kit, RV32IMAC, has neither. A C program can still use float, but each operation becomes a call to a software routine that costs tens or hundreds of integer instructions. This is why PRG32 games use integers and fixed point: they are fast, exact enough, and visible in the debugger.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the atomic instructions for sharing data safely between tasks. C adds compressed, 16-bit encodings of the most common instructions. F and D, the floating-point extensions, are absent. This modularity is a design choice of RISC-V: a small mandatory base and optional extensions, so that the same architecture fits a cheap microcontroller and a supercomputer.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what each encoding does to the order. In sign and magnitude and in the complements, negative numbers have the leftmost bit at 1, so as patterns they come after the positive ones. Only an encoding that adds a constant to every number keeps the order intact.
For the lecturer: Answer: D. In excess-k, X = x + k: a larger number always has a larger pattern. This is why it encodes floating-point exponents, which must be compared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Q24.8 means that the word is the number multiplied by 256. Read 0x180 as an integer and divide by 256; or split it directly: integer part 0x01, fraction 0x80, which is 128/256.
For the lecturer: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first hexadecimal digits in binary and cut the fields: one bit of sign, eight of exponent, then the fraction. Subtract 127 from the exponent, and do not forget the hidden 1 in front of the fraction.
For the lecturer: Answer: B. 0100 0000 0100 0000 ...: S = 0, E = 1000 0000 = 128, F = 100...: 1.1 (binary) x 2^(128-127) = 1.5 x 2 =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table of the special patterns. An exponent of all ones is reserved: which of its two cases has a fraction of all zeros?
For the lecturer: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paper: write minus 6 in the four encodings; encode 10.5 and 0.15625 in single precision; decode 0xBF800000. On PRG32: run the ball with three speeds and count after how many frames it moves by one pixel, then give it a vertical speed and make it bounce by changing the sign of the speed with neg at the edges. The results are in the green box; work them out before looking.
For the lecturer: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a comma, so fixed point and floating point are virgola fissa and virgola mobile. Mantissa is the traditional word for the significant digits; the standard calls the stored part fraction. The hidden bit is the leading 1 that is not stored. Denormalised numbers are also called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have several representations, chosen according to use. Fixed point stores a fraction as a scaled integer: constant absolute error, the speed of integers. Floating point stores mantissa and exponent: an enormous range, constant relative error. IEEE 754 is the universal standard, with special patterns for zero, infinity and NaN. And on a processor without the F extension, fixed point is the natural choice. Next comes the first part of Verm1, where the last four lectures are put to work.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ball that moves less than one pixel per frame.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Three-eighths of a pixel, with integers only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One pixel per frame is too fast, zero is too slow: the ball needs 0.375</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processor of the kit is RV32IMAC: integer instructions only, no floating point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Trick: store the position multiplied by 256, and divide by 256 only to draw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This is fixed point. Where does the trick come from, and when is it not enough?</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More encodings for signed integers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Two relatives of two's complement that floating point needs.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Fixed point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Fractions with integer hardware.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ball, bit by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integer part: 24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pixels</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fixed point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 subtract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as integers: the points are aligned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to whole pixels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shift right by f, keeping the sign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multiply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multiply, then shift right by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then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Floating point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Trading range for precision.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Example: the range of a small decimal format</a:t>
            </a:r>
            <a:endParaRPr lang="en-US" sz="3200" dirty="0"/>
          </a:p>
        </p:txBody>
      </p:sp>
      <p:sp>
        <p:nvSpPr>
          <p:cNvPr id="3" name="Text 1"/>
          <p:cNvSpPr txBox="1"/>
          <p:nvPr/>
        </p:nvSpPr>
        <p:spPr>
          <a:xfrm>
            <a:off x="548640" y="1371600"/>
            <a:ext cx="11094415" cy="411480"/>
          </a:xfrm>
          <a:prstGeom prst="rect">
            <a:avLst/>
          </a:prstGeom>
          <a:noFill/>
          <a:ln/>
        </p:spPr>
        <p:txBody>
          <a:bodyPr wrap="square" lIns="0" tIns="0" rIns="0" bIns="0" rtlCol="0" anchor="t"/>
          <a:lstStyle/>
          <a:p>
            <a:pPr indent="0" marL="0">
              <a:buNone/>
            </a:pPr>
            <a:r>
              <a:rPr lang="en-US" sz="1800" b="1" dirty="0">
                <a:solidFill>
                  <a:srgbClr val="2E4A62"/>
                </a:solidFill>
                <a:latin typeface="Calibri" pitchFamily="34" charset="0"/>
                <a:ea typeface="Calibri" pitchFamily="34" charset="-122"/>
                <a:cs typeface="Calibri" pitchFamily="34" charset="-120"/>
              </a:rPr>
              <a:t>Base 10, four digits for the mantissa, two for the exponent</a:t>
            </a:r>
            <a:endParaRPr lang="en-US" sz="1800" dirty="0"/>
          </a:p>
        </p:txBody>
      </p:sp>
      <p:pic>
        <p:nvPicPr>
          <p:cNvPr id="5" name="Image 0" descr="preencoded.png">    </p:cNvPr>
          <p:cNvPicPr>
            <a:picLocks noChangeAspect="1"/>
          </p:cNvPicPr>
          <p:nvPr/>
        </p:nvPicPr>
        <p:blipFill>
          <a:blip r:embed="rId1"/>
          <a:stretch>
            <a:fillRect/>
          </a:stretch>
        </p:blipFill>
        <p:spPr>
          <a:xfrm>
            <a:off x="630259" y="1874520"/>
            <a:ext cx="10931177" cy="2514600"/>
          </a:xfrm>
          <a:prstGeom prst="rect">
            <a:avLst/>
          </a:prstGeom>
        </p:spPr>
      </p:pic>
      <p:sp>
        <p:nvSpPr>
          <p:cNvPr id="6" name="Shape 2"/>
          <p:cNvSpPr/>
          <p:nvPr/>
        </p:nvSpPr>
        <p:spPr>
          <a:xfrm>
            <a:off x="548640" y="4632706"/>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5262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Representable: from -9.999 x 10^99 to -1.000 x 10^-99, zero, and from +1.000 x 10^-99 to +9.999 x 10^99</a:t>
            </a:r>
            <a:endParaRPr lang="en-US" sz="2200" dirty="0"/>
          </a:p>
        </p:txBody>
      </p:sp>
      <p:sp>
        <p:nvSpPr>
          <p:cNvPr id="8" name="Shape 4"/>
          <p:cNvSpPr/>
          <p:nvPr/>
        </p:nvSpPr>
        <p:spPr>
          <a:xfrm>
            <a:off x="548640" y="5455666"/>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34924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the magnitude is too large for the exponent</a:t>
            </a:r>
            <a:endParaRPr lang="en-US" sz="2200" dirty="0"/>
          </a:p>
        </p:txBody>
      </p:sp>
      <p:sp>
        <p:nvSpPr>
          <p:cNvPr id="10" name="Shape 6"/>
          <p:cNvSpPr/>
          <p:nvPr/>
        </p:nvSpPr>
        <p:spPr>
          <a:xfrm>
            <a:off x="548640" y="5937758"/>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the magnitude is too small, and the number collapses to zero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is not the real numbers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0.1 has no finite binary expansion: it is stored approximately, like 0.8 in Lecture 05</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Never test two floating-point results for equality: compare their difference with a tolerance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Addition is not associative: (a + b) + c can differ from a + (b + c)</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a very small number to a very large one can leave the large one unchanged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money and for game positions, scaled integers are often the right tool</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Beyond single and double</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Half precision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Sixteen bits: 1 sign, 5 exponent, 10 fraction. About three decimal digits, half the memory of single precision.</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Why it matters</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Neural networks hold billions of numbers: halving each one halves memory, bandwidth and energy.</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Quantisation</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Many models are stored as 8-bit integers with a scale factor: fixed point again, at industrial scale.</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The same trade-off</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Bits are a budget. Range, precision and cost pull in different directions, on a GPU as on your Q24.8 ball.</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Back to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Floating point and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Sign and magnitude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One's complement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Two's complement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Excess-k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384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1.8</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0.375</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0.75</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zero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denormalised number</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infinity</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NaN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-6 on four bits in sign and magnitude, one's complement, two's complement and excess-8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Encode 10.5 and 0.15625 in IEEE 754 single precision; give the result in hexadecimal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Run the ball with SPEED_Q8 = 96, 16 and 1. After how many frames does it move by one pixel in each case?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Give the ball a vertical speed too, and make it bounce: negate the speed with neg when it reaches an edge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0x41280000, 0x3E200000 and -1.0. On PRG32: the ball advances one pixel every 2.67, 16 and 256 frames; with the bounce it moves diagonally and stays on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2026-10-12T11:28:39Z</dcterms:created>
  <dcterms:modified xsi:type="dcterms:W3CDTF">2026-10-12T11:28:39Z</dcterms:modified>
</cp:coreProperties>
</file>