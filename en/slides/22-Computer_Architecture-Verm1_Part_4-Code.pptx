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775e12-70d2-87dd-eb8d-906aa22122db}">
          <p14:sldIdLst>
            <p14:sldId id="256"/>
            <p14:sldId id="257"/>
          </p14:sldIdLst>
        </p14:section>
        <p14:section name="The listings" id="{e0bb24f3-b7d6-de01-71a8-567b9afe358e}">
          <p14:sldIdLst>
            <p14:sldId id="258"/>
          </p14:sldIdLst>
        </p14:section>
        <p14:section name="Step 1: the score in digits" id="{da194d8a-5fe9-2223-e8a3-caa14bfbc82d}">
          <p14:sldIdLst>
            <p14:sldId id="259"/>
            <p14:sldId id="260"/>
            <p14:sldId id="261"/>
            <p14:sldId id="262"/>
          </p14:sldIdLst>
        </p14:section>
        <p14:section name="Step 2: levels" id="{ffcaf196-ff3b-7345-94b3-0f2028c369d5}">
          <p14:sldIdLst>
            <p14:sldId id="263"/>
            <p14:sldId id="264"/>
            <p14:sldId id="265"/>
          </p14:sldIdLst>
        </p14:section>
        <p14:section name="Step 3: step tells what it changed" id="{5b2ed54c-af28-948f-e8f4-d0fd1c57855f}">
          <p14:sldIdLst>
            <p14:sldId id="266"/>
            <p14:sldId id="267"/>
            <p14:sldId id="268"/>
            <p14:sldId id="269"/>
            <p14:sldId id="270"/>
            <p14:sldId id="271"/>
            <p14:sldId id="272"/>
            <p14:sldId id="273"/>
          </p14:sldIdLst>
        </p14:section>
        <p14:section name="Step 4: draw only what changed" id="{c7b7331f-8135-1c6e-c636-94ac38be92b1}">
          <p14:sldIdLst>
            <p14:sldId id="274"/>
            <p14:sldId id="275"/>
            <p14:sldId id="276"/>
            <p14:sldId id="277"/>
            <p14:sldId id="278"/>
            <p14:sldId id="279"/>
            <p14:sldId id="280"/>
            <p14:sldId id="281"/>
            <p14:sldId id="282"/>
            <p14:sldId id="283"/>
            <p14:sldId id="284"/>
          </p14:sldIdLst>
        </p14:section>
        <p14:section name="Step 5: measure" id="{04265a7f-1d24-41f7-f131-b45a415ce913}">
          <p14:sldIdLst>
            <p14:sldId id="285"/>
            <p14:sldId id="286"/>
            <p14:sldId id="287"/>
            <p14:sldId id="288"/>
            <p14:sldId id="289"/>
            <p14:sldId id="290"/>
            <p14:sldId id="291"/>
            <p14:sldId id="292"/>
            <p14:sldId id="293"/>
          </p14:sldIdLst>
        </p14:section>
        <p14:section name="Run it and test it" id="{af486aef-e037-7eb0-1b50-af7a169597ca}">
          <p14:sldIdLst>
            <p14:sldId id="294"/>
            <p14:sldId id="295"/>
            <p14:sldId id="296"/>
            <p14:sldId id="297"/>
            <p14:sldId id="298"/>
          </p14:sldIdLst>
        </p14:section>
        <p14:section name="Exercises" id="{ce32a00b-f5dd-0685-abf2-1320abe60d23}">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~/arc12/verm1/verm1_part4.S; tools/tests/verm1_check.py builds it and plays it with a scripted player, and verm1_steps.py runs the intermediate checkpoints.
For the lecturer: Get the code once: git clone https://github.com/riscv-prg32/computer-architecture-with-prg32 ~/arc12. The reference program is ~/arc12/verm1/verm1_part4.S;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changing anything, run Part 3 in debug mode and write down what the telemetry shows during a game: retired instructions, frames per second, late frames. These numbers are the "before" of the measure that closes the lecture; without them you cannot say what you have gained.
USE NOW: the PRG32 tools (used, not studied, in this course).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has a contract written in its comment: the value in a0, the address of three characters in a1. Three times it does the same thing: remu gives the remainder of the division by ten, 48 is added, sb stores the byte, and divu leaves the quotient for the next round. The offsets are 2, 1 and 0: from the units to the hundreds. It is a leaf function: it calls nobody and uses only temporary registers, so it needs no stack frame at all.
UNDERSTAND NOW: quotient and remainder.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the address inside a string where the digits must go: best_txt+5 skips the word BEST and the space. Then the two strings are drawn like any other text. Because text is drawn with its background, the new digits cover the old ones.
UNDERSTAND NOW: characters and strings.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they are in .data and not in .rodata precisely because the program writes into them. Then six new variables: dirty, the old position of the head, and the cell to erase. They are not used until the third step; type them now, so that the section is written once.
UNDERSTAND NOW: characters and strings.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adds one; when you lose, BEST shows your score. Then open the debugger and look at score_txt in memory: after three meals its bytes are 30 30 33 00. You are reading the characters that your division produced.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They are fixed-point values in 256ths of a cell per frame, as in Part 2: 32 means one step every eight frames, 96 means three steps every eight frames.
UNDERSTAND NOW: fixed point.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a shift by two positions and an addition. Then a comparison keeps the smaller between this value and the maximum. The rest is the timer you know: the speed is added to an accumulator, and a step is taken when it passes 256. A value that follows a line and then stays at a limit is a saturation.
UNDERSTAND NOW: fixed point.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slower than in Part 3 and gains speed at every meal. With the debugger, count the frames between two steps at score zero: eight. Reach sixteen points and check that the speed no longer changes. Then, if you dare, try a maximum of 256: one step per frame.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fills in channel, instrument and volume and calls prg32_audio_note. Notice the choice of registers: note and duration are already where the function of the runtime expects them, so nothing has to be moved. A contract designed around the callee saves instructions.
UNDERSTAND NOW: the calling convention.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stop being the head and become body, and draw will have to repaint it.
UNDERSTAND NOW: arrays in memory.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of the meal. When the worm eats, the tail does not move, so there is no cell to erase: erase_on is set to zero to say so.
UNDERSTAND NOW: arrays in memory.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leaves a cell: its coordinates are saved in erase_x and erase_y, and erase_on becomes 1. Further down, the collision with the body is no longer handled here: it has become a single call to game_is_over.
UNDERSTAND NOW: arrays in memory.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is here only because the function continues on the next one.
UNDERSTAND NOW: arrays in memory.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a step happened, and draw has work to do. Then, if the worm has eaten: one more point, new food, and a short high note, number 72 for 60 milliseconds, requested with two li and a call.
UNDERSTAND NOW: the calling convention.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that the transition from PLAY to OVER involves: the new state, the update of the best score, dirty set to 2 because a whole new screen must be drawn, and a long low note, number 36 for 400 milliseconds. A transition of the state machine deserves a function of its own.
UNDERSTAND NOW: finite-state machines.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after the second step. What changes can be heard: a low note when you bite yourself. In the debugger watch erase_x and erase_y follow the tail, one step behind, and dirty stay at 1 or 2: it is written, and nobody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it returns immediately: no stack frame, no call, five machine instructions. If it was 1, a step happened and draw_changes is called. If it was 2, the state changed and draw_full redraws everything. The most frequent case is the cheapest, which is the mark of a well-made optimisation.
UNDERSTAND NOW: the frame buffer.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left by the tail becomes black. The old head is repainted in the colour of the body. Then the new head, the food and the score. The order matters: the head may enter exactly the cell that the tail has just left, so the erasure must come first and the head afterwards.
UNDERSTAND NOW: the frame buffer.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old verm1_draw: it clears the screen and draws the score; in the TITLE state it adds the invitation and returns. It is called once for every change of state, not at every frame.
UNDERSTAND NOW: the frame buffer.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with their functions, and in OVER it adds the two words of the game over.
UNDERSTAND NOW: the frame buffer.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job, used by draw_changes.
UNDERSTAND NOW: the frame buffer.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that were inside draw now have a name and two callers, the full drawing and the partial one.
UNDERSTAND NOW: the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UNDERSTAND NOW: finite-state machines.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is a new screen.
UNDERSTAND NOW: finite-state machines.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rule of the technique: every transition asks for a full drawing, every step for a partial one. If you forget one, the screen shows a state that is no longer true, and this is the typical bug.
UNDERSTAND NOW: finite-state machines.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not be visible. If you see trails or holes, some change was not recorded: find it with the debugger,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that did not change from Part 3. They are included so that this deck contains the whole program; keep them as they are in your file.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emptied and the worm is 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inside play_update: the masks of the buttons and the rule that forbids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tried again until it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walks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tables of the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make the game yours. A pause with button B: a fourth state. A melody on the title screen, from a table of notes. Bonus food that is worth more and disappears. Your own colours, or your own rules. The version you will publish in the next lecture should contain something that is yours, starting from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31 listings of Lecture 22,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verm1/verm1_part4.S, 565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8" name="Shape 6"/>
          <p:cNvSpPr/>
          <p:nvPr/>
        </p:nvSpPr>
        <p:spPr>
          <a:xfrm>
            <a:off x="8287715" y="91440"/>
            <a:ext cx="3355340" cy="274320"/>
          </a:xfrm>
          <a:prstGeom prst="rect">
            <a:avLst/>
          </a:prstGeom>
          <a:solidFill>
            <a:srgbClr val="E0F2FE"/>
          </a:solidFill>
          <a:ln w="12700">
            <a:solidFill>
              <a:srgbClr val="0369A1"/>
            </a:solidFill>
            <a:prstDash val="solid"/>
          </a:ln>
        </p:spPr>
      </p:sp>
      <p:sp>
        <p:nvSpPr>
          <p:cNvPr id="9" name="Shape 7"/>
          <p:cNvSpPr/>
          <p:nvPr/>
        </p:nvSpPr>
        <p:spPr>
          <a:xfrm>
            <a:off x="8287715"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1" name="Text 8"/>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finished game: the score and the best score in digits, a worm that goes faster as the score grows, a short note for a meal and a long low one for the end.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 the code</dc:title>
  <dc:subject>Lecture 22</dc:subject>
  <dc:creator>Raffaele Montella</dc:creator>
  <cp:lastModifiedBy>Raffaele Montella</cp:lastModifiedBy>
  <cp:revision>1</cp:revision>
  <dcterms:created xsi:type="dcterms:W3CDTF">2026-10-16T16:46:57Z</dcterms:created>
  <dcterms:modified xsi:type="dcterms:W3CDTF">2026-10-16T16:46:57Z</dcterms:modified>
</cp:coreProperties>
</file>