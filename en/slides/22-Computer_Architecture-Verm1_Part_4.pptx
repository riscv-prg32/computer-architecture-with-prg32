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5a47ba-3a7e-cea3-d0cf-bb828b41de39}">
          <p14:sldIdLst>
            <p14:sldId id="256"/>
            <p14:sldId id="257"/>
            <p14:sldId id="258"/>
            <p14:sldId id="259"/>
          </p14:sldIdLst>
        </p14:section>
        <p14:section name="Step 1: the score in digits" id="{ebf40985-d476-dd8f-dc1b-0f8b7cd44cd6}">
          <p14:sldIdLst>
            <p14:sldId id="260"/>
          </p14:sldIdLst>
        </p14:section>
        <p14:section name="Step 2: levels" id="{cd46db40-3eb2-ea53-0d23-ccd2af701105}">
          <p14:sldIdLst>
            <p14:sldId id="261"/>
          </p14:sldIdLst>
        </p14:section>
        <p14:section name="Step 4: draw only what changed" id="{7fb934c2-3206-d131-4e94-c9fb6c82ad8b}">
          <p14:sldIdLst>
            <p14:sldId id="262"/>
          </p14:sldIdLst>
        </p14:section>
        <p14:section name="Step 5: measure" id="{e9ecaa66-c73b-24e5-29f6-3e15dfee2fa4}">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and last tutorial finishes Verm1. In Part 3 the game was complete in its rules; today it becomes complete as a program. The score is written in digits, the worm accelerates, there are two sounds, and the screen is redrawn only where it changes. Knuth's sentence on the cover explains the order of the work: first the game was made to work, and only now, with a measure in hand, do we make it fast.
For the lecturer: Fourth project tutorial. It uses Lectures 18 to 21: the registers by convention, the stack, multiplication and division (18), the processor cycle and the cost of an instruction (19), the frame buffer and what drawing costs (20), input, sound and the runtime as the owner of the devices (21). The reference file is verm1/verm1_part4.S. Knuth's sentence is the right motto: the game was made to work in Part 3, and only now, with a measure in hand, do we make it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The score and the best score in digits, converted by a division by ten that you write. A worm that goes faster as the score grows, up to a limit. Two sounds, one for a meal and one for the end. A draw that touches a handful of cells per step instead of the whole screen. And a finished game, ready to be packaged and published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last block of lectures, and where they appear today. The calling convention of Lecture 18 becomes small functions with a contract, some of them leaves. The M extension gives quotient and remainder for the digits. The processor cycle reminds us that every instruction costs time, so we measure. The screen as memory, from Lecture 20, suggests drawing only what changed. And from Lecture 21: the devices belong to the runtime, to which we ask for a note of a given duration.
For the lecturer: Lecture 04 comes back too: a digit becomes a character by adding 48, the ASCII code of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going: the title screen with the best score, the game with the score in digits, the game over. Start from a Part 3 that runs; if yours does not, copy the reference file. There are four steps of code today, and the program runs after each one.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 score holds a binary number: 137 is the byte 0x89. The screen wants three characters, the bytes 0x31, 0x33 and 0x37. The conversion is the one you did by hand in Lecture 05: divide by ten, and the remainder is a digit; repeat on the quotient. The digits come out from the right, units first, so they are stored from the last character to the first. A digit becomes a character by adding 48, the ASCII code of the character zero.
For the lecturer: The conversion of Lecture 05, done by the program instead of by hand. remu gives the remainder, divu the quotient: two instructions of the M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levels in numbers. For each score, the speed, the frames per step, which is 256 divided by the speed, and the cells per second at thirty frames per second. From 3.75 cells per second at the start to 11.25 from sixteen points on. The frames per step are not always whole numbers, and it is not a problem: at 48 the steps come every five or six frames, 5.33 on average. This is what fixed point gives you.
For the lecturer: 256 divided by the speed gives the frames per step; the frame rate times the speed divided by 256 gives the cells per second. Ask the students for the row of score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frame of Part 3 cost? It clears 64,000 pixels and redraws title, score, worm and food, thirty times per second. Yet between two steps nothing changes on the screen, and a step changes very little: the cell the tail left, the old head that becomes body, the new head, and sometimes the food and the score. So remember what changed and draw only that. It works because the frame buffer is memory: the picture stays there by itself.
For the lecturer: Lecture 20: the screen is an array of pixels that keeps its content. A worm of 200 cells costs 200 rectangles per frame in Part 3 and three per step in Part 4. This is what the old home computers did, because they had no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Run the finished game in debug mode and start a game. Read the telemetry for ten seconds. Compare with the numbers of Part 3 that you wrote down at the beginning. Let the worm grow to twenty cells in both versions and read again: in one the cost grows with the worm, in the other it does not. Put a breakpoint on draw_changes and check that it stops once per step. Write the numbers down: they go into the description of your game.
For the lecturer: The telemetry counts the instructions of the cartridge, not those of the runtime that fills the rectangles, so the real saving on the board is larger than the count shows: there every pixel also travels over SPI to the display. Do not quote numbers to the students: let them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call with the debugger. Stop on the call to to_decimal and read a0, a1, ra and sp. One step: the PC jumps into the function and ra holds the address of the instruction after the call. Step through: only temporaries change and sp never moves, because it is a leaf. At ret the PC takes the value of ra. Then do the same with draw_text: sp goes down by 16, ra is stored and comes back.
For the lecturer: The calling convention of Lecture 18, watched instruction by instruction. In the listing call appears as jal, or as auipc followed by jalr, and ret as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 205 into three digits, then each digit into its ASCII code by adding 0x30. Mind the order: offset 0 holds the hundreds.
One step every four frames means a speed of 256 divided by 4. Put that value into the formula of the speed and solve for the score.
For the lecturer: 1. Answer: B. The characters '2', '0', '5': 0x32, 0x30, 0x35. The units are stored at offset 2.
2. Answer: B. One step every 4 frames is 64/256: 32 + 4 x score = 64, so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instructions of the shortest path of verm1_draw, remembering that la is a pseudo-instruction and expands into two.
Ask what a stack frame is for: saving ra when there is another call, and saving the registers that must be preserved. Does to_decimal need either?
For the lecturer: 1. Answer: B. la is two instructions, auipc and addi; then lw, beqz and ret.
2. Answer: B. A leaf function that touches only caller-saved registers has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is finished: about six hundred lines of RISC-V assembly, all yours. It began as three functions that return and grew one runnable step at a time, and every part of the course is in it: numbers, logic, state, memory, calls, pixels, devices. One thing is missing: a program that only its author can run is half finished. The next lecture gives it a name, an icon and credits, and publishes it.
For the lecturer: Ask the students to bring their own variant to Lecture 23: the bundle they prepare should be of their game, not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The machine enters the game: division for the digits, levels, sound, and a screen drawn only where it changes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“Premature optimization is the root of all evil.”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score and the best score written in digits, converted by your own division by ten</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that goes faster as the score grows, up to a limit</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sounds: a short note for a meal, a long low one for the end</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draw function that touches a handful of cells per step instead of the whole screen</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finished Verm1, ready to be packaged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4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calling convention: a, t, s registers, ra, the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functions with contracts; leaf functions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 extension: divu and remu, quotient and remainder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digits of the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 cycle: every instruction costs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measure before and after step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screen is memory: writing pixels is the cost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draw only what 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devices belong to the runtime: we ask,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with a duration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with the best score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the score in digits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Start from a Part 3 that runs; if yours does not, copy verm1_part3.S. Today has four steps, and the program runs after each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number is not its digits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holds a binary number: 137 is 0x89, one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screen wants three characters: '1', '3', '7', that is the bytes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 by ten, three times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remainder 7: the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remainder 3: the tens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remainder 1: the hundreds</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digits come out from the right: store them from the last character to the first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digit d becomes a character by adding 48: the ASCII code of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memory; 0x31 0x33 0x37 on the screen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levels, in numbers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Speed (1/256 cell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Frames per 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Cells per second at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and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Fractions of a frame are real: at 48/256 the steps come every 5 or 6 frames, 5.33 on average.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does a frame cost?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clears 64 000 pixels and redraws the title, the score, the whole worm and the food: thirty times per second</a:t>
            </a:r>
            <a:endParaRPr lang="en-US" sz="2200" dirty="0"/>
          </a:p>
        </p:txBody>
      </p:sp>
      <p:sp>
        <p:nvSpPr>
          <p:cNvPr id="5" name="Shape 3"/>
          <p:cNvSpPr/>
          <p:nvPr/>
        </p:nvSpPr>
        <p:spPr>
          <a:xfrm>
            <a:off x="548640" y="27198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47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Between two steps nothing on the screen changes, and a step changes very little</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step changes at most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cell the tail left: black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old head: now body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new head, and perhaps the food and the score</a:t>
            </a:r>
            <a:endParaRPr lang="en-US" sz="2200" dirty="0"/>
          </a:p>
        </p:txBody>
      </p:sp>
      <p:sp>
        <p:nvSpPr>
          <p:cNvPr id="9" name="Shape 7"/>
          <p:cNvSpPr/>
          <p:nvPr/>
        </p:nvSpPr>
        <p:spPr>
          <a:xfrm>
            <a:off x="548640" y="50824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6051"/>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remember what changed, and draw only that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picture stays on the screen by itself: the frame buffer is memory</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pixels per frame in Part 3; a few hundred per step in Part 4</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and after, with numbers</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finished game in debug mode and start a game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telemetry during ten seconds of play: retired instructions, frames per second, late frames</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with the numbers you wrote down for Part 3 at the start of this lecture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 the worm grow to twenty cells in both versions and read again: one number grows with the worm, the other does not</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Put a breakpoint on the first instruction of draw_changes: it stops once per step, not once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four numbers in your notes: they go in the description of the game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 a call with the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Break on call to_decimal inside draw_score and read a0, a1, ra and sp</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once: the PC jumps into to_decimal, and ra now holds the address of the instruction after the call</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through: only t registers and a0 change; sp never moves. A leaf function</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ret the PC takes the value of ra: you are back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Now do the same with call draw_text: sp goes down by 16, ra is stored at 12(sp), and comes back</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receives a0 = 205. Which bytes does it store, from offset 0 to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At which score does the worm take one step every 4 frames?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is 0 when verm1_draw is called. How many machine instructions does it execute?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about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thousands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can to_decimal do without a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short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calls no function and uses only a and t registers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no arguments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frames are optional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finished: about six hundred lines of RISC-V assembly, all yours</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began as three functions that return, and grew one runnable step at a time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lecture of the course is in it: numbers, logic, state, memory, calls, pixels, devices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that only its author can run is half finished</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 23: a name, an icon, credits, a bundle for two architectures, and the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dc:title>
  <dc:subject>Lecture 22</dc:subject>
  <dc:creator>Raffaele Montella</dc:creator>
  <cp:lastModifiedBy>Raffaele Montella</cp:lastModifiedBy>
  <cp:revision>1</cp:revision>
  <dcterms:created xsi:type="dcterms:W3CDTF">2026-10-13T08:56:24Z</dcterms:created>
  <dcterms:modified xsi:type="dcterms:W3CDTF">2026-10-13T08:56:24Z</dcterms:modified>
</cp:coreProperties>
</file>