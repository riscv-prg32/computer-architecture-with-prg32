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1cecaa-f18f-e96e-a798-5c30bd99362c}">
          <p14:sldIdLst>
            <p14:sldId id="256"/>
            <p14:sldId id="257"/>
            <p14:sldId id="258"/>
            <p14:sldId id="259"/>
          </p14:sldIdLst>
        </p14:section>
        <p14:section name="Step 1: the score in digits" id="{f08afc9f-bc67-cc8e-37ee-d094ee8cc005}">
          <p14:sldIdLst>
            <p14:sldId id="260"/>
          </p14:sldIdLst>
        </p14:section>
        <p14:section name="Step 2: levels" id="{08f15b97-10fb-b435-fb94-4afc90ba9969}">
          <p14:sldIdLst>
            <p14:sldId id="261"/>
          </p14:sldIdLst>
        </p14:section>
        <p14:section name="Step 4: draw only what changed" id="{8c756942-e7e7-7f92-d9d2-c686c501e810}">
          <p14:sldIdLst>
            <p14:sldId id="262"/>
          </p14:sldIdLst>
        </p14:section>
        <p14:section name="Step 5: measure" id="{755f4c04-b357-3abf-618d-b28b86db9ba1}">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last tutorial finishes Verm1. In Part 3 the game was complete in its rules; today it becomes complete as a program. The score is written in digits, the worm accelerates, there are two sounds, and the screen is redrawn only where it changes. Knuth's sentence on the cover explains the order of the work: first the game was made to work, and only now, with a measure in hand, do we make it fast.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The score and the best score in digits, converted by a division by ten that you write. A worm that goes faster as the score grows, up to a limit. Two sounds, one for a meal and one for the end. A draw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a contract, some of them leaves. The M extension gives quotient and remainder for the digits. The processor cycle reminds us that every instruction costs time, so we measure. The screen as memory, from Lecture 20, suggests drawing only what changed. And from Lecture 21: the devices belong to the runtime, to which we ask for a note of a given duration.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going: the title screen with the best score, the game with the score in digits, the game over. Start from a Part 3 that runs; if yours does not, copy the reference file. There are four steps of code today, and the program runs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wants three characters, the bytes 0x31, 0x33 and 0x37. The conversion is the one you did by hand in Lecture 05: divide by ten, and the remainder is a digit; repeat on the quotient. The digits come out from the right, units first, so they are stored from the last character to the first. A digit becomes a character by adding 48, the ASCII code of the character zero.
UNDERSTAND NOW: quotient and remainder.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in numbers. For each score, the speed, the frames per step, which is 256 divided by the speed, and the cells per second at thirty frames per second. From 3.75 cells per second at the start to 11.25 from sixteen points on. The frames per step are not always whole numbers, and it is not a problem: at 48 the steps come every five or six frames, 5.33 on average. This is what fixed point gives you.
UNDERSTAND NOW: fixed point.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changes on the screen, and a step changes very little: the cell the tail left, the old head that becomes body, the new head, and sometimes the food and the score. So remember what changed and draw only that. It works because the frame buffer is memory: the picture stays there by itself.
UNDERSTAND NOW: the frame buffer.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Run the finished game in debug mode and start a game. Read the telemetry for ten seconds. Compare with the numbers of Part 3 that you wrote down at the beginning. Let the worm grow to twenty cells in both versions and read again: in one the cost grows with the worm, in the other it does not. Put a breakpoint on draw_changes and check that it stops once per step. Write the numbers down: they go into the description of your game.
UNDERSTAND NOW: the processor cycle. USE NOW: the PRG32-QT debugger (used, not studied, in this course).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call with the debugger. Stop on the call to to_decimal and read a0, a1, ra and sp. One step: the PC jumps into the function and ra holds the address of the instruction after the call. Step through: only temporaries change and sp never moves, because it is a leaf. At ret the PC takes the value of ra. Then do the same with draw_text: sp goes down by 16, ra is stored and comes back.
UNDERSTAND NOW: the calling convention. USE NOW: the PRG32-QT debugger (used, not studied, in this course).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 205 into three digits, then each digit into its ASCII code by adding 0x30. Mind the order: offset 0 holds the hundreds.
One step every four frames means a speed of 256 divided by 4. Put that value into the formula of the speed and solve for the score.
For the lecturer: 1. Answer: B. The characters '2', '0', '5': 0x32, 0x30, 0x35. The units are stored at offset 2.
2.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instructions of the shortest path of verm1_draw, remembering that la is a pseudo-instruction and expands into two.
Ask what a stack frame is for: saving ra when there is another call, and saving the registers that must be preserved. Does to_decimal need either?
For the lecturer: 1. Answer: B. la is two instructions, auipc and addi; then lw, beqz and ret.
2.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all yours. It began as three functions that return and grew one runnable step at a time, and every part of the course is in it: numbers, logic, state, memory, calls, pixels, devices. One thing is missing: a program that only its author can run is half finished. The next lecture gives it a name, an icon and credits, and publishes it.
Learning status, recap.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 extension: divu and remu,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7"/>
          <p:cNvSpPr/>
          <p:nvPr/>
        </p:nvSpPr>
        <p:spPr>
          <a:xfrm>
            <a:off x="5560263" y="91440"/>
            <a:ext cx="3224022" cy="274320"/>
          </a:xfrm>
          <a:prstGeom prst="rect">
            <a:avLst/>
          </a:prstGeom>
          <a:solidFill>
            <a:srgbClr val="E0F2FE"/>
          </a:solidFill>
          <a:ln w="12700">
            <a:solidFill>
              <a:srgbClr val="0369A1"/>
            </a:solidFill>
            <a:prstDash val="solid"/>
          </a:ln>
        </p:spPr>
      </p:sp>
      <p:sp>
        <p:nvSpPr>
          <p:cNvPr id="21" name="Shape 18"/>
          <p:cNvSpPr/>
          <p:nvPr/>
        </p:nvSpPr>
        <p:spPr>
          <a:xfrm>
            <a:off x="5560263"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5688279" y="128016"/>
            <a:ext cx="201168" cy="201168"/>
          </a:xfrm>
          <a:prstGeom prst="rect">
            <a:avLst/>
          </a:prstGeom>
        </p:spPr>
      </p:pic>
      <p:sp>
        <p:nvSpPr>
          <p:cNvPr id="23" name="Text 19"/>
          <p:cNvSpPr txBox="1"/>
          <p:nvPr/>
        </p:nvSpPr>
        <p:spPr>
          <a:xfrm>
            <a:off x="59443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6"/>
          <p:cNvSpPr/>
          <p:nvPr/>
        </p:nvSpPr>
        <p:spPr>
          <a:xfrm>
            <a:off x="5363286" y="91440"/>
            <a:ext cx="3420999" cy="274320"/>
          </a:xfrm>
          <a:prstGeom prst="rect">
            <a:avLst/>
          </a:prstGeom>
          <a:solidFill>
            <a:srgbClr val="E0F2FE"/>
          </a:solidFill>
          <a:ln w="12700">
            <a:solidFill>
              <a:srgbClr val="0369A1"/>
            </a:solidFill>
            <a:prstDash val="solid"/>
          </a:ln>
        </p:spPr>
      </p:sp>
      <p:sp>
        <p:nvSpPr>
          <p:cNvPr id="21" name="Shape 17"/>
          <p:cNvSpPr/>
          <p:nvPr/>
        </p:nvSpPr>
        <p:spPr>
          <a:xfrm>
            <a:off x="5363286"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5491302" y="128016"/>
            <a:ext cx="201168" cy="201168"/>
          </a:xfrm>
          <a:prstGeom prst="rect">
            <a:avLst/>
          </a:prstGeom>
        </p:spPr>
      </p:pic>
      <p:sp>
        <p:nvSpPr>
          <p:cNvPr id="23" name="Text 18"/>
          <p:cNvSpPr txBox="1"/>
          <p:nvPr/>
        </p:nvSpPr>
        <p:spPr>
          <a:xfrm>
            <a:off x="574733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about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thousands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can to_decimal do without a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short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no function and uses only a and t registers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no arguments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frames are optional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2026-10-16T15:51:38Z</dcterms:created>
  <dcterms:modified xsi:type="dcterms:W3CDTF">2026-10-16T15:51:38Z</dcterms:modified>
</cp:coreProperties>
</file>