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ce52b3-99c4-c912-e1a8-e3c7a4940c16}">
          <p14:sldIdLst>
            <p14:sldId id="256"/>
            <p14:sldId id="257"/>
            <p14:sldId id="258"/>
            <p14:sldId id="259"/>
            <p14:sldId id="260"/>
          </p14:sldIdLst>
        </p14:section>
        <p14:section name="Step 1: the score in digits" id="{9ed607c4-ab84-79a3-b3cb-d76652afcdd1}">
          <p14:sldIdLst>
            <p14:sldId id="261"/>
            <p14:sldId id="262"/>
            <p14:sldId id="263"/>
            <p14:sldId id="264"/>
            <p14:sldId id="265"/>
            <p14:sldId id="266"/>
          </p14:sldIdLst>
        </p14:section>
        <p14:section name="Step 2: levels" id="{07bd69f6-d193-6e0e-eb3c-1d619d4fe7ac}">
          <p14:sldIdLst>
            <p14:sldId id="267"/>
            <p14:sldId id="268"/>
            <p14:sldId id="269"/>
            <p14:sldId id="270"/>
            <p14:sldId id="271"/>
          </p14:sldIdLst>
        </p14:section>
        <p14:section name="Step 3: step tells what it changed" id="{f3f05321-3597-86ac-da80-816debe9816e}">
          <p14:sldIdLst>
            <p14:sldId id="272"/>
            <p14:sldId id="273"/>
            <p14:sldId id="274"/>
            <p14:sldId id="275"/>
            <p14:sldId id="276"/>
            <p14:sldId id="277"/>
            <p14:sldId id="278"/>
            <p14:sldId id="279"/>
            <p14:sldId id="280"/>
          </p14:sldIdLst>
        </p14:section>
        <p14:section name="Step 4: draw only what changed" id="{daf29317-0661-3e56-0eaa-958d5521cc9e}">
          <p14:sldIdLst>
            <p14:sldId id="281"/>
            <p14:sldId id="282"/>
            <p14:sldId id="283"/>
            <p14:sldId id="284"/>
            <p14:sldId id="285"/>
            <p14:sldId id="286"/>
            <p14:sldId id="287"/>
            <p14:sldId id="288"/>
            <p14:sldId id="289"/>
            <p14:sldId id="290"/>
            <p14:sldId id="291"/>
            <p14:sldId id="292"/>
            <p14:sldId id="293"/>
          </p14:sldIdLst>
        </p14:section>
        <p14:section name="Step 5: measure" id="{c99ef15e-4325-ba31-8c91-f5c4a5ec6852}">
          <p14:sldIdLst>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last tutorial finishes Verm1. In Part 3 the game was complete in its rules; today it becomes complete as a program. The score is written in digits, the worm accelerates, there are two sounds, and the screen is redrawn only where it changes. Knuth's sentence on the cover explains the order of the work: first the game was made to work, and only now, with a measure in hand, do we make it fast.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The score and the best score in digits, converted by a division by ten that you write. A worm that goes faster as the score grows, up to a limit. Two sounds, one for a meal and one for the end. A draw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a contract, some of them leaves. The M extension gives quotient and remainder for the digits. The processor cycle reminds us that every instruction costs time, so we measure. The screen as memory, from Lecture 20, suggests drawing only what changed. And from Lecture 21: the devices belong to the runtime, to which we ask for a note of a given duration.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going: the title screen with the best score, the game with the score in digits, the game over. Start from a Part 3 that runs; if yours does not, copy the reference file. There are four steps of code today, and the program runs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always. Before changing anything, run Part 3 in debug mode and write down what the telemetry shows during a game: retired instructions, frames per second, late frames. These numbers are the "before" of the measure that closes the lecture; without them you cannot say what you have gained.
For the lecturer: The same two commands. Before you start, run Part 3 in debug mode and write down what the telemetry shows during a game: retired instructions, frames per second, late frames. You will need the numbers in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replaces the marks of the score with digits. It needs one new function and a change of point of view: a number and its written form are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wants three characters, the bytes 0x31, 0x33 and 0x37. The conversion is the one you did by hand in Lecture 05: divide by ten, and the remainder is a digit; repeat on the quotient. The digits come out from the right, units first, so they are stored from the last character to the first. A digit becomes a character by adding 48, the ASCII code of the character zero.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has a contract written in its comment: the value in a0, the address of three characters in a1. Three times it does the same thing: remu gives the remainder of the division by ten, 48 is added, sb stores the byte, and divu leaves the quotient for the next round. The offsets are 2, 1 and 0: from the units to the hundreds. It is a leaf function: it calls nobody and uses only temporary registers, so it needs no stack frame at all.
For the lecturer: Values above 999 would show only their last three digits: a limit that no player will meet soon. The division instructions are slow, tens of clock cycles each on a small processor, and ten per step of the worm are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replaces that of Part 3. It calls to_decimal twice, once for the score and once for the best score, each time with the address inside a string where the digits must go: best_txt+5 skips the word BEST and the space. Then the two strings are drawn like any other text. Because text is drawn with its background, the new digits cover the old ones.
For the lecturer: score_txt and best_txt are strings in .data, not .rodata: the program writes into them. Text is drawn with its background colour, so new digits cover the old ones without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.data section. Two strings that the program fills in: they are in .data and not in .rodata precisely because the program writes into them. Then six new variables: dirty, the old position of the head, and the cell to erase. They are not used until the third step; type them now, so that the section is written once.
For the lecturer: Type all of it now. The six variables from dirty to erase_y are not used until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top line reads VERM1 000 and, on the right, BEST 000; each meal adds one; when you lose, BEST shows your score. Then open the debugger and look at score_txt in memory: after three meals its bytes are 30 30 33 00. You are reading the characters that your division produced.
For the lecturer: This intermediate program, Part 3 with the new draw_score, to_decimal and .data,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makes the game harder as it goes on: the speed, a constant until now, becomes a function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 SPEED_Q8 is replaced by two: a minimum of 32 and a maximum of 96. They are fixed-point values in 256ths of a cell per frame, as in Part 2: 32 means one step every eight frames, 96 means three steps every eight frames.
For the lecturer: Replace the constants of Part 3. Only the two SPEED lines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timer at the end of play_update. The speed is 32 plus four times the score: a shift by two positions and an addition. Then a comparison keeps the smaller between this value and the maximum. The rest is the timer you know: the speed is added to an accumulator, and a step is taken when it passes 256. A value that follows a line and then stays at a limit is a saturation.
For the lecturer: Replace the timer at the end of play_update. A saturation: the value follows a line and then stays at the limit, like the clamp of the first laboratory. With fixed point the speed changes by a sixty-fourth of a cell per frame at each meal: no integer speed could be so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in numbers. For each score, the speed, the frames per step, which is 256 divided by the speed, and the cells per second at thirty frames per second. From 3.75 cells per second at the start to 11.25 from sixteen points on. The frames per step are not always whole numbers, and it is not a problem: at 48 the steps come every five or six frames, 5.33 on average. This is what fixed point gives you.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worm starts slower than in Part 3 and gains speed at every meal. With the debugger, count the frames between two steps at score zero: eight. Reach sixteen points and check that the speed no longer changes. Then, if you dare, try a maximum of 256: one step per frame.
For the lecturer: Checked by tests/verm1_steps.py: 8 steps in the first 64 frames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prepares the fourth. The function step begins to write down what it changed, and the sounds are reorganised. Nothing new will appear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replaces eat_sound. The caller chooses the note and the duration, in a2 and a4; the function fills in channel, instrument and volume and calls prg32_audio_note. Notice the choice of registers: note and duration are already where the function of the runtime expects them, so nothing has to be moved. A contract designed around the callee saves instructions.
For the lecturer: The arguments stay in the registers where prg32_audio_note expects them: a2 is the note and a4 the duration in both functions. Designing a contract around the callee saves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with two stores added: before the head moves, its coordinates are written into old_x and old_y. That cell is about to stop being the head and become body, and draw will have to repaint it.
For the lecturer: Two stores are added to the code of Part 3: the lines that write old_x and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 of the meal. When the worm eats, the tail does not move, so there is no cell to erase: erase_on is set to zero to say so.
For the lecturer: Two lines are added: the store of zero into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worm does not eat, the tail leaves a cell: its coordinates are saved in erase_x and erase_y, and erase_on becomes 1. Further down, the collision with the body is no longer handled here: it has become a single call to game_is_over.
For the lecturer: The beginning is new, seven lines; the end is shorter than in Part 3, because the transition to OVER has become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head is written into the ring and into the map, exactly as in Part 3. The slide is here only because the function continues on the next one.
For the lecturer: Unchanged lines, shown because the function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end of step. First dirty is set to 1: a step happened, and draw has work to do. Then, if the worm has eaten: one more point, new food, and a short high note, number 72 for 60 milliseconds, requested with two li and a call.
For the lecturer: This replaces the end of step. Note 72 for 60 milliseconds: the sound of Part 2, through the new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gathers in one place everything that the transition from PLAY to OVER involves: the new state, the update of the best score, dirty set to 2 because a whole new screen must be drawn, and a long low note, number 36 for 400 milliseconds. A transition of the state machine deserves a function of its own.
For the lecturer: A transition of the state machine deserves a function of its own: state, outputs and sound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game looks exactly as after the second step. What changes can be heard: a low note when you bite yourself. In the debugger watch erase_x and erase_y follow the tail, one step behind, and dirty stay at 1 or 2: it is written, and nobody reads it yet.
For the lecturer: This intermediate program is built and run by tests/verm1_steps.py: verm1_draw of Part 3 with step, play_note and game_is_over of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is the optimisation: from a whole screen at every frame to a few cells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changes on the screen, and a step changes very little: the cell the tail left, the old head that becomes body, the new head, and sometimes the food and the score. So remember what changed and draw only that. It works because the frame buffer is memory: the picture stays there by itself.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verm1_draw reads dirty and clears it at once. If it was zero, it returns immediately: no stack frame, no call, five machine instructions. If it was 1, a step happened and draw_changes is called. If it was 2, the state changed and draw_full redraws everything. The most frequent case is the cheapest, which is the mark of a well-made optimisation.
For the lecturer: Replace verm1_draw. The frame is created only if there is something to do: the common case, nothing changed, costs five machine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paints at most three cells. If erase_on is set, the cell left by the tail becomes black. The old head is repainted in the colour of the body. Then the new head, the food and the score. The order matters: the head may enter exactly the cell that the tail has just left, so the erasure must come first and the head afterwards.
For the lecturer: The head may enter the cell that the tail has just left: erasing first and drawing the head afterwards gives the right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is the body of the old verm1_draw: it clears the screen and draws the score; in the TITLE state it adds the invitation and returns. It is called once for every change of state, not at every frame.
For the lecturer: Called once for each change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draw_full: in PLAY and OVER it draws the worm and the food with their functions, and in OVER it adds the two words of the game over.
For the lecturer: The second half of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draws one cell in bright green: the entry head_i of the ring. It is a small function with a single job, used by draw_changes.
For the lecturer: A small function used by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the three lines that were inside draw now have a name and two callers, the full drawing and the partial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the helper of Part 3, unchanged. It is shown on a slide of its own because in Part 3 it shared one with the game-over text.
For the lecturer: Unchanged: it was shown together with the game-over text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with three lines added: dirty starts at 2, because the title screen must be drawn once.
For the lecturer: Replace verm1_init: three lines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the transition from OVER back to TITLE now also sets dirty to 2: a new state is a new screen.
For the lecturer: Replace the same part of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 new_game, for the transition from TITLE to PLAY. This is the rule of the technique: every transition asks for a full drawing, every step for a partial one. If you forget one, the screen shows a state that is no longer true, and this is the typical bug.
For the lecturer: Every transition of the machine asks for a full drawing; every step asks for a partial one. Forgetting one of them is the typical bug of this technique: the screen shows a state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Verm1. It must be the same game as after the third step, pixel for pixel: the optimisation must not be visible. If you see trails or holes, some change was not recorded: find it with the debugger, starting from the three variables that step writes.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step writes no code. You use PRG32-QT as a measuring instrument, because an optimisation that has not been measured is only an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Run the finished game in debug mode and start a game. Read the telemetry for ten seconds. Compare with the numbers of Part 3 that you wrote down at the beginning. Let the worm grow to twenty cells in both versions and read again: in one the cost grows with the worm, in the other it does not. Put a breakpoint on draw_changes and check that it stops once per step. Write the numbers down: they go into the description of your game.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call with the debugger. Stop on the call to to_decimal and read a0, a1, ra and sp. One step: the PC jumps into the function and ra holds the address of the instruction after the call. Step through: only temporaries change and sp never moves, because it is a leaf. At ret the PC takes the value of ra. Then do the same with draw_text: sp goes down by 16, ra is stored and comes back.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 205 into three digits, then each digit into its ASCII code by adding 0x30. Mind the order: offset 0 holds the hundreds.
For the lecturer: Answer: B. The characters '2', '0', '5': 0x32, 0x30, 0x35. The units are stored at offset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step every four frames means a speed of 256 divided by 4. Put that value into the formula of the speed and solve for the score.
For the lecturer: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instructions of the shortest path of verm1_draw, remembering that la is a pseudo-instruction and expands into two.
For the lecturer: Answer: B. la is two instructions, auipc and addi; then lw, beqz and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stack frame is for: saving ra when there is another call, and saving the registers that must be preserved. Does to_decimal need either?
For the lecturer: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to make the game yours. A pause with button B: a fourth state. A melody on the title screen, from a table of notes. Bonus food that is worth more and disappears. Your own colours, or your own rules. The version you will publish in the next lecture should contain something that is yours, starting from the title.
For the lecturer: Pause: a state PAUSED with transitions on the edge of B (0x20), and dirty = 2 at both transitions. Melody: an index and a frame counter in .data; the table is read like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follows: the eight parts of the file that did not change from Part 3. They are included so that this deck contains the whole program; keep them as they are in your file.
For the lecturer: Reference file for this part: verm1/verm1_part4.S (565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the reading of the buttons and the edge detector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new_game: the map is emptied and the worm is 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inside play_update: the masks of the buttons and the rule that forbids the U-turn, from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the stack frame and the lookup of the direction in the tables dx and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 random cell, tried again until it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which walks the ring backwards. It is now used only by draw_full, once per new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from cells to pixels: the same function since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.rodata section: the strings and the tables of the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all yours. It began as three functions that return and grew one runnable step at a time, and every part of the course is in it: numbers, logic, state, memory, calls, pixels, devices. One thing is missing: a program that only its author can run is half finished. The next lecture gives it a name, an icon and credits, and publishes it.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 extension: divu and remu,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1: the score in digits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a number to three characters.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to_decimal: divide by ten, three times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Contract: a0 = value, a1 = where the 3 characters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gives the digit, divu what is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stores a byte: offsets 2, 1, 0 from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leaf: only t registers, no frame at all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draw_score: two numbers, two texts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draw_score of Part 3: the marks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digits are written into a string in RAM</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best_txt+5: skip BEST and the space, five characters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string is drawn like any other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the variables of Part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.data of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strings that the program fills in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and erase: used in steps 3 and 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digits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the top line reads VERM1 000 and, on the right, BEST 000</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Play and eat: 001, 002, ...</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Lose: on the game-over screen BEST shows your score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score_txt in memory and read its bytes: 30 30 33 00 after three meals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score and the best score in digits; everything else as in Part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2: levels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speed becomes a function of the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two speeds instead of 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is replaced by a minimum and a maximum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one step every 8 frames at the start</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three steps every 8 frames at most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a speed that grows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speed = 32 + 4 x score: a shift and an add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ble and mv: the smaller of speed and 96</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rest is the timer you know</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limit is reached at 16 points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faster and faster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worm starts slower than in Part 3, and gains speed at every meal</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Count the frames between two steps with the debugger at score 0: eight</a:t>
            </a:r>
            <a:endParaRPr lang="en-US" sz="2400" dirty="0"/>
          </a:p>
        </p:txBody>
      </p:sp>
      <p:sp>
        <p:nvSpPr>
          <p:cNvPr id="8" name="Text 6"/>
          <p:cNvSpPr txBox="1"/>
          <p:nvPr/>
        </p:nvSpPr>
        <p:spPr>
          <a:xfrm>
            <a:off x="548640" y="3662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6443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Reach 16 points: the speed no longer changes</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Try SPEED_MAX = 256, if you dare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slow start, one step every 8 frames, and a visible acceleration over the first meals.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3: step tells what it changed</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Sounds, and the notes that draw will need.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play_note: one function, any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eat_sound with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caller chooses note and duration: a2 and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function fills in the other three arguments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remember the old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same part of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the cell the head is leaving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will repaint it in the colour of the body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there a cell to erase?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Eating: the tail stays, nothing to erase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says so to draw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note the tail, call the end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tail leaves a cell: remember which one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must paint it black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collision is now one call: game_is_over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 in Part 3, up to the two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end of the function is on the next slide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something changed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one step happened, draw has work</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meal: a point, new food, a short high note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and li a4, then call: arguments by contract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game_is_over: the transition, in one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 to OVER, and the best score, as in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a new screen must be drawn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long low note: 36, for 400 milliseconds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sound of defeat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game looks exactly as after step 2</a:t>
            </a:r>
            <a:endParaRPr lang="en-US" sz="2400" dirty="0"/>
          </a:p>
        </p:txBody>
      </p:sp>
      <p:sp>
        <p:nvSpPr>
          <p:cNvPr id="6" name="Text 4"/>
          <p:cNvSpPr txBox="1"/>
          <p:nvPr/>
        </p:nvSpPr>
        <p:spPr>
          <a:xfrm>
            <a:off x="548640" y="23530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347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meal sounds as before; biting yourself gives a long low note</a:t>
            </a:r>
            <a:endParaRPr lang="en-US" sz="2400" dirty="0"/>
          </a:p>
        </p:txBody>
      </p:sp>
      <p:sp>
        <p:nvSpPr>
          <p:cNvPr id="8" name="Text 6"/>
          <p:cNvSpPr txBox="1"/>
          <p:nvPr/>
        </p:nvSpPr>
        <p:spPr>
          <a:xfrm>
            <a:off x="548640" y="32491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088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watch erase_x and erase_y follow the tail, one step behind</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stays at 1 or 2: nobody reads it yet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No visible change: the screen is still drawn completely at every frame. The new variables are written and not yet used.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4: draw only what changed</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a whole screen per frame to a few cells per step.</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nothing, a little, or everything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0: return at once, no frame, no call</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1: a step happened, draw the changes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2: a new screen, draw it all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flag is cleared as soon as it is read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draw_changes: three cells and the score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cell the tail left, if any: black</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old head: body colour</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new head, the food, the score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order matters: the head is drawn after the erase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a whole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body of the old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score is drawn on the title screen too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the invitation, and nothing else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PLAY and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and the food, by their functions</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the two words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entry head_i of the ring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bright green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three lines that were inside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Now they have a name, and two callers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helper of Part 3, on a slide of its own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ask for the first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the title screen must be drawn once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a new state is a new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to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after the store of the state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new_game: and here too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to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before the return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finished Verm1</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Score 004, seven cells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end of a game</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same game as after step 3, pixel for pixel. If you see trails or holes, a change was not recorded: use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Step 5: measure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PRG32-QT as an instrument: count before you believe.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02 00 05</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32 30 35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35 30 32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cd 00 00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16</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about 50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thousands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can to_decimal do without a stack frame?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short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no function and uses only a and t registers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has no arguments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frames are optional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pause: button B stops the game and writes PAUSE; B again resumes. A fourth state</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melody on the title screen: a table of notes in .rodata, one note every 15 frames</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Bonus food: every fifth piece is yellow, worth three points, and disappears after 100 frames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Your own colours with prg32_palette_set, or your own rules: this is your game now</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version you publish in Lecture 23 should have something that is yours. Change the title string, too.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the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Eight parts of the file are those of Part 3: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(first half), play_update (steering), step (lookup),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update: buttons and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edge detector of Part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new_game: the map and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half of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play_update: steering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masks and the U-turn rule of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step: the table lookup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frame and the tables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random free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Used by draw_full only, once per new screen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From cells to pixels, since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Strings and tables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2026-10-12T11:28:39Z</dcterms:created>
  <dcterms:modified xsi:type="dcterms:W3CDTF">2026-10-12T11:28:39Z</dcterms:modified>
</cp:coreProperties>
</file>