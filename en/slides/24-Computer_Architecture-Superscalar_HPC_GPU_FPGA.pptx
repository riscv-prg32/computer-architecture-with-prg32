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a42593b-8adc-7b0f-a84e-0dd754f8c687}">
          <p14:sldIdLst>
            <p14:sldId id="256"/>
            <p14:sldId id="257"/>
          </p14:sldIdLst>
        </p14:section>
        <p14:section name="Warm-up on the machine" id="{d24b2a55-55a1-c24e-a10f-9371651b1e6a}">
          <p14:sldIdLst>
            <p14:sldId id="258"/>
            <p14:sldId id="259"/>
          </p14:sldIdLst>
        </p14:section>
        <p14:section name="Superscalar processors" id="{127869e6-338a-0913-9cb0-1fe3e902e3cb}">
          <p14:sldIdLst>
            <p14:sldId id="260"/>
            <p14:sldId id="261"/>
            <p14:sldId id="262"/>
            <p14:sldId id="263"/>
            <p14:sldId id="264"/>
          </p14:sldIdLst>
        </p14:section>
        <p14:section name="High-performance computing" id="{4cc92534-4bbc-713c-1245-780820cb0812}">
          <p14:sldIdLst>
            <p14:sldId id="265"/>
            <p14:sldId id="266"/>
            <p14:sldId id="267"/>
            <p14:sldId id="268"/>
          </p14:sldIdLst>
        </p14:section>
        <p14:section name="GPU accelerators" id="{5753ed7a-b02a-eae8-4e22-d04d0e53caf3}">
          <p14:sldIdLst>
            <p14:sldId id="269"/>
          </p14:sldIdLst>
        </p14:section>
        <p14:section name="FPGA accelerators" id="{4bd416ab-e8a7-7d15-1725-bd331e3d47f9}">
          <p14:sldIdLst>
            <p14:sldId id="270"/>
            <p14:sldId id="271"/>
          </p14:sldIdLst>
        </p14:section>
        <p14:section name="Back to the machine" id="{586fc684-35a9-1a86-9d61-8421cfac537a}">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lecture looks beyond the kit. Everything you have learned was learned on a small processor that executes one instruction at a time. The machines that forecast the weather or train a neural network execute the same kind of instructions, in very large numbers at once. The lecture takes one small loop of Verm1 and follows it onto four kinds of machine. Cray's question about oxen and chickens will come back: it has no single answer. This lecture is an outlook, and is not part of the midterm test.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Closing lecture and outlook, new in 2026/27: it has no Italian source. It starts from one loop of Verm1 and follows it onto four kinds of machine. It prepares the visit to the supercomputing systems of the Department. Not part of the midterm test. The RISC-V vector listings are tested on QEMU (tools/tests/vector_qemu.S); the CUDA and Verilog fragments are standard textbook forms that were not compiled for these slides. Figures for supercomputers are rounded and date from the TOP500 lists of 2022 to 2025: check the current list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Write the performance equation and say which of its factors each technique attacks. Explain how a superscalar, out-of-order processor executes several instructions per cycle. Read a loop written with the RISC-V vector extension. Describe a supercomputer, compute a speed-up with Amdahl's law and say why energy is the limit. And say what a GPU and an FPGA are good at, and what each costs the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a program takes is the product of three numbers: the instructions executed, the clock cycles each needs on average, and the duration of a cycle. Each factor can be attacked. Fewer instructions: better algorithms, richer instructions, vectors. Fewer cycles per instruction: pipelines and superscalar execution. A shorter cycle: faster transistors. And when one processor is not enough, more processors. Keep this equation in view: every machine of the lecture is a different answer to it.
UNDERSTAND NOW: the performance equation.
For the lecturer: The performance equation of Patterson and Hennessy. For the loop of the warm-up (code deck) on the kit: 3 840 instructions, about 1 cycle each, 6.25 nanoseconds per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simply raise the clock frequency? For thirty years each generation of transistors was smaller and faster without being hotter per unit of area. Around 2005 this stopped: a faster clock now means more heat than a chip can shed. Frequencies have stayed at a few gigahertz, and the additional transistors have been spent otherwise: wider processors, more cores, vector units, accelerators. Performance now comes from parallelism, from doing many things at once.
UNDERSTAND NOW: the performance equation.
For the lecturer: Moore's law (more transistors) went on; Dennard scaling (constant power density) ended. The 160 MHz of the kit is slow by choice: it costs milliwatts.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processor, in order of ambition. The multi-cycle processor completes one instruction before starting the next. The pipelined one has several instructions in flight, each in a different stage, and completes at most one per cycle: this is your kit. The superscalar in-order processor has two or more pipelines side by side. The superscalar out-of-order processor starts each instruction as soon as its operands are ready, and reaches four, six, eight instructions per cycle: it is in your laptop and in your phone.
UNDERSTAND NOW: superscalar processors.
For the lecturer: Lecture 19 introduced the pipeline and named superscalar processors in one line: this section opens that line. Width is the number of instructions the processor can start in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Out-of-order execution, in four stages. Instructions are fetched and decoded in order, several per cycle, into a window of tens or hundreds. Each result is given a fresh physical register: renaming. Each instruction executes as soon as its operands exist, wherever it is in the program. Finally the results are committed in program order, so that, seen from outside, nothing ever overtook. The model you learned, one instruction after another, is preserved exactly: only the timing changes.
UNDERSTAND NOW: superscalar processors.
For the lecturer: The algorithm is Tomasulo's, designed for the floating-point unit of the IBM System/360 Model 91 in 1967; the reorder buffer that commits in order came in the 1980s. The programmer's model, the one you learned, is preserved exactly: this is the contract of the instruction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wide processor meets a branch every few instructions and cannot wait to know its outcome. So it predicts: it guesses the direction from the history of that branch and continues along the guess. If the guess was right, nothing is lost; if it was wrong, the speculative work is thrown away. The loop of the warm-up jumps back 959 times and falls through once: a predictor learns it at once. Modern predictors are right far more than nine times out of ten.
UNDERSTAND NOW: superscalar processors.
For the lecturer: Speculative execution has a dark side: in 2018 the Spectre and Meltdown attacks showed that work thrown away can still leave traces in the cache that reveal secrets. Performance tricks are also security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processors of this kind exist. The first row is the core of your kit: in order, one instruction per cycle. The others are out-of-order cores: BOOM from Berkeley and XiangShan from the Chinese Academy of Sciences, both open source; the C910, the P550, Veyron, from companies. Because the instruction set is open, anyone may build such a core, and some are published as source code that you could read.
UNDERSTAND NOW: superscalar processors.
For the lecturer: BOOM is the Berkeley Out-of-Order Machine. Because the instruction set is open, anyone may build such a core, and several are published as source code that a student can read: this has no precedent among commercial architectures. The list ages quickly: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that organises the whole course. The architecture is the contract: the instructions, the registers, what each instruction does. The microarchitecture is one way of honouring the contract: stages, width, predictors, caches. The add you wrote for a microcontroller is the same add on a server core. Verm1 would run unchanged on any core of the previous slide. This is why an instruction set, once learned, is knowledge that lasts.
UNDERSTAND NOW: superscalar processors.
For the lecturer: The distinction that organises the whole course: Lectures 02 to 22 taught the architecture; the kit is one small microarchitecture.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supercomputer is not one enormous processor: it is thousands of ordinary computers, the nodes, working on the same problem. Each node has one or two processors with tens of cores, often several GPUs, and much memory. A very fast network joins the nodes, and a parallel file system serves them all. Speed is measured in floating-point operations per second on a standard problem, and the TOP500 list has ranked the fastest machines since 1993. The picture shows racks of nodes of the Research Computing Facilities of the University.
UNDERSTAND NOW: HPC and Amdahl's law.
For the lecturer: The benchmark is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Amdahl's law says how much parallelism can give. If a fraction p of the work can be done in parallel and the rest cannot, with n processors the speed-up is 1 divided by the serial part plus the parallel part divided by n. The serial part does not shrink however many processors are added. With p equal to 0.9 the speed-up can never exceed 10. The practical lesson: before buying processors, measure p.
UNDERSTAND NOW: HPC and Amdahl's law.
For the lecturer: Gene Amdahl, 1967. The same law holds for any improvement that applies to only a part of the work: a faster GPU does not help the part that runs on the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share the work. With shared memory, several cores of the same node see the same memory, and the program runs as threads that read and write the same variables; it is easy to start, and the danger is two threads writing the same variable. With distributed memory each node has its own memory, and the program runs as processes that exchange messages, with the MPI standard; it scales to a million cores, at the programmer's expense. Real applications use both.
UNDERSTAND NOW: HPC and Amdahl's law.
For the lecturer: Real applications use both: MPI between the nodes, threads and GPUs inside each node. The weather and marine models of the Department work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energy. An exascale machine draws about twenty megawatts, the consumption of a small town, and the electricity of its lifetime costs as much as the machine. So the figure that matters is operations per watt, which has its own ranking, the Green500. Specialised hardware leads it, because it does more with each joule. The same reason, at the other end of the scale, puts a small RISC-V core in your kit.
UNDERSTAND NOW: HPC and Amdahl's law.
For the lecturer: Frontier reached its exaflop at about 21 megawatts. Energy efficiency is the thread that ties a microcontroller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spending the same transistors. A CPU has a few large cores, each out of order, with predictors and big caches: it is built to finish one task as soon as possible, and is at ease with branches and irregular data. A GPU has thousands of small simple cores that execute the same code on different data: it is built to finish a great many tasks per second, and is at ease with regular arrays. Oxen and chickens: the answer depends on the field.
UNDERSTAND NOW: GPU and FPGA accelerators.
For the lecturer: Lecture 20 told the story from the video card to GPGPU. Cray's oxen and chickens: the answer depends on the field. The GPU is not faster at any single thing; it does more things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FPGA, field-programmable gate array, is a chip that becomes the circuit you describe. Inside there is a sea of small blocks: look-up tables, each able to be any function of a few inputs; a flip-flop beside each table; and wires with switches that can connect any block to any other. A configuration file, the bitstream, sets every table and every switch. Load another bitstream and the same chip is a different circuit. It does not execute a program: it is a circuit.
UNDERSTAND NOW: GPU and FPGA accelerators.
For the lecturer: The Xilinx XC2064, 1985. An FPGA does not execute a program: it becomes a circuit. Nothing is fetched or decoded; all the gates work at the same time.
Pictures: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compute, compared. Read the table by rows. A CPU is a few complex cores, programmed in any language, good at everything in moderation. A GPU is thousands of simple cores for regular data in bulk. An FPGA is a circuit you configure, for streams and low latency. An ASIC is a circuit made for one job. From left to right the work done per joule grows, and so does the effort required. Generality is paid in energy, efficiency in effort.
UNDERSTAND NOW: GPU and FPGA accelerators.
For the lecturer: Generality is paid in energy; efficiency is paid in effort. A modern system on a chip has all four: your phone holds CPU cores, a GPU, and fixed circuits for video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column of the table of Amdahl's law: with unlimited processors only the serial part remains.
Think of the example with the two halves that both used t0: what prevented them from running together, and what did renaming change?
For the lecturer: 1. Answer: B. With n unlimited, S = 1 / (1 - p) = 1 / 0.2 = 5.
2. Answer: C. Two unrelated values that share a name get different physical registers and can be computed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bytes are 256 bits? Divide the 960 bytes by that number.
Write the four stored bits as a truth table with inputs a and b, and recognise the function.
For the lecturer: 1. Answer: B. 256 bits are 32 bytes per turn: 960 / 32 = 30. The code does not change.
2. Answer: B. The output is 1 whenever at least one input is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of this lecture. Out-of-order execution is esecuzione fuori ordine; register renaming is ridenominazione dei registri; branch prediction is predizione dei salti. Shared memory and message passing are the two models of parallel programming. Several words, kernel, bitstream, soft core, are used in Italian as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One equation with three factors: every fast machine attacks one of them, or multiplies the processors. Superscalar out-of-order cores respect the contract of the instruction set and execute many instructions at once. Vectors, GPUs and clusters exploit data that can be processed independently, and Amdahl's law says how far that goes. FPGAs turn a description into a circuit. The course ends here: from a bit to a supercomputer, with a single instruction set.
Learning status, recap.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The course ends here: from a bit to a supercomputer, with one instruction set. Next: the visit to the Department's computing systems, and the presentation of the students'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One Core: Superscalar RISC‑V, HPC, GPUs and FPGAs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same instructions, on machines that execute many of them at once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“If you were plowing a field, which would you rather use: two strong oxen or 1024 chickens?”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performance equation and say which factor each technique attacks</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superscalar, out-of-order processor executes several instructions per cycle, and name RISC-V cores that do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loop written with the RISC-V vector extension</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supercomputer, compute a speed-up with Amdahl's law, and say why energy is the limit</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GPU and an FPGA are good at, and what each costs the programmer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 instructions x cycles per instruction x clock period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time a program takes is the product of three numbers</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can be attacked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instructions: better algorithms, richer instructions, vectors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cycles per instruction: pipelines, superscalar execution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shorter cycle: faster transistors, deeper pipelines</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when one processor is not enough: more processors working together</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machine of this lecture is a different answer to the same equation</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instructions, CPI cycles per instruction, t seconds per cycle</a:t>
            </a:r>
            <a:endParaRPr lang="en-US" sz="1900" dirty="0"/>
          </a:p>
        </p:txBody>
      </p:sp>
      <p:sp>
        <p:nvSpPr>
          <p:cNvPr id="14"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5"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7"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not simply a faster clock?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thirty years each new generation of transistors was smaller, faster and no hotter per square millimetre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Around 2005 that stopped: smaller transistors still arrive, but a faster clock means more heat than a chip can shed</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Clock frequencies have stayed at a few gigahertz ever since</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extra transistors went elsewhere: wider processors, more cores, vector units, accelerators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now comes from doing many things at once: from parallelism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end of the free lunch: clocks stop at a few gigahertz, cores multiply</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one at a time to many at once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works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Instructions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instruction completes before the next begins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less than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machine of 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Pipelined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several instructions in flight, each in a different stage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ESP32-C6 of the kit: four stages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in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or more pipelines side by side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2 or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application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out of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instructions run as soon as their operands are ready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laptops, phones, servers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Out-of-order execution</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Fetch and decode, in order</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Several instructions per cycle enter a window of tens or hundreds of instructions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Rename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result gets a fresh physical register, so that two uses of the name t0 no longer collide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Execute when ready</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instruction starts as soon as its operands exist, whatever its position in the program</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order</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Results become official in program order: seen from outside, nothing ever overtook</a:t>
            </a:r>
            <a:endParaRPr lang="en-US" sz="1900" dirty="0"/>
          </a:p>
        </p:txBody>
      </p:sp>
      <p:sp>
        <p:nvSpPr>
          <p:cNvPr id="22" name="Shape 20"/>
          <p:cNvSpPr/>
          <p:nvPr/>
        </p:nvSpPr>
        <p:spPr>
          <a:xfrm>
            <a:off x="8222056" y="91440"/>
            <a:ext cx="3420999" cy="274320"/>
          </a:xfrm>
          <a:prstGeom prst="rect">
            <a:avLst/>
          </a:prstGeom>
          <a:solidFill>
            <a:srgbClr val="E0F2FE"/>
          </a:solidFill>
          <a:ln w="12700">
            <a:solidFill>
              <a:srgbClr val="0369A1"/>
            </a:solidFill>
            <a:prstDash val="solid"/>
          </a:ln>
        </p:spPr>
      </p:sp>
      <p:sp>
        <p:nvSpPr>
          <p:cNvPr id="23" name="Shape 21"/>
          <p:cNvSpPr/>
          <p:nvPr/>
        </p:nvSpPr>
        <p:spPr>
          <a:xfrm>
            <a:off x="8222056"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5" name="Text 2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Guessing the future: branch prediction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wide processor meets a branch every few instructions: it cannot wait to know the outcome</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predicts the direction from the history of that branch, and goes on executing along the guess</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right guess costs nothing; a wrong one throws away the speculative work and starts again</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of the warm-up branches back 959 times and falls through once: easy to predict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Modern predictors are right far more than nine times out of ten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is taken 959 times and not taken once: a predictor learns it in the first turns</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goes superscalar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From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HP core of the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order, four stages, one instruction per cycle: your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University of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for research and teaching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Chinese Academy of Sciences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high performance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released as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thirteen stages; sold as a design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for data centres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architecture, many microarchitectures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Architecture and microarchitecture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architecture is the contract: instructions, registers, what each instruction does. The microarchitecture is one way to honour it: stages, width, predictors, caches.</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add you wrote for a 160 MHz microcontroller is the add of a server core</a:t>
            </a:r>
            <a:endParaRPr lang="en-US" sz="2400" dirty="0"/>
          </a:p>
        </p:txBody>
      </p:sp>
      <p:sp>
        <p:nvSpPr>
          <p:cNvPr id="8" name="Shape 6"/>
          <p:cNvSpPr/>
          <p:nvPr/>
        </p:nvSpPr>
        <p:spPr>
          <a:xfrm>
            <a:off x="548640" y="4859274"/>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73735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would run unchanged on any of the cores of the previous slide, given a screen</a:t>
            </a:r>
            <a:endParaRPr lang="en-US" sz="2400" dirty="0"/>
          </a:p>
        </p:txBody>
      </p:sp>
      <p:sp>
        <p:nvSpPr>
          <p:cNvPr id="10" name="Shape 8"/>
          <p:cNvSpPr/>
          <p:nvPr/>
        </p:nvSpPr>
        <p:spPr>
          <a:xfrm>
            <a:off x="548640" y="592226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This is why an instruction set learned once is knowledge that lasts</a:t>
            </a:r>
            <a:endParaRPr lang="en-US" sz="2400" dirty="0"/>
          </a:p>
        </p:txBody>
      </p:sp>
      <p:sp>
        <p:nvSpPr>
          <p:cNvPr id="12"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3"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5"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is a supercomputer?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 one enormous processor: thousands of ordinary computers, the nodes, working on the same problem</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node has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one or two processors with tens of cores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often several GPUs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great deal of memory</a:t>
            </a:r>
            <a:endParaRPr lang="en-US" sz="2100" dirty="0"/>
          </a:p>
        </p:txBody>
      </p:sp>
      <p:sp>
        <p:nvSpPr>
          <p:cNvPr id="7" name="Shape 5"/>
          <p:cNvSpPr/>
          <p:nvPr/>
        </p:nvSpPr>
        <p:spPr>
          <a:xfrm>
            <a:off x="548640" y="371589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721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very fast network joins the nodes, and a parallel file system serves them all</a:t>
            </a:r>
            <a:endParaRPr lang="en-US" sz="2100" dirty="0"/>
          </a:p>
        </p:txBody>
      </p:sp>
      <p:sp>
        <p:nvSpPr>
          <p:cNvPr id="9" name="Shape 7"/>
          <p:cNvSpPr/>
          <p:nvPr/>
        </p:nvSpPr>
        <p:spPr>
          <a:xfrm>
            <a:off x="548640" y="45053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664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 is measured in floating-point operations per second, FLOPS, on a standard problem: a huge system of linear equations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TOP500 list has ranked the fastest machines twice a year since 1993</a:t>
            </a:r>
            <a:endParaRPr lang="en-US" sz="21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Racks of nodes: the Research Computing Facilities of the University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Amdahl's law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with n processors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where p is the fraction of the work that can be done in parallel.</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serial fraction, 1 - p, does not shrink however many processors you add</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p = 0.9 the speed-up can never exceed 10, even with a million processors</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Before buying processors, measure p</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share the work</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Shared memory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cores of one node see the same memory</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threads that read and write the same variables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Easy to start: OpenMP adds one line above a loop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danger: two threads writing the same variable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Distributed memory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node has its own memory; nothing is shared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processes that send each other messages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the Message Passing Interface, is the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It scales to a million cores, and the programmer pays for it</a:t>
            </a:r>
            <a:endParaRPr lang="en-US" sz="21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limit is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exascale machine draws about twenty megawatts: the consumption of a small town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electricity of its lifetime costs as much as the machine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the figure that matters is operations per watt, and it has its own ranking: the Green500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GPUs and other accelerators lead it: specialised hardware does more with each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reason puts a small RISC-V core in your kit: milliwatts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for 10^18 operations per second: about 50 billion operations per joule</a:t>
            </a:r>
            <a:endParaRPr lang="en-US" sz="1900" dirty="0"/>
          </a:p>
        </p:txBody>
      </p:sp>
      <p:sp>
        <p:nvSpPr>
          <p:cNvPr id="16"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7"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9"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spend transistors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few large cores: tens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one out of order, with predictors and big caches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one task as soon as possible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branches and irregular data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Thousands of small, simple cores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executing the same code on different data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a million tasks per second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regular arrays: pixels, matrices, grids</a:t>
            </a:r>
            <a:endParaRPr lang="en-US" sz="2100" dirty="0"/>
          </a:p>
        </p:txBody>
      </p:sp>
      <p:sp>
        <p:nvSpPr>
          <p:cNvPr id="9" name="Shape 7"/>
          <p:cNvSpPr/>
          <p:nvPr/>
        </p:nvSpPr>
        <p:spPr>
          <a:xfrm>
            <a:off x="8025079" y="91440"/>
            <a:ext cx="3617976" cy="274320"/>
          </a:xfrm>
          <a:prstGeom prst="rect">
            <a:avLst/>
          </a:prstGeom>
          <a:solidFill>
            <a:srgbClr val="E0F2FE"/>
          </a:solidFill>
          <a:ln w="12700">
            <a:solidFill>
              <a:srgbClr val="0369A1"/>
            </a:solidFill>
            <a:prstDash val="solid"/>
          </a:ln>
        </p:spPr>
      </p:sp>
      <p:sp>
        <p:nvSpPr>
          <p:cNvPr id="10" name="Shape 8"/>
          <p:cNvSpPr/>
          <p:nvPr/>
        </p:nvSpPr>
        <p:spPr>
          <a:xfrm>
            <a:off x="802507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2" name="Text 9"/>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chip that becomes the circuit you describe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Inside: a sea of small programmable blocks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look-up tables, each able to be any function of a few inputs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flip-flops, one beside each table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wires and switches that can join any block to any other</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configuration file, the bitstream, sets every table and every switch</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 another bitstream and the same chip is another circuit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First sold in 1985; today from a few euros to boards for data centres</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FPGA development board: the large chip is the FPGA</a:t>
            </a:r>
            <a:endParaRPr lang="en-US" sz="1200" dirty="0"/>
          </a:p>
        </p:txBody>
      </p:sp>
      <p:sp>
        <p:nvSpPr>
          <p:cNvPr id="15" name="Shape 12"/>
          <p:cNvSpPr/>
          <p:nvPr/>
        </p:nvSpPr>
        <p:spPr>
          <a:xfrm>
            <a:off x="8025079" y="91440"/>
            <a:ext cx="3617976" cy="274320"/>
          </a:xfrm>
          <a:prstGeom prst="rect">
            <a:avLst/>
          </a:prstGeom>
          <a:solidFill>
            <a:srgbClr val="E0F2FE"/>
          </a:solidFill>
          <a:ln w="12700">
            <a:solidFill>
              <a:srgbClr val="0369A1"/>
            </a:solidFill>
            <a:prstDash val="solid"/>
          </a:ln>
        </p:spPr>
      </p:sp>
      <p:sp>
        <p:nvSpPr>
          <p:cNvPr id="16" name="Shape 13"/>
          <p:cNvSpPr/>
          <p:nvPr/>
        </p:nvSpPr>
        <p:spPr>
          <a:xfrm>
            <a:off x="802507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53095" y="128016"/>
            <a:ext cx="201168" cy="201168"/>
          </a:xfrm>
          <a:prstGeom prst="rect">
            <a:avLst/>
          </a:prstGeom>
        </p:spPr>
      </p:pic>
      <p:sp>
        <p:nvSpPr>
          <p:cNvPr id="18" name="Text 1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ways to compute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GPU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FPGA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ASIC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few complex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thousands of simple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you configure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made for one job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Programmed 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any language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kernels: CUDA, OpenCL, SYCL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Verilog, VHDL, HLS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same, then a factory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Strong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everything, moderately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regular data in bulk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streams, low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thing, perfectly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Work per joule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Effort to 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medium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Change of mind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bitstream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25079" y="91440"/>
            <a:ext cx="3617976" cy="274320"/>
          </a:xfrm>
          <a:prstGeom prst="rect">
            <a:avLst/>
          </a:prstGeom>
          <a:solidFill>
            <a:srgbClr val="E0F2FE"/>
          </a:solidFill>
          <a:ln w="12700">
            <a:solidFill>
              <a:srgbClr val="0369A1"/>
            </a:solidFill>
            <a:prstDash val="solid"/>
          </a:ln>
        </p:spPr>
      </p:sp>
      <p:sp>
        <p:nvSpPr>
          <p:cNvPr id="5" name="Shape 2"/>
          <p:cNvSpPr/>
          <p:nvPr/>
        </p:nvSpPr>
        <p:spPr>
          <a:xfrm>
            <a:off x="802507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7" name="Text 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program is 80% parallel. What is the largest speed-up that any number of processors can give?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register renaming remove?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branches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need for a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false dependences between uses of the same register name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cache misses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256-bit vector registers, how many turns does the vector loop need for the 960 bytes?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two-input look-up table stores, for inputs 00, 01, 10, 11, the bits 0, 1, 1, 1. Which gate is 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equation, three factors: every fast machine attacks one of them, or multiplies processors</a:t>
            </a:r>
            <a:endParaRPr lang="en-US" sz="2200" dirty="0"/>
          </a:p>
        </p:txBody>
      </p:sp>
      <p:sp>
        <p:nvSpPr>
          <p:cNvPr id="5" name="Shape 3"/>
          <p:cNvSpPr/>
          <p:nvPr/>
        </p:nvSpPr>
        <p:spPr>
          <a:xfrm>
            <a:off x="548640" y="2390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42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Superscalar, out-of-order cores keep the contract of the instruction set and execute many instructions at once</a:t>
            </a:r>
            <a:endParaRPr lang="en-US" sz="22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11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Vectors, GPUs and clusters exploit data that can be processed independently; Amdahl's law says how far that goes</a:t>
            </a:r>
            <a:endParaRPr lang="en-US" sz="2200" dirty="0"/>
          </a:p>
        </p:txBody>
      </p:sp>
      <p:sp>
        <p:nvSpPr>
          <p:cNvPr id="9" name="Shape 7"/>
          <p:cNvSpPr/>
          <p:nvPr/>
        </p:nvSpPr>
        <p:spPr>
          <a:xfrm>
            <a:off x="548640" y="41244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1802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FPGAs turn a description into a circuit: the logic of this course, at scale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chapters 4 and 6</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top500.org; the RISC-V vector specification at riscv.org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dc:title>
  <dc:subject>Lecture 24</dc:subject>
  <dc:creator>Raffaele Montella</dc:creator>
  <cp:lastModifiedBy>Raffaele Montella</cp:lastModifiedBy>
  <cp:revision>1</cp:revision>
  <dcterms:created xsi:type="dcterms:W3CDTF">2026-10-16T16:46:57Z</dcterms:created>
  <dcterms:modified xsi:type="dcterms:W3CDTF">2026-10-16T16:46:57Z</dcterms:modified>
</cp:coreProperties>
</file>