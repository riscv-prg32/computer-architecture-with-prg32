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84a7d2-913a-8a6c-7ccf-e1ea70c18ced}">
          <p14:sldIdLst>
            <p14:sldId id="256"/>
            <p14:sldId id="257"/>
          </p14:sldIdLst>
        </p14:section>
        <p14:section name="Instructions" id="{8b45628e-031b-e973-33ed-82d449419ead}">
          <p14:sldIdLst>
            <p14:sldId id="258"/>
            <p14:sldId id="259"/>
            <p14:sldId id="260"/>
          </p14:sldIdLst>
        </p14:section>
        <p14:section name="The processor cycle" id="{553ec27d-88c0-17b1-40d2-47c24d189596}">
          <p14:sldIdLst>
            <p14:sldId id="261"/>
            <p14:sldId id="262"/>
          </p14:sldIdLst>
        </p14:section>
        <p14:section name="Interrupts" id="{69ab9ba3-b130-78d5-b80a-50c6230f5e7e}">
          <p14:sldIdLst>
            <p14:sldId id="263"/>
            <p14:sldId id="264"/>
            <p14:sldId id="265"/>
            <p14:sldId id="266"/>
            <p14:sldId id="267"/>
          </p14:sldIdLst>
        </p14:section>
        <p14:section name="The RISC-V solution" id="{895c0349-01d5-bf8d-e433-6d80b5ba014d}">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carry it out. The second explains what happens when something more urgent than the current program arrives, a timer, a device, an error, and the processor must leave what it is doing and come back later. The joke on the cover is nearly true, as you will see.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Describe an instruction as an operation code with operands. Decode a RISC-V instruction by hand. Follow an instruction through the five phases of the processor cycle. Explain what a pipeline is and why it speeds a processor up. Define interrupt, exception and trap, three words that RISC-V uses precisely. And describe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has four families of instructions: transfers between memory and registers, arithmetic and logic, control of flow, and input/output. An instruction is an operation code, the opcode, which says what to do, followed by zero or more operands, which say on what. An operand can be a constant written inside the instruction, an immediate; a memory location; or a register. Some operands are implicit: an accumulator machine does not name the accumulator. Instructions have from zero to three operands.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formats of RISC-V. All instructions are 32 bits long, divided into fields. In the R format, for operations between registers, there are three register numbers of five bits, rs1, rs2 and rd, and three fields that select the operation. In the I format the second source register is replaced by a 12-bit immediate. S and B, for stores and branches, split the immediate in two pieces. U and J carry a 20-bit immediate. Notice the regularity: the opcode is always in the lowest seven bits, and the registers are always in the same positions.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way of finding an operand. RISC-V has four. Immediate: the operand is a constant inside the instruction. Register: it is the content of a register. Base plus displacement: it is the memory word at the address given by a register plus a constant, the only way to reach memory. PC-relative: an address at a certain distance from the instruction itself, used by branches. Memory-indirect addressing, where the address itself is in memory, does not exist: it takes two loads.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advances. Decode: the opcode is recognised and the registers named in the instruction are read. Execute: the ALU computes a result, an address or a comparison. Memory: loads read the memory, stores write it, the other instructions do nothing here. Write back: the result is written in the destination register. After the initial bootstrap, the processor repeats this cycle for ever.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its own hardware, the phases of different instructions can overlap. In the table, each row is an instruction and each column a clock cycle: while the first instruction is in execution, the second is being decoded and the third fetched. Each instruction still takes five cycles, but one finishes at every cycle: this is the pipeline, the same idea as an assembly line. Superscalar processors put several pipelines side by side. The main core of the kit has a pipeline of four stages.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only fetched, decoded and executed would have three problems. Communication with devices would be inefficient: the program would have to keep asking each device whether it has something to say. A program that entered an endless loop by mistake, like the j loop on the slide, could never be removed. And the operating system would have little control over the machine. All three have the same solution: a way to take the processor away from the running program.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program in execution, that require the attention of the processor. RISC-V uses three distinct words. An interrupt comes from outside the program, at any moment: a timer, a device. An exception is caused by the instruction being executed: an illegal opcode, a forbidden address. A trap is the transfer of control to a handler, whatever caused it. Other processors use these words more loosely.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not, it goes back to fetch. If so, it takes the trap: it passes to the privileged state and starts executing a routine of the system, the handler. When the handler finishes, the suspended program resumes as if nothing had happened. Follow the two paths on the diagram: the short loop is the normal case.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to share the processor among programs. An I/O interrupt, with which a peripheral reports that it is ready. Errors in the program, such as an instruction that does not exist: these are the exceptions. Faults of the system: power, temperature. Reset, which brings everything back to a known state. And the software interrupt, with which a program asks the operating system for a service: in RISC-V it is the instruction ecall.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least the address at which to resume. Identify the cause. Jump to the entry point of the interrupt service routine. Save the context, software part: the registers the routine is going to use. Serve the interrupt. Finally restore the context and resume the suspended program at the instruction after the last one executed. The context is everything that the interrupted program needs to find unchanged.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has one enable bit for each source, mip one pending bit for each source. mepc receives, at each trap, the address of the interrupted instruction. mcause receives the cause. The middle column matters: some registers are written by the firmware to configure the mechanism, others by the hardware when a trap occurs.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hardware does at a trap, in order. It writes in mepc the address of the interrupted instruction. It writes the cause in mcause. It copies MIE into MPIE and clears MIE, so that further interrupts are disabled. It passes to machine mode. It loads the PC with the address in mtvec. Nothing is saved on a stack: the general registers are left to the handler. The instruction mret, at the end of the handler, undoes everything: MIE gets MPIE back and the PC gets mepc.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says whether it was an interrupt or an exception; the rest is a code. The three interrupts, highlighted: software, timer, and external, that is a device. Among the exceptions: illegal instruction, breakpoint, access fault on a load or a store, and ecall. The same number can appear in both families with different meanings, which is why the top bit is needed. The breakpoint row explains how a debugger such as that of PRG32-QT stops your program.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happens on the kit. A timer interrupts the processor a hundred times per second, and the firmware uses it to keep time and pace the frames. The display and the audio interrupt when they want more data. The radio interrupts when a packet arrives, which is why you can upload a cartridge while a game runs. Your init, update and draw are ordinary functions that run between interrupts. And a cartridge stuck in a loop does not stop the interrupts: PRG32-QT reports an error; on the board a watchdog reports the stall.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slide of the formats: one field is in the same place in all four rows.
Addresses count bytes. How many bytes does a 32-bit instruction occupy?
For the lecturer: 1. Answer: B. Bits 6 to 0, in every format: the processor always knows where to look first.
2.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are in play: one holds the address of the handler, one the cause, one the address at which to resume. ra belongs to function calls, not to traps.
Use the definition: an exception is caused by the instruction being executed, an interrupt comes from outside at an arbitrary moment. Three of the four events come from outside.
For the lecturer: 1. Answer: C. mepc, written by the hardware at the trap and used by mret. mtvec holds the address of the handler.
2.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 temporarily from being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and its operands; in RISC-V always 32 bits in six regular formats. The length of the instructions determines how the PC moves. The processor has a cycle: fetch, decode, execute, write the result. Exceptional events break the cycle: the processor saves where it was, serves the event and resumes. Interrupts can be enabled, masked and ordered by priority, and RISC-V does it with a handful of registers and mret. The next lecture leaves the processor for the buses and the video card.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which bits of a RISC-V instruction is the 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most significant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seven least significant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bits 14 to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depends on the format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timer expires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key is pressed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illegal instruction is fetched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packet arrives from the network</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length of the instructions, fixed or variable, determines how the PC behaves</a:t>
            </a:r>
            <a:endParaRPr lang="en-US" sz="1900" dirty="0"/>
          </a:p>
        </p:txBody>
      </p:sp>
      <p:sp>
        <p:nvSpPr>
          <p:cNvPr id="7" name="Shape 5"/>
          <p:cNvSpPr/>
          <p:nvPr/>
        </p:nvSpPr>
        <p:spPr>
          <a:xfrm>
            <a:off x="548640" y="27666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8351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5469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6379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2026-10-13T08:56:24Z</dcterms:created>
  <dcterms:modified xsi:type="dcterms:W3CDTF">2026-10-13T08:56:24Z</dcterms:modified>
</cp:coreProperties>
</file>