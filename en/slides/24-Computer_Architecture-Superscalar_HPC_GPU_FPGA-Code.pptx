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1f478a5-9c34-f0c0-df6f-8d993d9837e9}">
          <p14:sldIdLst>
            <p14:sldId id="256"/>
            <p14:sldId id="257"/>
          </p14:sldIdLst>
        </p14:section>
        <p14:section name="Warm-up on the machine" id="{133957aa-7672-48e3-efb6-0b5355f5c776}">
          <p14:sldIdLst>
            <p14:sldId id="258"/>
          </p14:sldIdLst>
        </p14:section>
        <p14:section name="Superscalar processors" id="{f0f58b47-892e-8d89-bd46-bed0b2843706}">
          <p14:sldIdLst>
            <p14:sldId id="259"/>
            <p14:sldId id="260"/>
          </p14:sldIdLst>
        </p14:section>
        <p14:section name="Vectors: one instruction, many data" id="{705cb46c-3224-479e-b378-6185a91b5192}">
          <p14:sldIdLst>
            <p14:sldId id="261"/>
            <p14:sldId id="262"/>
          </p14:sldIdLst>
        </p14:section>
        <p14:section name="GPU accelerators" id="{593e353b-041a-ec31-ece5-e21954c74f1e}">
          <p14:sldIdLst>
            <p14:sldId id="263"/>
          </p14:sldIdLst>
        </p14:section>
        <p14:section name="FPGA accelerators" id="{296b3a3f-16da-5666-a1af-8f8085d6dace}">
          <p14:sldIdLst>
            <p14:sldId id="264"/>
          </p14:sldIdLst>
        </p14:section>
        <p14:section name="Back to the machine" id="{8bd15fd4-ecf2-aeb3-1afb-9fb00cd18b72}">
          <p14:sldIdLst>
            <p14:sldId id="265"/>
          </p14:sldIdLst>
        </p14:section>
        <p14:section name="The complete program" id="{664a1e07-7f97-ef67-ebe8-4cdbd77886fa}">
          <p14:sldIdLst>
            <p14:sldId id="266"/>
            <p14:sldId id="267"/>
            <p14:sldId id="268"/>
            <p14:sldId id="269"/>
          </p14:sldIdLst>
        </p14:section>
        <p14:section name="Run it and test it" id="{a0f335ac-bd4c-dd07-a21b-00267abf0e04}">
          <p14:sldIdLst>
            <p14:sldId id="270"/>
            <p14:sldId id="271"/>
            <p14:sldId id="272"/>
            <p14:sldId id="273"/>
            <p14:sldId id="274"/>
            <p14:sldId id="275"/>
          </p14:sldIdLst>
        </p14:section>
        <p14:section name="Exercises" id="{e22a14f3-40a5-f8eb-df1a-f30010c0790c}">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24.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~/arc12/code/l24.S; tools/tests/cartridges/run.py builds it, runs it on PRG32-QT with scripted input and checks the pixels of the frame.
For the lecturer: Get the code once: git clone https://github.com/riscv-prg32/computer-architecture-with-prg32 ~/arc12. The program of this lecture is ~/arc12/code/l24.S;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that empties the map in new_game: 960 bytes set to zero. Four instructions per turn: a store of one byte, the increment of the address, the decrement of the counter, the branch back. In all 3,840 instructions, one byte at a time, one instruction at a time. On the kit it takes about 24 microseconds, and nobody needs it faster. It is chosen because it is small enough to be followed onto every machine of today. In how many ways can it be made faster?
For the lecturer: The processor cycle of Lecture 19. At best one instruction per clock cycle, and 160 million cycles per second on the kit: about 24 microseconds. Nobody needs this loop to be faster; it is small enough to follow onto every machine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gets in the way. The second instruction uses t0, which the first is still computing: it cannot run beside it. This is a data dependence. The third depends on nobody, and yet in an in-order processor it waits behind the second. The fourth is a branch: until it is resolved the processor does not know whether the fifth must be executed. This is a control dependence. Real programs are full of such chains, so width alone is not enough.
For the lecturer: Data dependences, control dependences. An in-order superscalar stalls at i2 and everything behind it waits. The remedy is to let i3 overtake.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Register renaming on an example. On the left the code as written: two halves, each loading a word, incrementing it and storing it back, and both using t0. The second half reuses the name, not the value: it is a false dependence. On the right, after renaming, each new value has its own physical register, and the two halves share nothing, so they can execute at the same time. The thirty-two registers you know are names; the chip has a few hundred registers.
For the lecturer: A false dependence: the same name for two unrelated values. p41 to p44 are invented numbers of physical registers. A big core has a few hundred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loop with the vector extension. v0 is a vector register, many bytes wide, filled with zeros. In each turn vsetvli asks: of the bytes still to do, how many fit in a register? The answer goes in t2. vse8.v stores that many bytes with a single instruction, and the address and the counter advance by t2. With 128-bit registers a turn handles 16 bytes: 60 turns instead of 960. The code never states the width of the registers, so the same program works with any width.
For the lecturer: The V extension, ratified in 2021. Not on the kit: the ESP32-C6 is RV32IMAC. The code never says how wide the registers are: it is vector-length agnostic, and the same binary uses 128, 256 or 1024 bits. Tested on QEMU at 128, 256, 512 and 1024 bits by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 lane by lane. A vector register holds several words, each in its own lane. vle32.v loads several words at once; vadd.vv adds two registers lane by lane, so that v1 accumulates as many partial sums as there are lanes. At the end vredsum adds the lanes together into one number. With the sixteen numbers from 1 to 16 the result is 136. It is the parallel sum you saw as a picture in Lecture 04, now as instructions.
For the lecturer: The parallel sum of Lectures 04 and 20, in RISC-V. tu, tail undisturbed, keeps the partial sums of the lanes that the last turn does not use. Tested on QEMU together with the previous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of Verm1 on a GPU. The function marked as kernel runs once in every thread. Each thread first computes who it is, its index i, from the number of its block and its position in the block; then, if the index is inside the map, it clears its own cell. There is no loop: there are 960 threads. The last line, on the host, launches four blocks of 256 threads. For 960 bytes the two copies cost far more than the work: this example shows the form, not a gain.
For the lecturer: CUDA C, in its usual textbook form; not compiled for these slides. The point of the last callout is serious: a GPU pays off when the data are large and the work per element is real. Ask: for which size of map would it be worth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of Verm1 that forbids the U-turn, written as hardware. Verilog is a language that describes circuits, not sequences of steps. The module has two inputs of two bits, the current direction and the one requested, and one output. The line with assign is a wire that is always true: the output is 1 when the XOR of the two directions equals binary 10. There is no before and after. On the kit the same rule took three instructions.
For the lecturer: A hardware description language: Verilog, or VHDL. Not synthesised for these slides. The xor, li, beq of Part 2 become gates that answer in a fraction of a nanosecond, continuously. Ask the students to draw the circuit: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Emptying the 960 cells of the map. On the kit: one byte per turn, 3,840 cycles. On an out-of-order RISC-V core: the same binary, in a fraction of those cycles. With 128-bit vectors: 60 turns. On a GPU: one launch of 960 threads, plus two copies. On an FPGA: 960 flip-flops with a common reset, one clock cycle. The work is the same; what changes is how much of it happens at the same time, and what it costs to obtain it. The engineer's question is not which is fastest, but which is enough.
For the lecturer: The work is the same; what changes is how much of it happens at the same time. And the costs: the first row needs a two-euro chip and four lines of assembly; the last needs a hardware design. The engineer's question is never which is fastest, but which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code/l24.S,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vector listings of this lecture cannot run on the kit, whose processor has no V extension. They are tested on a bare emulated processor instead: the commands build one binary and run it with four vector lengths. The exit code is the result.
For the lecturer: Run by the tests (tools/tests/run_all.sh, step vectors). On macOS there is no timeout command: if a listing loops for ever, stop QEMU with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Fill in the Amdahl table for p = 0.95. Draw the pipeline diagram of a three-wide processor for nine independent instructions. Rename the registers of a fragment of Verm1 and say which instructions could run in the same cycle. Write the truth table of a four-input look-up table for the U-turn rule. And build the vector test and run it on QEMU with two different widths: why does the same binary work?
For the lecturer: QEMU: qemu-system-riscv32 -machine virt -cpu rv32,v=true,vlen=128; the build command is in tools/tests/README.md. The four ones of the table: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24: Beyond one core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900" b="1" dirty="0">
                <a:solidFill>
                  <a:srgbClr val="FFFFFF"/>
                </a:solidFill>
                <a:latin typeface="Cambria" pitchFamily="34" charset="0"/>
                <a:ea typeface="Cambria" pitchFamily="34" charset="-122"/>
                <a:cs typeface="Cambria" pitchFamily="34" charset="-120"/>
              </a:rPr>
              <a:t>Beyond One Core: Superscalar RISC‑V, HPC, GPUs and FPGAs: the code</a:t>
            </a:r>
            <a:endParaRPr lang="en-US" sz="39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24-Computer_Architecture-Superscalar_HPC_GPU_FPGA.pptx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rcf_cluster.jpg">    </p:cNvPr>
          <p:cNvPicPr>
            <a:picLocks noChangeAspect="1"/>
          </p:cNvPicPr>
          <p:nvPr/>
        </p:nvPicPr>
        <p:blipFill>
          <a:blip r:embed="rId1"/>
          <a:stretch>
            <a:fillRect/>
          </a:stretch>
        </p:blipFill>
        <p:spPr>
          <a:xfrm>
            <a:off x="8716975" y="4686243"/>
            <a:ext cx="2834640" cy="960234"/>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7 listings of Lecture 24,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code/l24.S, 72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loop that empties the map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From new_game of Verm1: 960 bytes set to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Four instructions per byte: 3 840 instructions in all</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One byte at a time, one instruction at a time</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How many ways are there to make this faster?</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gets in the way: dependences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i2 cannot run beside i1: it uses its result</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i3 depends on nobody: why should it wait?</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After a branch the processor does not know what comes next</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Real code is full of such chains: width alone is not enough</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 renaming: thirty-two names, many registers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second half reuses the name t0, not its value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Renamed, the two halves share nothing</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They can run at the same time, on different registers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The 32 registers you know are names; the chip has many more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same loop, with vectors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is a vector register: many bytes wide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asks: how many of the bytes left fit? The answer is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stores t2 bytes with one instruction</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128-bit registers: 16 bytes per turn, 60 turns instead of 960</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sum, lane by lane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vle32.v loads several words at once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vadd.vv adds register to register, lane by lane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At the end vredsum adds the lanes together</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Sixteen numbers, 1 to 16: the result is 136</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of Verm1, one thread per 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There is no loop: there are 960 threads</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Each thread computes its own index and does one store</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Threads come in blocks; the last ones find nothing to do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For 960 bytes the copies cost far more than the work</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of Verm1, as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a language that describes circuits, not steps</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is a wire, always true: there is no before and after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Two XOR gates and an AND with one inverted input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the kit this rule took three instructions and three cycles</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Emptying the map of Verm1: 960 cells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Machine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Steps in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The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byte per turn, one instruction per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Out-of-order RISC-V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binary; several instructions per cycle, the branch predicted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fraction of those cycles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with vectors, 128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bytes per 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turns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threads, one per cell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launch, plus two copies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flip-flops with a common reset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clock cycle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first three rows are the same instruction set. The first and the third were run for these slides.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l24.S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green square: the 960 bytes of the map, filled with ones by init, were all set to zero by the four-instruction loop of the lecture. A red square would mean that some byte survived.</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vector listings: test them on upstream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kit has no vector extension: these listings run on a bare emulated RV32 with V</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Exit code 0: every check passed; any other value is the number of the failing check</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binary passes with registers of 128, 256, 512 and 1024 bits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Use upstream QEMU here, not the Espressif fork</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machine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in the Amdahl table for p = 0.95 and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the pipeline diagram of a three-wide processor for nine independent instructions with five stages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Rename the registers of the step-wrap code of Verm1, Part 2: which instructions could run in the same cycle?</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the truth table stored in a four-input look-up table for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Build tools/tests/vector_qemu.S and run it on QEMU with vlen=128 and vlen=512: why does the same binary work?</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Nine instructions, three-wide: seven cycles. The look-up table has four ones out of sixteen entries.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Beyond One Core: Superscalar RISC-V, HPC, GPUs and FPGAs: the code</dc:title>
  <dc:subject>Lecture 24</dc:subject>
  <dc:creator>Raffaele Montella</dc:creator>
  <cp:lastModifiedBy>Raffaele Montella</cp:lastModifiedBy>
  <cp:revision>1</cp:revision>
  <dcterms:created xsi:type="dcterms:W3CDTF">2026-10-13T10:41:32Z</dcterms:created>
  <dcterms:modified xsi:type="dcterms:W3CDTF">2026-10-13T10:41:32Z</dcterms:modified>
</cp:coreProperties>
</file>