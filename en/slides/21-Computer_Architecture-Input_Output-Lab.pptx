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924ded-c208-9956-db70-985a8e668970}">
          <p14:sldIdLst>
            <p14:sldId id="256"/>
            <p14:sldId id="257"/>
          </p14:sldIdLst>
        </p14:section>
        <p14:section name="Warm-up on the machine" id="{6412d8b9-37ab-1212-3a53-c1f8f2edbdbe}">
          <p14:sldIdLst>
            <p14:sldId id="258"/>
          </p14:sldIdLst>
        </p14:section>
        <p14:section name="The complete program" id="{11a5f3d0-8d6c-f45f-4974-9ec91c331ef1}">
          <p14:sldIdLst>
            <p14:sldId id="259"/>
            <p14:sldId id="260"/>
            <p14:sldId id="261"/>
          </p14:sldIdLst>
        </p14:section>
        <p14:section name="Run it and test it" id="{ab59f5d3-63dc-764e-0883-468fd853d51a}">
          <p14:sldIdLst>
            <p14:sldId id="262"/>
            <p14:sldId id="263"/>
            <p14:sldId id="264"/>
            <p14:sldId id="265"/>
            <p14:sldId id="266"/>
          </p14:sldIdLst>
        </p14:section>
        <p14:section name="Exercises" id="{b929a851-00c6-e490-a188-0cebf814cce9}">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~/arc12/code/l21.S; tools/tests/cartridges/run.py builds it, runs it on PRG32-QT with scripted input and checks the pixels of the frame.
For the lecturer: Get the code once: git clone https://github.com/riscv-prg32/computer-architecture-with-prg32 ~/arc12. The program of this lecture is ~/arc12/code/l21.S;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 function that reads the input once per frame. prg32_input_read returns in a0 a word with one bit per button; the code copies it into s0, a callee-saved register, because the word must survive the call that plays a note, and in a temporary it would be lost. Each button is then tested with andi and a mask: 0x10 for A, 0x01 for LEFT. Behind each bit lies a switch on an input pin of the chip, and the runtime gathers the pins into one word, a decoded representation in the sense of Lecture 11. The program asks, once per frame, and this mode of operation has a name, polling. The other devices are less simple, and the lecture examines them.
UNDERSTAND NOW: polling, interrupts, DMA.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Determine how many bits the code of a 104-key keyboard requires, and propose a suitable matrix of rows and columns. Compute the memory a printer needs for the bitmap of a page at 600 dots per inch. Move a pointer on the screen with the joystick, keeping it within the screen by clamping as in Lecture 05. Make button A act only once per press, by edge detection as in Lecture 13.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21: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code/l21.S, 63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21: Input and Output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l21.S: read the world, once per frame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yellow square in the middle of the screen. LEFT moves it to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left; A plays a note, and the square keeps moving while the note sounds.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l21.S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l21 --name l21 --out l21.prg32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steer_update: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t1, marker_x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l21_draw: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sw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a0,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prg32_gfx_clear</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marker_x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a0,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a1, 100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a2,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a3,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a4, 0xffe0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prg32_gfx_rect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marker_x: .word 152</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yellow square in the middle of the screen. LEFT moves it to the left; A plays a note, and the square keeps moving while the note sounds.</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moves the square; A plays a note</a:t>
            </a:r>
            <a:endParaRPr lang="en-US" sz="2400" dirty="0"/>
          </a:p>
        </p:txBody>
      </p:sp>
      <p:pic>
        <p:nvPicPr>
          <p:cNvPr id="7" name="Image 0" descr="/Users/raffaelemontella/devel/riscv-prg32/computer-architecture-with-prg32/tools/assets/lab_l2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l21 --out l21.prg32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 the code</dc:title>
  <dc:subject>Lecture 21</dc:subject>
  <dc:creator>Raffaele Montella</dc:creator>
  <cp:lastModifiedBy>Raffaele Montella</cp:lastModifiedBy>
  <cp:revision>1</cp:revision>
  <dcterms:created xsi:type="dcterms:W3CDTF">2026-10-16T23:36:44Z</dcterms:created>
  <dcterms:modified xsi:type="dcterms:W3CDTF">2026-10-16T23:36:44Z</dcterms:modified>
</cp:coreProperties>
</file>