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a134596-b1e8-24cb-f5f7-5ba4268f422e}">
          <p14:sldIdLst>
            <p14:sldId id="256"/>
            <p14:sldId id="257"/>
          </p14:sldIdLst>
        </p14:section>
        <p14:section name="Step 1: one source, two cartridges" id="{7f709195-6d8b-983f-b7ec-ed31fc7207ff}">
          <p14:sldIdLst>
            <p14:sldId id="258"/>
            <p14:sldId id="259"/>
          </p14:sldIdLst>
        </p14:section>
        <p14:section name="Step 2: an identity" id="{13a2b3d3-2b99-a3a7-1d00-eadc68d7fd1e}">
          <p14:sldIdLst>
            <p14:sldId id="260"/>
            <p14:sldId id="261"/>
          </p14:sldIdLst>
        </p14:section>
        <p14:section name="Step 3: the cartridge carries its papers" id="{11de7cff-d375-d6d4-099d-027aeb44401f}">
          <p14:sldIdLst>
            <p14:sldId id="262"/>
            <p14:sldId id="263"/>
          </p14:sldIdLst>
        </p14:section>
        <p14:section name="Step 4: the bundle" id="{e6a81386-a3af-ca83-9f83-a3d8dc44b08f}">
          <p14:sldIdLst>
            <p14:sldId id="264"/>
            <p14:sldId id="265"/>
          </p14:sldIdLst>
        </p14:section>
        <p14:section name="Step 5: publication" id="{fd2ad682-e3ab-6839-0839-db7b1562c0dc}">
          <p14:sldIdLst>
            <p14:sldId id="266"/>
          </p14:sldIdLst>
        </p14:section>
        <p14:section name="Run it and test it" id="{790b593c-3b28-b817-b6ce-5f2a8b46b66a}">
          <p14:sldIdLst>
            <p14:sldId id="267"/>
            <p14:sldId id="268"/>
            <p14:sldId id="269"/>
            <p14:sldId id="270"/>
            <p14:sldId id="271"/>
          </p14:sldIdLst>
        </p14:section>
        <p14:section name="Exercises" id="{a7c3d9cf-4114-47f5-5e3a-658599f6f4e3}">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23. The lecture deck holds the concepts; this one holds everything you type and run: the listings with their explanation, the complete program, what it shows, and the way to test it on each of the three hosts.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packaging and publishing; the portable cartridge. USE NOW: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tools/tests/verm1_store.py builds the two cartridges, attaches the metadata and packs the bundle; nothing is uploaded.
For the lecturer: Get the code once: git clone https://github.com/riscv-prg32/computer-architecture-with-prg32 ~/arc12. tools/tests/verm1_store.py builds the two cartridges, attaches the metadata and packs the bundle; nothing is uploaded.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command of every lecture, with one more option: --architecture names the target for which the file is produced, first esp32c6 and then qemu. The output files follow a naming rule: the name of the game, a hyphen, the architecture. The source is the same for both. Look at the size the builder reports: the whole finished game is about six kilobytes of code.
UNDERSTAND NOW: the portable cartridge. USE NOW: the PRG32 tools (used, not studied, in this course).
For the lecturer: The builder answers: built verm1-esp32c6.prg32 name=verm1 load=0x40800000, and code=6216 for the reference game. Six kilobytes: less than this slide as a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cartridge summary prints what a cartridge file declares about itself. Look for one line: import_model must be abi-table. It means that the cartridge reaches the functions of the runtime through a table, and not through the fixed addresses of one particular firmware image. Such a cartridge is portable: it keeps working when the firmware is updated. The Store accepts portable cartridges. Repeat the check on the second file.
UNDERSTAND NOW: the portable cartridge.
For the lecturer: A non-portable cartridge is linked against the addresses of one firmware image and breaks at the next update. The table is the ABI of PRG32: prg32_gfx_rect and the others are entries of it. Repeat the check on the QEMU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manifest is a JSON file that describes the game. Read the fields one by one. id is a name unique in the world. version is three numbers. title is what the player reads. summary is one line for the shelf and description a paragraph. Then authors, licence and tags. At the end, assets names the icon and architectures says which cartridge file serves which target. Create it with a text editor in the folder of your game.
UNDERSTAND NOW: packaging and publishing.
For the lecturer: Create the file in ~/verm1 with a text editor. The description is cut on the slide. The abi line says which version of the metadata format this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colophon is the credits page of the cartridge; the word comes from printing, where it is the note at the end of a book that says who made it. It lists roles and names, the controls, that is what each input does for the player, and the acknowledgements, where the reference game you started from remains cited. Replace the placeholder name everywhere and set the date.
UNDERSTAND NOW: packaging and publishing.
For the lecturer: Colophon is the printers' word for the note at the end of a book that says who made it. Replace Your Name everywhere, and set the release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prepare metadata.json: a copy of the manifest without the two entries assets and architectures, which concern the bundle and not the single cartridge. Then store attach-metadata writes metadata, icon and colophon inside the cartridge: once per file, each with its own architecture. The program is not touched; the information is appended after it. From now on a cartridge copied by hand still says what it is and who made it.
UNDERSTAND NOW: the portable cartridge.
For the lecturer: The tool answers: wrote verm1-esp32c6.prg32 legacy=6316 blocks=3. The three blocks are the metadata, the icon and the colophon, appended after the program; the program itself is untouched. Careful: giving the full manifest to --metadata makes the tool fail, because of the assets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trust a write that you have not read back. store inspect-metadata prints what is inside the cartridge: check the id, the title, the version and the architecture, and that trailer_present is true. Then run the cartridge once more: it must work exactly as before. Reading back what was written is the habit of the whole course, from the memory view of the debugger to this command.
UNDERSTAND NOW: the portable cartridge.
For the lecturer: Output abridged. Reading back what was written is the habit of the whole course: the memory view of the debugger, and now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pack-bundle reads the manifest, collects the files it names and produces a ZIP file whose name carries the version. If a file is missing or misnamed, the tool stops here, on your computer, and not later at the Store. Look at the listing it prints: the manifest, the icon and the two cartridges. Your whole game, for two machines, is about sixteen kilobytes.
UNDERSTAND NOW: packaging and publishing.
For the lecturer: Real output for the reference game, from tools/tests/verm1_store.py. The files must be in the same folder as the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the bundle, not your folder. Unzip it into an empty folder and work from there: import the ESP32-C6 cartridge into PRG32-QT and check that title, icon and credits are yours; upload the other to QEMU and play a game; if you have a kit, try it with the real joystick. Then ask a colleague to do the same on another computer. This catches the classic mistake: a bundle built before the last correction.
For the lecturer: Testing the packaged files, and not the ones in the working folder, catches the classic mistake: a bundle built before the last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actions. Sign in to the Store and create a token. Keep it in an environment variable of your shell. Then submit the bundle with store publish-bundle. The token is you: whoever has it publishes in your name. So it is a secret: it does not go in the source, in a file under version control, or in a screenshot. If you lose it or show it by mistake, revoke it and create a new one.
UNDERSTAND NOW: packaging and publishing.
For the lecturer: This is the only step that was not run for these slides: it needs a personal account. Do it live with a volunteer, with the volunteer's own token, and never project the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release. Choose an id and a title, write the manifest and the colophon of your variant, draw your icon. Then build, attach, inspect and pack, and go through the checklist with a colleague as reviewer. The bundle is the deliverable of the project. Publication is optional and personal: if you want your game on the shelf, publish it and send the link to the class.
For the lecturer: Publication is optional and personal; the bundle is the deliverable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23: Verm1: the Store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23</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on the Cartridge Store: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23-Computer_Architecture-Verm1_On_The_Cartridge_Store.pptx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prg32qt_store.png">    </p:cNvPr>
          <p:cNvPicPr>
            <a:picLocks noChangeAspect="1"/>
          </p:cNvPicPr>
          <p:nvPr/>
        </p:nvPicPr>
        <p:blipFill>
          <a:blip r:embed="rId1"/>
          <a:stretch>
            <a:fillRect/>
          </a:stretch>
        </p:blipFill>
        <p:spPr>
          <a:xfrm>
            <a:off x="8810822" y="4251960"/>
            <a:ext cx="2646947" cy="182880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8 listings of Lecture 23, one per slide: read the code, then the numbered remarks beside it</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files of the bundle: manifest, metadata, colophon, icon, and one cartridge per architecture</a:t>
            </a:r>
            <a:endParaRPr lang="en-US" sz="2200" dirty="0"/>
          </a:p>
        </p:txBody>
      </p:sp>
      <p:sp>
        <p:nvSpPr>
          <p:cNvPr id="7" name="Text 5"/>
          <p:cNvSpPr txBox="1"/>
          <p:nvPr/>
        </p:nvSpPr>
        <p:spPr>
          <a:xfrm>
            <a:off x="548640" y="3836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818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Build for the kit and for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600" dirty="0">
                <a:solidFill>
                  <a:srgbClr val="E6EDF2"/>
                </a:solidFill>
                <a:latin typeface="Courier New" pitchFamily="34" charset="0"/>
                <a:ea typeface="Courier New" pitchFamily="34" charset="-122"/>
                <a:cs typeface="Courier New" pitchFamily="34" charset="-120"/>
              </a:rPr>
              <a:t>cd ~/PRG32         </a:t>
            </a:r>
            <a:pPr indent="0" marL="0">
              <a:buNone/>
            </a:pPr>
            <a:r>
              <a:rPr lang="en-US" sz="1600" dirty="0">
                <a:solidFill>
                  <a:srgbClr val="8FB3A0"/>
                </a:solidFill>
                <a:latin typeface="Courier New" pitchFamily="34" charset="0"/>
                <a:ea typeface="Courier New" pitchFamily="34" charset="-122"/>
                <a:cs typeface="Courier New" pitchFamily="34" charset="-120"/>
              </a:rPr>
              <a:t> # your PRG32 folder, toolchain active</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--entry-prefix verm1 --name verm1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--architecture esp32c6 --out ~/verm1/verm1-esp32c6.prg32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--entry-prefix verm1 --name verm1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--architecture qemu --out ~/verm1/verm1-qemu.prg32</a:t>
            </a:r>
            <a:endParaRPr lang="en-US" sz="16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command of every lecture, with one more option</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--architecture names the target of the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names follow a rule: game-architecture.prg32</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finished Verm1 is about 6 kilobytes of code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2" name="Shape 19"/>
          <p:cNvSpPr/>
          <p:nvPr/>
        </p:nvSpPr>
        <p:spPr>
          <a:xfrm>
            <a:off x="5757240" y="91440"/>
            <a:ext cx="3420999" cy="274320"/>
          </a:xfrm>
          <a:prstGeom prst="rect">
            <a:avLst/>
          </a:prstGeom>
          <a:solidFill>
            <a:srgbClr val="E0F2FE"/>
          </a:solidFill>
          <a:ln w="12700">
            <a:solidFill>
              <a:srgbClr val="0369A1"/>
            </a:solidFill>
            <a:prstDash val="solid"/>
          </a:ln>
        </p:spPr>
      </p:sp>
      <p:sp>
        <p:nvSpPr>
          <p:cNvPr id="23" name="Shape 20"/>
          <p:cNvSpPr/>
          <p:nvPr/>
        </p:nvSpPr>
        <p:spPr>
          <a:xfrm>
            <a:off x="5757240" y="91440"/>
            <a:ext cx="73152" cy="274320"/>
          </a:xfrm>
          <a:prstGeom prst="rect">
            <a:avLst/>
          </a:prstGeom>
          <a:solidFill>
            <a:srgbClr val="0369A1"/>
          </a:solidFill>
          <a:ln w="12700">
            <a:solidFill>
              <a:srgbClr val="0369A1"/>
            </a:solidFill>
            <a:prstDash val="solid"/>
          </a:ln>
        </p:spPr>
      </p:sp>
      <p:pic>
        <p:nvPicPr>
          <p:cNvPr id="24" name="Image 1" descr="preencoded.png">    </p:cNvPr>
          <p:cNvPicPr>
            <a:picLocks noChangeAspect="1"/>
          </p:cNvPicPr>
          <p:nvPr/>
        </p:nvPicPr>
        <p:blipFill>
          <a:blip r:embed="rId2"/>
          <a:stretch>
            <a:fillRect/>
          </a:stretch>
        </p:blipFill>
        <p:spPr>
          <a:xfrm>
            <a:off x="5885256" y="128016"/>
            <a:ext cx="201168" cy="201168"/>
          </a:xfrm>
          <a:prstGeom prst="rect">
            <a:avLst/>
          </a:prstGeom>
        </p:spPr>
      </p:pic>
      <p:sp>
        <p:nvSpPr>
          <p:cNvPr id="25" name="Text 21"/>
          <p:cNvSpPr txBox="1"/>
          <p:nvPr/>
        </p:nvSpPr>
        <p:spPr>
          <a:xfrm>
            <a:off x="6141288"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portable cartridge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is it portable?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python3 -m prg32 cartridge summary ~/verm1/verm1-esp32c6.prg32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"import_model": "abi-table",</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summary prints what the file declares about itself</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abi-table: the cartridge reaches the runtime through a table of functions</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So it does not depend on one build of the firmware: it is portable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Store accepts portable cartridges</a:t>
            </a:r>
            <a:endParaRPr lang="en-US" sz="12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portable cartridge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manifest.json: who is this game?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"abi": "prg32-metadata-1.0",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"id": "it.uniparthenope.arc12.verm1",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"title": "Verm1",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"version": "1.0.0",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"summary": "A hungry worm on a 40 by 24 grid: a tribute to Snake.",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"description": "Verm1 (say \"vermone\") is the course-long project of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"authors": [{"name": "Your Name"}],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"license": "MIT",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"tags": ["arcade", "snake", "assembly", "education"],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"assets": {"icon": "icon.png"},</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"architectures":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{"id": "esp32c6", "file": "verm1-esp32c6.prg32"},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{"id": "qemu", "file": "verm1-qemu.prg32"}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id: a name that is unique in the world, and for ever</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version: three numbers, 1.0.0 for a first release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summary: one line for the shelf; description: a paragraph</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architectures: which file serves which target</a:t>
            </a:r>
            <a:endParaRPr lang="en-US" sz="1200" dirty="0"/>
          </a:p>
        </p:txBody>
      </p:sp>
      <p:sp>
        <p:nvSpPr>
          <p:cNvPr id="17" name="Shape 15"/>
          <p:cNvSpPr/>
          <p:nvPr/>
        </p:nvSpPr>
        <p:spPr>
          <a:xfrm>
            <a:off x="8090738" y="91440"/>
            <a:ext cx="3552317" cy="274320"/>
          </a:xfrm>
          <a:prstGeom prst="rect">
            <a:avLst/>
          </a:prstGeom>
          <a:solidFill>
            <a:srgbClr val="E0F2FE"/>
          </a:solidFill>
          <a:ln w="12700">
            <a:solidFill>
              <a:srgbClr val="0369A1"/>
            </a:solidFill>
            <a:prstDash val="solid"/>
          </a:ln>
        </p:spPr>
      </p:sp>
      <p:sp>
        <p:nvSpPr>
          <p:cNvPr id="18" name="Shape 16"/>
          <p:cNvSpPr/>
          <p:nvPr/>
        </p:nvSpPr>
        <p:spPr>
          <a:xfrm>
            <a:off x="809073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0" name="Text 17"/>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colophon.json: credits and controls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"abi": "prg32-colophon-1.0",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"title": "Verm1",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"subtitle": "A tribute to Snake, in RISC-V assembly",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"version": "1.0.0",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"release_date": "2026-12-18",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"developer": {"name": "Your Name"},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"authors":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{"role": "game design", "name": "Your Name"},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{"role": "programming", "name": "Your Name"}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"license": "MIT",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"copyright": "Copyright 2026 Your Name",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"acknowledgements":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"Giuseppe Coviello, reference implementation of Verm1",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"ARC12 Computer Architecture, University of Naples Parthenope",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"The PRG32 community"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"controls":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{"input": "JOYSTICK", "action": "Steer the worm"},</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{"input": "A", "action": "Start, and return to the title after game over"}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"start_prompt": "Press A to play"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a:t>
            </a:r>
            <a:endParaRPr lang="en-US" sz="12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The colophon is the credits page of the cartridge</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Roles and names: give credit to everyone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controls: what each input does, for the player</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acknowledgements: whom you thank; the reference game you started from stays there</a:t>
            </a:r>
            <a:endParaRPr lang="en-US" sz="1100" dirty="0"/>
          </a:p>
        </p:txBody>
      </p:sp>
      <p:sp>
        <p:nvSpPr>
          <p:cNvPr id="17" name="Shape 15"/>
          <p:cNvSpPr/>
          <p:nvPr/>
        </p:nvSpPr>
        <p:spPr>
          <a:xfrm>
            <a:off x="8090738" y="91440"/>
            <a:ext cx="3552317" cy="274320"/>
          </a:xfrm>
          <a:prstGeom prst="rect">
            <a:avLst/>
          </a:prstGeom>
          <a:solidFill>
            <a:srgbClr val="E0F2FE"/>
          </a:solidFill>
          <a:ln w="12700">
            <a:solidFill>
              <a:srgbClr val="0369A1"/>
            </a:solidFill>
            <a:prstDash val="solid"/>
          </a:ln>
        </p:spPr>
      </p:sp>
      <p:sp>
        <p:nvSpPr>
          <p:cNvPr id="18" name="Shape 16"/>
          <p:cNvSpPr/>
          <p:nvPr/>
        </p:nvSpPr>
        <p:spPr>
          <a:xfrm>
            <a:off x="809073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0" name="Text 17"/>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metadata.json, and attach</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metadata.json = manifest.json WITHOUT the "assets" and "architectures" entries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python3 -m prg32 store attach-metadata ~/verm1/verm1-esp32c6.prg32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--metadata ~/verm1/metadata.json --icon ~/verm1/icon.png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--colophon ~/verm1/colophon.json --architecture esp32c6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--out ~/verm1/verm1-esp32c6.prg32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python3 -m prg32 store attach-metadata ~/verm1/verm1-qemu.prg32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--metadata ~/verm1/metadata.json --icon ~/verm1/icon.png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--colophon ~/verm1/colophon.json --architecture qemu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--out ~/verm1/verm1-qemu.prg32</a:t>
            </a:r>
            <a:endParaRPr lang="en-US" sz="12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Copy the manifest and delete two entries: assets, architectures</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attach writes title, icon and credits inside the cartridge</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cartridge copied by hand still says what it is</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Once per file, with its own architecture</a:t>
            </a:r>
            <a:endParaRPr lang="en-US" sz="13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portable cartridge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 it back</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python3 -m prg32 store inspect-metadata ~/verm1/verm1-esp32c6.prg32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"id": "it.uniparthenope.arc12.verm1",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"license": "MIT",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"runtime": { "architecture": "esp32c6", ...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"summary": "A hungry worm on a 40 by 24 grid: a tribute to Snake.",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"title": "Verm1",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"version": "1.0.0"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"trailer_present": true,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"unknown_blocks":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a:t>
            </a:r>
            <a:endParaRPr lang="en-US" sz="13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Never trust a write you have not read back</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Check id, title, version and architecture</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trailer_present: the papers are in the file</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Run the cartridge once more: it must still work</a:t>
            </a:r>
            <a:endParaRPr lang="en-US" sz="16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portable cartridge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Pack</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python3 -m prg32 store pack-bundle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--manifest ~/verm1/manifest.json --out ~/verm1/verm1-1.0.0.zip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Bundle: ~/verm1/verm1-1.0.0.zip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manifest.json                   0.7 KB</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icon.png                        0.1 KB</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verm1-esp32c6.prg32             7.8 KB</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verm1-qemu.prg32                7.8 KB</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Total: 16.4 KB</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tool reads the manifest and collects the files it names</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missing or misnamed file stops it here, not at the Store</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name carries the version: verm1-1.0.0.zip</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Your whole game, for two machines: 16 kilobytes</a:t>
            </a:r>
            <a:endParaRPr lang="en-US" sz="1300" dirty="0"/>
          </a:p>
        </p:txBody>
      </p:sp>
      <p:sp>
        <p:nvSpPr>
          <p:cNvPr id="17" name="Shape 15"/>
          <p:cNvSpPr/>
          <p:nvPr/>
        </p:nvSpPr>
        <p:spPr>
          <a:xfrm>
            <a:off x="8090738" y="91440"/>
            <a:ext cx="3552317" cy="274320"/>
          </a:xfrm>
          <a:prstGeom prst="rect">
            <a:avLst/>
          </a:prstGeom>
          <a:solidFill>
            <a:srgbClr val="E0F2FE"/>
          </a:solidFill>
          <a:ln w="12700">
            <a:solidFill>
              <a:srgbClr val="0369A1"/>
            </a:solidFill>
            <a:prstDash val="solid"/>
          </a:ln>
        </p:spPr>
      </p:sp>
      <p:sp>
        <p:nvSpPr>
          <p:cNvPr id="18" name="Shape 16"/>
          <p:cNvSpPr/>
          <p:nvPr/>
        </p:nvSpPr>
        <p:spPr>
          <a:xfrm>
            <a:off x="809073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0" name="Text 17"/>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test the bundle, not your folder</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Unzip verm1-1.0.0.zip into an empty folder</a:t>
            </a:r>
            <a:endParaRPr lang="en-US" sz="2200" dirty="0"/>
          </a:p>
        </p:txBody>
      </p:sp>
      <p:sp>
        <p:nvSpPr>
          <p:cNvPr id="6" name="Text 4"/>
          <p:cNvSpPr txBox="1"/>
          <p:nvPr/>
        </p:nvSpPr>
        <p:spPr>
          <a:xfrm>
            <a:off x="548640" y="201244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415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PRG32-QT import verm1-esp32c6.prg32 from that folder and run it: title, icon and credits must be yours</a:t>
            </a:r>
            <a:endParaRPr lang="en-US" sz="2200" dirty="0"/>
          </a:p>
        </p:txBody>
      </p:sp>
      <p:sp>
        <p:nvSpPr>
          <p:cNvPr id="8" name="Text 6"/>
          <p:cNvSpPr txBox="1"/>
          <p:nvPr/>
        </p:nvSpPr>
        <p:spPr>
          <a:xfrm>
            <a:off x="548640" y="28321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1381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Upload verm1-qemu.prg32 to QEMU and play one game</a:t>
            </a:r>
            <a:endParaRPr lang="en-US" sz="2200" dirty="0"/>
          </a:p>
        </p:txBody>
      </p:sp>
      <p:sp>
        <p:nvSpPr>
          <p:cNvPr id="10" name="Text 8"/>
          <p:cNvSpPr txBox="1"/>
          <p:nvPr/>
        </p:nvSpPr>
        <p:spPr>
          <a:xfrm>
            <a:off x="548640" y="340893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39064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If you have a kit, upload the ESP32-C6 file and play with the real joystick</a:t>
            </a:r>
            <a:endParaRPr lang="en-US" sz="2200" dirty="0"/>
          </a:p>
        </p:txBody>
      </p:sp>
      <p:sp>
        <p:nvSpPr>
          <p:cNvPr id="12" name="Text 10"/>
          <p:cNvSpPr txBox="1"/>
          <p:nvPr/>
        </p:nvSpPr>
        <p:spPr>
          <a:xfrm>
            <a:off x="548640" y="4228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10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Ask a colleague to do the same on another computer: the first user who is not you</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The game runs from the files in the bundle, on every target you declared, on a computer that is not yours.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Publish</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1. sign in to the Store and create a token on the Tokens page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2. keep it in the environment of your shell: never in a file, never in Git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export PRG32_STORE_URL="https://store.prg32.uniparthenope.it"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export PRG32_STORE_TOKEN="paste-your-token-here"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3. submit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python3 -m prg32 store publish-bundle ~/verm1/verm1-1.0.0.zip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--store-url "$PRG32_STORE_URL" --token "$PRG32_STORE_TOKEN"</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token is you: whoever has it publishes in your name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It is a secret: not in the source, not in a screenshot</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submission is pending until an editor approves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Lost or shown by mistake: revoke it and make a new one</a:t>
            </a:r>
            <a:endParaRPr lang="en-US" sz="1200" dirty="0"/>
          </a:p>
        </p:txBody>
      </p:sp>
      <p:sp>
        <p:nvSpPr>
          <p:cNvPr id="17" name="Shape 15"/>
          <p:cNvSpPr/>
          <p:nvPr/>
        </p:nvSpPr>
        <p:spPr>
          <a:xfrm>
            <a:off x="8090738" y="91440"/>
            <a:ext cx="3552317" cy="274320"/>
          </a:xfrm>
          <a:prstGeom prst="rect">
            <a:avLst/>
          </a:prstGeom>
          <a:solidFill>
            <a:srgbClr val="E0F2FE"/>
          </a:solidFill>
          <a:ln w="12700">
            <a:solidFill>
              <a:srgbClr val="0369A1"/>
            </a:solidFill>
            <a:prstDash val="solid"/>
          </a:ln>
        </p:spPr>
      </p:sp>
      <p:sp>
        <p:nvSpPr>
          <p:cNvPr id="18" name="Shape 16"/>
          <p:cNvSpPr/>
          <p:nvPr/>
        </p:nvSpPr>
        <p:spPr>
          <a:xfrm>
            <a:off x="809073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0" name="Text 17"/>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Verm1, started from the files of the bundle: on each host the title, the icon and the credits are those of the manifest.</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starts a game; steer with the joystick</a:t>
            </a:r>
            <a:endParaRPr lang="en-US" sz="2400" dirty="0"/>
          </a:p>
        </p:txBody>
      </p:sp>
      <p:pic>
        <p:nvPicPr>
          <p:cNvPr id="7" name="Image 0" descr="/Users/raffaelemontella/devel/riscv-prg32/computer-architecture-with-prg32/tools/assets/verm1_icon.png">    </p:cNvPr>
          <p:cNvPicPr>
            <a:picLocks noChangeAspect="1"/>
          </p:cNvPicPr>
          <p:nvPr/>
        </p:nvPicPr>
        <p:blipFill>
          <a:blip r:embed="rId1"/>
          <a:stretch>
            <a:fillRect/>
          </a:stretch>
        </p:blipFill>
        <p:spPr>
          <a:xfrm>
            <a:off x="7055968" y="1417320"/>
            <a:ext cx="4297680" cy="429768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1. start PRG32-QT on this computer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2. unzip the bundle into an empty folder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mkdir ~/verm1-test &amp;&amp; cd ~/verm1-test &amp;&amp; unzip ~/verm1/verm1-1.0.0.zip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3. in PRG32-QT: import verm1-esp32c6.prg32 from that folder, Run Cartridge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or, from the PRG32 folder: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python3 -m prg32 esp32c6 upload-and-run ~/verm1-test/verm1-esp32c6.prg32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--url http://localhost:8080 --slot cart0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4. the title, the icon and the credits must be those of your manifest</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python3 -m prg32 qemu build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2. read back what the cartridge for QEMU declares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python3 -m prg32 store inspect-metadata ~/verm1-test/verm1-qemu.prg32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3. with QEMU closed, stage it into the flash image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python3 -m prg32 qemu upload ~/verm1-test/verm1-qemu.prg32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python3 -m prg32 qemu run</a:t>
            </a:r>
            <a:endParaRPr lang="en-US" sz="14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python3 -m prg32 esp32c6 build-and-flash</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3. send the cartridge of the bundle for the board, and start 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python3 -m prg32 esp32c6 upload-and-run ~/verm1-test/verm1-esp32c6.prg32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--url http://192.168.4.1 --slot cart0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4. play one whole game with the real joystick and speaker</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Your release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Choose your id and your title, write the manifest and the colophon for your variant of Verm1</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Draw your icon</a:t>
            </a:r>
            <a:endParaRPr lang="en-US" sz="2400" dirty="0"/>
          </a:p>
        </p:txBody>
      </p:sp>
      <p:sp>
        <p:nvSpPr>
          <p:cNvPr id="8" name="Text 6"/>
          <p:cNvSpPr txBox="1"/>
          <p:nvPr/>
        </p:nvSpPr>
        <p:spPr>
          <a:xfrm>
            <a:off x="548640" y="31546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1363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attach, inspect, pack: produce your bundle and pass the checklist with a colleague as reviewer</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If you want your game on the shelf: publish it, and send the link to the class</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 bundle of your own game, reviewed by a colleague against the checklist.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on the Cartridge Store: the code</dc:title>
  <dc:subject>Lecture 23</dc:subject>
  <dc:creator>Raffaele Montella</dc:creator>
  <cp:lastModifiedBy>Raffaele Montella</cp:lastModifiedBy>
  <cp:revision>1</cp:revision>
  <dcterms:created xsi:type="dcterms:W3CDTF">2026-10-16T15:51:38Z</dcterms:created>
  <dcterms:modified xsi:type="dcterms:W3CDTF">2026-10-16T15:51:38Z</dcterms:modified>
</cp:coreProperties>
</file>