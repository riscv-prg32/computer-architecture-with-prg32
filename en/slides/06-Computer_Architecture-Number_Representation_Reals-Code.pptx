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64570b-624c-58f5-82c9-57f2c4ed3121}">
          <p14:sldIdLst>
            <p14:sldId id="256"/>
            <p14:sldId id="257"/>
          </p14:sldIdLst>
        </p14:section>
        <p14:section name="The listings" id="{31b5b668-d97d-24a2-24d4-a50db71f5545}">
          <p14:sldIdLst>
            <p14:sldId id="258"/>
            <p14:sldId id="259"/>
            <p14:sldId id="260"/>
          </p14:sldIdLst>
        </p14:section>
        <p14:section name="The complete program" id="{b3adc756-84f6-3091-3f6e-9a21d14d8681}">
          <p14:sldIdLst>
            <p14:sldId id="261"/>
            <p14:sldId id="262"/>
            <p14:sldId id="263"/>
          </p14:sldIdLst>
        </p14:section>
        <p14:section name="Run it and test it" id="{e2bf8701-cf44-f0c8-e98c-42b229616d9a}">
          <p14:sldIdLst>
            <p14:sldId id="264"/>
            <p14:sldId id="265"/>
            <p14:sldId id="266"/>
            <p14:sldId id="267"/>
            <p14:sldId id="268"/>
          </p14:sldIdLst>
        </p14:section>
        <p14:section name="Exercises" id="{4c967067-8930-b5b9-cd89-f01e56e390a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06.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~/arc12/code/l06.S; tools/tests/cartridges/run.py builds it, runs it on PRG32-QT with scripted input and checks the pixels of the frame.
For the lecturer: Get the code once: git clone https://github.com/riscv-prg32/computer-architecture-with-prg32 ~/arc12. The program of this lecture is ~/arc12/code/l06.S;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pixel per frame is too fast, and zero is no movement at all: the ball needs 0.375 pixels per frame. The trick is to store the position multiplied by 256. ball_update adds 96 at each frame, and 96 divided by 256 is 0.375. ball_draw needs whole pixels, so it shifts the value right by 8 positions, that is, divides by 256, with srai. All the arithmetic is done with integer instructions. The suffix _q8 in the names is a reminder that the value carries eight fractional bits.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seen bit by bit. The word 0x00002A60 is divided into 24 bits of integer part, 0x2A, that is 42 pixels, and 8 bits of fraction, 0x60, that is 96/256 = 0.375. As an integer the word is 10848, and 10848 divided by 256 is 42.375. The table gives the rules: addition and subtraction work as for integers, because the points are aligned; to obtain whole pixels, shift right by f; after a multiplication, shift right by f, because the product has twice the fractional bits.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"almost" causes real bugs. 0.1 has no finite binary expansion, so it is stored approximately, and 0.1 plus 0.2 is not exactly 0.3, as the code shows. Hence the rule: never test two floating-point results for equality; compare their difference with a tolerance. Addition is not even associative. For money and for positions in a game, scaled integers, that is fixed point, are often the right tool.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minus 6 in the four encodings; encode 10.5 and 0.15625 in single precision; decode 0xBF800000. On PRG32: run the ball with three speeds and count after how many frames it moves by one pixel, then give it a vertical speed and make it bounce by changing the sign of the speed with neg at the edges. The results are in the green box; work them out before looking.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06,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code/l06.S, 47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ARC12 Computer Architecture - Lecture 06: Number Representation: Real Numbers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l06.S: three-eighths of a pixel per frame, with integers only</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On the screen: a white square that crosses the screen slowly from the left: one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pixel every 2.67 frames.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Build: python3 -m prg32 cartridge build l06.S --portable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--entry-prefix l06 --name l06 --out l06.prg32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.option norelax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600" dirty="0">
                <a:solidFill>
                  <a:srgbClr val="8FB3A0"/>
                </a:solidFill>
                <a:latin typeface="Courier New" pitchFamily="34" charset="0"/>
                <a:ea typeface="Courier New" pitchFamily="34" charset="-122"/>
                <a:cs typeface="Courier New" pitchFamily="34" charset="-120"/>
              </a:rPr>
              <a:t># 96 / 256 = 0.375 pixel per frame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.text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l06_update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l06_update: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ball_update: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ball_x_q8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position, in 1/256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800" dirty="0">
                <a:solidFill>
                  <a:srgbClr val="8FB3A0"/>
                </a:solidFill>
                <a:latin typeface="Courier New" pitchFamily="34" charset="0"/>
                <a:ea typeface="Courier New" pitchFamily="34" charset="-122"/>
                <a:cs typeface="Courier New" pitchFamily="34" charset="-120"/>
              </a:rPr>
              <a:t># add a fraction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l06_draw: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a3,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ball_x_q8: .word 0           </a:t>
            </a:r>
            <a:pPr indent="0" marL="0">
              <a:buNone/>
            </a:pPr>
            <a:r>
              <a:rPr lang="en-US" sz="1400" dirty="0">
                <a:solidFill>
                  <a:srgbClr val="8FB3A0"/>
                </a:solidFill>
                <a:latin typeface="Courier New" pitchFamily="34" charset="0"/>
                <a:ea typeface="Courier New" pitchFamily="34" charset="-122"/>
                <a:cs typeface="Courier New" pitchFamily="34" charset="-120"/>
              </a:rPr>
              <a:t># Q24.8: 24 bits of pixels, 8 bits of fraction</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white square that crosses the screen slowly from the left: one pixel every 2.67 frames.</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l06 --out l06.prg32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 the code</dc:title>
  <dc:subject>Lecture 06</dc:subject>
  <dc:creator>Raffaele Montella</dc:creator>
  <cp:lastModifiedBy>Raffaele Montella</cp:lastModifiedBy>
  <cp:revision>1</cp:revision>
  <dcterms:created xsi:type="dcterms:W3CDTF">2026-10-13T08:56:23Z</dcterms:created>
  <dcterms:modified xsi:type="dcterms:W3CDTF">2026-10-13T08:56:23Z</dcterms:modified>
</cp:coreProperties>
</file>