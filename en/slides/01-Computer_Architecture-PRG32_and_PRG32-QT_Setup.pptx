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399bf5-c95b-4b5d-8c35-16015a5e6b52}">
          <p14:sldIdLst>
            <p14:sldId id="256"/>
            <p14:sldId id="257"/>
            <p14:sldId id="258"/>
          </p14:sldIdLst>
        </p14:section>
        <p14:section name="The platform, in detail" id="{25438ba2-65a7-063d-dd53-03d6afaf9ce9}">
          <p14:sldIdLst>
            <p14:sldId id="259"/>
            <p14:sldId id="260"/>
            <p14:sldId id="261"/>
            <p14:sldId id="262"/>
            <p14:sldId id="263"/>
            <p14:sldId id="264"/>
            <p14:sldId id="265"/>
          </p14:sldIdLst>
        </p14:section>
        <p14:section name="Step 1: install PRG32-QT" id="{4bb0675c-5b9c-d9f5-5bf6-bfce82ddd705}">
          <p14:sldIdLst>
            <p14:sldId id="266"/>
            <p14:sldId id="267"/>
            <p14:sldId id="268"/>
            <p14:sldId id="269"/>
            <p14:sldId id="270"/>
            <p14:sldId id="271"/>
            <p14:sldId id="272"/>
          </p14:sldIdLst>
        </p14:section>
        <p14:section name="Step 2: install the toolchain" id="{4bb78662-99f7-f09f-fff8-4dd1a28fd461}">
          <p14:sldIdLst>
            <p14:sldId id="273"/>
            <p14:sldId id="274"/>
            <p14:sldId id="275"/>
            <p14:sldId id="276"/>
            <p14:sldId id="277"/>
            <p14:sldId id="278"/>
            <p14:sldId id="279"/>
          </p14:sldIdLst>
        </p14:section>
        <p14:section name="Step 3: your first build" id="{e49b9375-13fa-289f-16c5-f8966d97ae23}">
          <p14:sldIdLst>
            <p14:sldId id="280"/>
            <p14:sldId id="281"/>
            <p14:sldId id="282"/>
            <p14:sldId id="283"/>
            <p14:sldId id="284"/>
          </p14:sldIdLst>
        </p14:section>
        <p14:section name="Optional: QEMU and the kit" id="{30a28ffb-ae5f-b66a-9ca4-253564aa9550}">
          <p14:sldIdLst>
            <p14:sldId id="285"/>
            <p14:sldId id="286"/>
            <p14:sldId id="287"/>
          </p14:sldIdLst>
        </p14:section>
        <p14:section name="When something does not work" id="{b9bc3334-6178-049c-de99-d8755ccea510}">
          <p14:sldIdLst>
            <p14:sldId id="288"/>
            <p14:sldId id="289"/>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 workshop, in both senses: you work with your hands, and you leave with a place where things can be made. Nothing here is theory. At the end your laptop runs PRG32-QT, the compiler for RISC-V is installed, and one cartridge built by you is stopped in the debugger. The quotation about the axe is the justification for spending two hours on tools: every later lecture assumes that building and running a program costs you one command and ten seconds.
For the lecturer: New in 2026/27: a hands-on lecture. Students bring a laptop; at the end everyone has PRG32-QT running and a cartridge built by their own toolchain. The steps come from the README of PRG32, the documentation of PRG32-QT and chapter 3 of the textbook. The cartridge commands of step 3 were run on macOS against PRG32-QT; the Windows and Linux installations follow the official instructions and were not run for these slides. Ask the students to do the long download of step 2 at home, before the lecture: the classroom network will not survive sixty copies of ESP-IDF. Version numbers are those of October 2026: check the release pages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in the order in which you will reach them: a picture of the platform, PRG32-QT installed, the toolchain installed and checked, one cartridge built and stopped in the debugger, and a list of remedies for the usual failures. Treat it as a checklist. If you leave the lecture with the first two only, you can already follow the course; the third and the fourth must be in place before Lecture 02, when you write your first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installation has four levels, and you do not need them all. Level 1, PRG32-QT, takes five minutes and lets you play and debug any cartridge. Level 2, ESP-IDF and the PRG32 repository, is a large download and lets you build your own cartridges: everybody needs it before Lecture 02. Level 3, the QEMU emulator, and level 4, the physical kit, are optional. The caption is the important line for anyone worried about costs: the course can be followed with levels 1 and 2, with no board.
For the lecturer: Level 1 takes five minutes. Level 2 is a large download and takes from half an hour to an hour: at home, on a good connection. Levels 3 and 4 are for the curious, and for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installing anything, it helps to know what the pieces are and how they fit. The next six slides describe the platform: what PRG32 is, how a source file becomes something on the screen, what the hardware kit contains, the three machines on which a cartridge runs, PRG32-QT, and the keys that replace the joystick.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PRG32 covers four things. A firmware, the resident program that owns the screen, the buttons and the sound. A cartridge format, your game as one small file. A tool on your laptop, the command python3 -m prg32, which builds, uploads and packages. And a Store, where finished games are shared. Your code is real 32-bit RISC-V machine code, and it meets the firmware through a contract of three functions: init, called once, then update and draw, called at every frame. Lecture 02 starts exactly from this contract.
For the lecturer: github.com/riscv-prg32/PRG32. The runtime calls init once, then update and draw at every frame: Lecture 02 starts from this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program from left to right. You write a source file in assembly or C. The compiler of the RISC-V toolchain turns it into machine code. The result is a cartridge, a file with code, data and a short header. The cartridge is uploaded over the network to a host, and there the runtime calls its three functions. The first three boxes live on your laptop and need level 2; the last two are a host, which can be PRG32-QT, QEMU or the board. The same file runs on all three because it reaches the runtime through a table of functions, the ABI.
For the lecturer: The compiler is riscv32-esp-elf-gcc, installed by ESP-IDF. The cartridge is loaded at address 0x40800000 and reaches the runtime through a table of functions, the ABI: this is why the same file runs on three different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is a small console built on a breadboard. Its heart is an ESP32-C6, a chip with one RISC-V core at 160 MHz and Wi-Fi. Around it there are a 2.8 inch colour display, one or two audio amplifiers, a joystick and a few buttons, each wired directly to a pin of the chip. Note the two numbers of the screen: the panel has 320 by 240 pixels, and games draw in an area of 320 by 200. A game reaches the board over Wi-Fi. You do not need a kit to follow the course; the laboratory has some.
For the lecturer: Display: ILI9341 over SPI. Audio: MAX98357A over I2S. The bill of materials and the wiring are in docs/hardware of the PRG32 repository. The laboratory has 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cartridge, three hosts. Read the table by rows. On the board and in QEMU your code runs natively, on a real or an emulated chip; in PRG32-QT it is interpreted, one instruction after another. The board and QEMU need the toolchain; PRG32-QT does not, to play and to debug. Stepping through instructions needs extra tools on the first two, and is built into the third. A rule of thumb: use the board when you want the truth about time, and PRG32-QT when you want the truth about a register.
For the lecturer: Use the board when you want the truth about time, and PRG32-QT when you want the truth about a register. Why an ESP32-C3 in QEMU? Espressif maintains a mature emulator with graphics for that chip; it executes the same RISC-V instructions, and the cartridge does not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the console as an application: it contains an interpreter of RV32IMAC and offers the cartridge the same functions as the firmware. Three things to remember. The speed profiles in Settings: Accurate, the default, timed like the ESP32-C6; Optimal, thirty frames per second; Unlimited. The Store browser, which downloads and runs published cartridges. And the debugger, which shows assembly, registers and memory and executes one instruction at a time. Accurate is the profile to keep: it tells you when your program would be too slow on the real chip.
For the lecturer: github.com/riscv-prg32/PRG32-QT. Accurate charges each instruction and each call a cost in cycles of a 160 MHz clock: not a cycle-exact model of the chip, but close enough to see when a frame is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keyboard the joystick is the arrow keys, or W A S D; button A is Z or J; button B is X or K; Start and Select are Enter or Space. In PRG32-QT, Escape leaves the game and returns to Setup. One detail of QEMU surprises everybody the first time: the keys must be typed in the terminal from which QEMU was started, not in the window that shows the picture. If a game in QEMU seems dead, click on the terminal.
For the lecturer: A USB or Bluetooth game controller is recognised by PRG32-QT when it is plugged in. QEMU reads the keyboard from the terminal that launched it, not from the window with the picture: the classic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step: install PRG32-QT. It takes about five minutes and needs neither a compiler nor an account. Do it now, in class, on your own laptop: every later slide of this lecture assumes that the application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the row of your system and download that file from the Releases page of the PRG32-QT repository, always from the latest release. Windows has an installer, macOS a disk image (one for Apple Silicon, one for Intel), Linux and Raspberry Pi OS a Debian package. The number 0.4.1 is the version of October 2026: by the time you read this it may be higher, and the file names follow the same pattern. If you are not sure which Mac you have, the macOS slide tells you how to find out.
For the lecturer: From github.com/riscv-prg32/PRG32-QT, Releases, the latest one. 0.4.1 is the version of October 2026: the file names follow this pattern with the current number. The file SHA256SUMS-platforms.txt lists the checksums. Android and Android TV packages are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there are four moves: download the Setup file, run it, accept the proposed folder, and start PRG32 from the Start menu. Two warnings may appear, and both are expected. SmartScreen may show a blue box because the installer is not from the Microsoft Store: choose More info, then Run anyway. The firewall may ask for permission: allow it on private networks. PRG32-QT listens on port 8080 to receive cartridges from the tools, and you will use this in step 3.
For the lecturer: The installer contains the Qt libraries and the compiler runtime: nothing else has to be installed. The firewall question appears because PRG32-QT listens on port 8080 for cartridges sent by the tools: step 3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Mac, first find out which processor you have: the Apple menu, About This Mac. "Chip Apple M..." means the ARM64 file; "Processor Intel" means the Intel one. Open the disk image and drag PRG32 onto Applications. At the first start macOS may refuse to open an application that does not come from the App Store: right-click it and choose Open, or use Privacy and Security in the System Settings. Then accept incoming connections and access to the local network, which the application needs to receive cartridges.
For the lecturer: The first-start step is needed if macOS says that the developer cannot be verified: the application is distributed outside the App Store. The two permissions are for the device interface on port 8080 and its announcement on the local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Linux the upper half of the listing installs the package: apt install with ./ before the file name installs the file together with what it depends on. The program is then /usr/bin/PRG32. The requirement to check is Qt 6.5 or newer: Debian 13 and Ubuntu 25.04 have it; Ubuntu 24.04 does not. The lower half is the alternative for older systems, building from source with the script in the repository. Lines that begin with # are comments: do not type them.
For the lecturer: The package depends on the Qt 6 QML, Multimedia and WebSockets packages of the distribution. Where the system Qt is older than 6.5, install Qt with the online installer of qt.io and build with it. On Raspberry Pi OS use the ARM64 package, or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first run. Start PRG32-QT: the Setup screen is the same one the firmware shows on the kit. Choose Browse Store, pick a game, download it and choose Run Cartridge. Play with the arrow keys, Z and X; Escape brings you back. Then open Settings and look at the three profiles. The green box states what success looks like: a game from the Store runs on your laptop. If the catalogue stays empty, the problem is the network, not PRG32-QT.
For the lecturer: The default Store is store.prg32.uniparthenope.it. If the list stays empty the laptop is not reaching the Internet, or a proxy is in the way: Settings shows the Store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screens you should have seen: the Setup menu, the Store browser and Settings. They look the same on every operating system. Compare them with your own screen; if they match, level 1 is complete, and from now on you can run any cartridge and look inside it. If they do not, raise your hand now rather than later.
For the lecturer: Screens from the PRG32 and PRG32-QT documentation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step: the toolchain, that is, the compiler and the programs around it. This is the long part: a download of a few gigabytes that should have been started at home. The slides give the idea first, then the commands for each system, then the daily routine, and finally the command that checks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explains every installation and nearly every problem. The compiler comes with ESP-IDF, the development kit of Espressif, installed for two chips: esp32c6, the kit, and esp32c3, the emulator. But ESP-IDF is not active by itself: each new terminal must switch it on before the tools can be found. The box on the right shows the message you will certainly meet, idf.py: command not found. It does not mean that something is broken. It means that ESP-IDF is not active in the terminal in which you are typing.
For the lecturer: On Windows activating means opening the ESP-IDF PowerShell; on macOS and Linux, running export.sh. The symptom is always the same: idf.py, or riscv32-esp-elf-gcc,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first three steps use graphical installers: Git, Python, and the ESP-IDF Tools Installer, in which you choose a release 5.4 or newer and the targets esp32c3 and esp32c6. The installer creates a shortcut called ESP-IDF PowerShell: always work in that window, never in a plain terminal. The five commands clone the PRG32 repository, install two Python packages and run the doctor. On Windows the interpreter is called python, not python3.
For the lecturer: From the README of PRG32. An alternative for those who prefer an editor: Visual Studio Code with the Espressif ESP-IDF extension, which installs the same toolchain. Avoid folders with spaces or accented letters in their path: old build tools do not like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macOS there are three blocks. Homebrew installs the prerequisites. Then ESP-IDF is cloned and install.sh downloads the compilers for the two chips: be patient, it is the long part. The line . ./export.sh begins with a dot and a space, and the dot matters: it makes the script change the terminal you are in, instead of a copy that disappears. The last block clones PRG32 and runs the doctor. The same commands work on Apple Silicon and on Intel.
For the lecturer: From the README of PRG32. git may first ask to install the Xcode command line tools: accept. The recursive clone and install.sh fetch a few gigabytes.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Debian and Ubuntu the first block is one long apt command, split over three lines by the backslashes: copy it whole. Steps 2 and 3 are identical to those of macOS. On other distributions the packages are the same, with other names. The last callout concerns only those who have a kit: your user must belong to the group dialout to reach the serial port of the board, and you must log out and in again for the change to take effect.
For the lecturer: From the README of PRG32. The dialout group gives access to the serial port of the board: log out and in again after the command. It is not needed for PRG32-QT or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daily routine, and it prevents the most common mistake of the first weeks. In every new terminal, before anything else, activate ESP-IDF with export.sh and move into the PRG32 folder. Two aliases save typing: get_idf activates, prg stands for python3 -m prg32. On Windows, opening ESP-IDF PowerShell does the same. Try it deliberately once: open a new terminal, run the doctor without activating, and read the error. Having seen it here, you will recognise it at once later.
For the lecturer: The single most common mistake of the first weeks. Make the students close the terminal, open a new one and run doctor without activating: they must see the error once, here, and not during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checks the installation and prints one line per check. [OK] idf.py found means that ESP-IDF is active. [OK] riscv32-esp-elf-gcc found means that the RISC-V compiler can be reached. The lines about partitions mean that the PRG32 folder is complete. A line that begins with [ERROR] says what is wrong and what to do: read it to the end before asking for help. When every line is OK, level 2 is done. The last lines of the listing show the error you get in a terminal where ESP-IDF is not active.
For the lecturer: Messages of the doctor of October 2026. The four cartridge slots, cart0 to cart3, are regions of the flash memory of the board: 131072 bytes each. If doctor passes, level 2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step: use what you have installed. You build one cartridge from an example of the repository, send it to PRG32-QT and stop it in the debugger. This is the loop of the whole course in miniature: build, run, look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cartridge build takes a source file and writes a .prg32 file. Three options are worth understanding. --entry-prefix pong_c is the name that precedes _init, _update and _draw in the source. --portable makes a cartridge that runs on every host, not only on one firmware image. --out names the result. The tool answers with the size of the code: a whole game of Pong is about three thousand bytes. The source here is C, taken from the examples, so that you test the compiler without writing a program.
For the lecturer: Pong in C from the examples of the repository: it proves that the compiler works without typing a program. In Lecture 02 the source is yours, in assembly, and the command is the same. On Windows write python and put the command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must be running. The first command, runtime, asks it for its state: if it answers, the connection works. The second, upload-and-run, stores the cartridge in slot cart0 and starts it; the game appears in the window of PRG32-QT. The command says esp32c6 because, for the tool, PRG32-QT behaves like a board that listens on port 8080. The same command with the address of a real board, http://192.168.4.1, sends the game there. Without the tools you can also import the file from the menu of PRG32-QT.
For the lecturer: Run for these slides on macOS. If localhost does not answer, read the address on the Setup screen of PRG32-QT and use it. Without the tools: in PRG32-QT import the file pong.prg32 and choose Run Cartridge. The same command with --url http://192.168.4.1 sends the game to a real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open the machine. In Settings enable Run cartridges in RISC-V debug mode and run the cartridge again: the game is on the left, the machine on the right. Pause: one instruction is highlighted, the next to be executed. Step a few times: the highlight moves and some registers change. Update and Draw show those two functions of the cartridge. Resume, then lower the speed and watch the game in slow motion. You are not expected to understand the registers today; the point is that the debugger opens and obeys.
For the lecturer: A first look only: Lecture 02 explains what the registers are. The point today is that the debugger opens and responds. Debug mode stays on until you switch it off. Pause, resume and step are the three transport buttons of the debugger, drawn as on a video player: two bars, a triangle, a triangle with a bar. The slides and the tutorials call them Pause, Resume and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you should see: on the right the listing in assembly with the current instruction highlighted, the thirty-two registers, a window on memory and the counters of the frame. Every element of this picture will be explained in the coming lectures, starting with the registers in Lecture 02. If you see this screen with a cartridge that you built yourself, your workshop is complete.
For the lecturer: From the documentation of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two levels are optional. QEMU runs the real firmware on an emulated chip, on your laptop. The kit is the real hardware. Neither is needed to pass the course; both are worth trying if you are curious about what is underneath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has three parts: the libraries that the emulator needs for its window, the emulator itself, and three commands of the tool. qemu build compiles the whole firmware, which takes several minutes the first time. qemu upload stages a cartridge into the flash image, and QEMU must be closed while it runs. qemu run starts the emulator, which opens on the Setup menu: choose Run Cartridge and then cart0. Remember to type in the terminal, not in the window with the picture.
For the lecturer: From the README and docs/usage/qemu.md of PRG32. Not run for these slides. The first build downloads components and compiles the whole firmware. If upload fails, run QEMU once so that the flash image exists, close it, and upload again. Since October 2026 the firmware starts on the Setup menu by default, on QEMU and on the board: choose Run Cartridge, then the slot. The keys go to the terminal that launched QEMU, not to the window with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is the board. Connected by USB, build-and-flash compiles the firmware and writes it into the chip: once per board. The board then starts on the Setup menu and creates a Wi-Fi network called PRG32. Join it, and the upload command you already know works with the address 192.168.4.1: from then on, no cables. The last command makes the board join an existing network instead. On Linux your user must be in the group dialout.
For the lecturer: From the documentation of PRG32. Not run for these slides. If the serial port is not found pass it explicitly: COMx on Windows, /dev/ttyACM0 on Linux, /dev/cu.usbmodem... on macOS. A black screen after flashing usually means that the QEMU firmware was flashed instead of the board's, or that the display is wired to other pins than those of the firmware: since October 2026 the defaults are GPIO8 for DC and GPIO9 for RST (they were GPIO1 and GPIO0), and idf.py menuconfig changes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Things will go wrong, and that is normal. The next two slides collect the usual symptoms with their causes and remedies, and a final check that tells you whether you are ready for the first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left to right: what you see, what it means, what to do. The first row covers most cases: idf.py: command not found means that ESP-IDF is not active in this terminal. No module named prg32 means that you are not in the PRG32 folder. A refused connection means that PRG32-QT is not running, or that a firewall blocks port 8080. When you ask for help, paste the command and the complete message as text: a photograph of the screen cannot be searched or copied.
For the lecturer: The first row covers most of the cases. docs/usage/troubleshooting.md of the PRG32 repository has the complete list. When asking for help, paste the command and the whole message: never a photograph of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one for each thing you did: PRG32-QT runs a game from the Store; in a new terminal the doctor shows only OK; cartridge build produces pong.prg32; upload-and-run starts it; in debug mode pause and step work. If one is missing, the last column tells you which step to repeat. Anyone who is stuck should come to office hours or to the laboratory before Lecture 02, with the laptop.
For the lecturer: Five ticks and the workshop is ready. Anyone who is stuck comes to office hours, or to the laboratory, before Lecture 02: with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"a new terminal" implies before you answer. Nothing was uninstalled, PRG32-QT is not involved in this command, and no board is needed for the doctor. Activation lasts as long as the terminal in which it was done, so a new terminal starts without it. The remedy is the one of the daily routine: export.sh, or the ESP-IDF PowerShell.
For the lecturer: Answer: B. Activation lasts as long as the terminal: run export.sh, or open the ESP-IDF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separates two activities: building a cartridge and running one. A compiler is needed only for the first. The board and QEMU run the real firmware, which must be compiled; PRG32-QT interprets the cartridge and has its own debugger, so it is the only host that needs nothing else.
For the lecturer: Answer: C. PRG32-QT interprets the cartridge and has a built-in debugger; a compiler is needed only to build cartridges.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not recompiled, and it does not contain three programs. A portable cartridge does not call the firmware at fixed addresses: it goes through a table of functions, the ABI, and each host provides that table. This is the meaning of the option --portable, and the reason why the file is the same in every column of the table of the three hosts.
For the lecturer: Answer: C. A portable cartridge depends only on the ABI, the table of functions of the runtime, which every host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Complete the five checks. Download three cartridges from the Store and, in each, find the first instruction of update with the debugger. Build another example. The fourth task is the real test: close everything, restart the computer and get back to a running cartridge without these slides. If you can do it, you have understood activation, and your workshop is yours.
For the lecturer: The fourth task is the real test: it shows who has understood the activation of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that you will meet in every document about PRG32, with the Italian commonly used in class. Three deserve attention. A toolchain is the chain of programs that turns source into an executable: compiler, assembler, linker. To flash means to write a program into the flash memory of a chip. A host is the machine on which a cartridge runs: the board, QEMU or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keep. PRG32 is a runtime, a cartridge format, a tool and a Store, and a cartridge runs unchanged on three hosts. PRG32-QT is enough to play and debug; ESP-IDF and the repository are needed to build. ESP-IDF must be activated in every new terminal. And you have completed the loop of the whole course: build, send, stop in the debugger. The readings are the README files of the two repositories; Lecture 02 uses this workshop for your first assembly program.
For the lecturer: Next: Lecture 02, the first program in RISC-V assembly, typed by the students in the workshop they have just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The platform in detail, and a step-by-step installation on Windows, macOS and Linux</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“Give me six hours to chop down a tree and I will spend the first four sharpening the axe.”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picture of the pieces of PRG32: runtime, cartridge, tools, hosts, Store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installed on your laptop: you can play any cartridge and look inside it</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RISC-V toolchain installed and checked: you can build cartridges of your own</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cartridge built by you, running in PRG32-QT, stopped in the debugger</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list of what to do when something does not 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levels: install what you need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install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can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Needed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play cartridges, download from the Store, use the debugger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ESP-IDF and the PRG32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build your own cartridges from assembly or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before 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QEMU 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the real firmware on your laptop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kit: an ESP32-C6 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on real hardware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course can be followed with levels 1 and 2 only. No board is required.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platform, in detail</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What PRG32 is made of, before you install 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runtime, a file format, a set of tools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open-source platform for teaching RISC-V assembly and C, developed at Parthenope</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656539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Four things, one name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resident firmware: the program that owns the screen, the buttons and the sound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format: your game as one small file, .prg32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tool on your laptop: python3 -m prg32 builds, uploads, packages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Store: where finished games are shared</a:t>
            </a:r>
            <a:endParaRPr lang="en-US" sz="2000" dirty="0"/>
          </a:p>
        </p:txBody>
      </p:sp>
      <p:sp>
        <p:nvSpPr>
          <p:cNvPr id="7" name="Shape 5"/>
          <p:cNvSpPr/>
          <p:nvPr/>
        </p:nvSpPr>
        <p:spPr>
          <a:xfrm>
            <a:off x="548640" y="47372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633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Your code runs as real 32-bit RISC-V machine code, RV32IMAC</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contract between your game and the runtime is three functions: init, update, draw</a:t>
            </a:r>
            <a:endParaRPr lang="en-US" sz="20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your file to the screen</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 assembly or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compiler</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RISC-V toolchain turns it into machine code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cartridge: code, data, a header</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upload</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over the network, to a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calls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first three boxes are on your laptop, and need level 2. The last two are a host: PRG32-QT, QEMU or the board.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 console on a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Espressif ESP32-C6: one RISC-V core at 160 MHz, with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2.8 inch colour display, 320 by 240 pixels: games draw in a viewport of 320 by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or two small audio amplifiers, a joystick and buttons, wired straight to the pins of the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reaches it over Wi-Fi: the board creates a network called PRG32, and you upload the cartridge to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do not need one to follow the course: everything runs on your laptop</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run the same cartridge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 board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Espressif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How code runs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the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an emulated ESP32-C3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interpreted RV32IMAC guest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Needs 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to play and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Cartridge arrives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Wi-Fi upload,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staging into the flash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file import, Store, HTTP upload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 stepping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JTAG and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built-in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Runs 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cartridge file is the same in every column.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console on your laptop</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application for Windows, macOS, Linux, Raspberry Pi, phones, tablets and televisions</a:t>
            </a:r>
            <a:endParaRPr lang="en-US" sz="1900" dirty="0"/>
          </a:p>
        </p:txBody>
      </p:sp>
      <p:sp>
        <p:nvSpPr>
          <p:cNvPr id="5" name="Shape 3"/>
          <p:cNvSpPr/>
          <p:nvPr/>
        </p:nvSpPr>
        <p:spPr>
          <a:xfrm>
            <a:off x="548640" y="22550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1891"/>
            <a:ext cx="546811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contains an interpreter of RV32IMAC: it executes your cartridge instruction by instruction, and offers it the same functions as the firmware</a:t>
            </a:r>
            <a:endParaRPr lang="en-US" sz="1900" dirty="0"/>
          </a:p>
        </p:txBody>
      </p:sp>
      <p:sp>
        <p:nvSpPr>
          <p:cNvPr id="7" name="Shape 5"/>
          <p:cNvSpPr/>
          <p:nvPr/>
        </p:nvSpPr>
        <p:spPr>
          <a:xfrm>
            <a:off x="548640" y="35984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5233"/>
            <a:ext cx="546811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speeds,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timed like the ESP32-C6, the default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frames per second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as fast as your laptop goes</a:t>
            </a:r>
            <a:endParaRPr lang="en-US" sz="19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2885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Store browser, to download and run published cartridges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debugger: assembly, registers, memory, breakpoints, one instruction at a time</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playing a cartridge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controls, on a keyboard</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arrow keys, or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typed in the terminal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Leave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Escape: back to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close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1: install PRG32-QT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Five minutes. No compiler, no account.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Download the installer for your system</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Your system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to download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or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and later)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64-bit PC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then Releases. Take the latest version.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Download</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file ending in Windows-X64-Setup.exe, from the Releases page</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Run it</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If Windows shows a blue SmartScreen warning: More info, then Run anyway</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the proposed folder: the installer brings everything the program needs</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Start</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from the Start menu. If the firewall asks, allow it on private networks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Which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Apple menu, About This Mac: Chip Apple M... means ARM64; Processor Intel means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Open the .dmg and drag PRG32 onto the Applications folder</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First start</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Right-click PRG32 and choose Open; or System Settings, Privacy and Security, Open Anyway</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Allow</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incoming connections and local-network access when macOS asks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apt install with ./ installs the file and what it needs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program is /usr/bin/PRG32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It needs Qt 6.5 or newer: check your distribution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Building from source needs a recent Qt as well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your first cartridge, from the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Start PRG32-QT: the Setup screen appears, the same that the firmware shows on the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Browse Store: the catalogue of the Cartridge Store is downloaded</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Pick a game, download it, and choose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Play it with the arrow keys, Z and X. Escape brings you back to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Settings: look at the three performance profiles and at the layout choices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game from the Store runs on your laptop. This is level 1: from now on you can run any cartridge, and look inside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should see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Setup menu</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three screens on every system. If you are here, step 1 is done.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2: install the toolchain</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ESP-IDF, the PRG32 repository, and a doctor.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idea behind every installation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compiler for the ESP32 family comes with ESP-IDF, the development kit of Espressif</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 needs ESP-IDF 5.4 or newer, installed for two chips: esp32c6, the kit, and esp32c3, the emulator</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ESP-IDF is not active by itself: every new terminal must switch it on before the tools work</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Then one command does everything: python3 -m prg32</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Almost every installation problem is ESP-IDF not being active in the terminal you are typing in</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message you will meet</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is not active in this terminal. Activate it and try again.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Use the ESP-IDF PowerShell, never a plain terminal</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Windows the command is python, not python3</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pip installs into the ESP-IDF environment: that is intended</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doctor checks the installation: see the next slides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Homebrew first: it provides git, cmake, python</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install.sh downloads the compilers: be patient</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dot before export.sh matters: it changes this terminal</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Works on Apple Silicon and on Intel</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One long apt line: copy it whole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Steps 2 and 3 are the same as on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Other distributions: the same packages, other names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For the kit only: sudo usermod -aG dialout $USER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Every new terminal: switch ESP-IDF 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export.sh acts on the terminal it runs in, and only that 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new window is a new terminal: activate again</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aliases are a convenience, not a requirement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Run the prg32 commands from the PRG32 folder</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doctor: is everything in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idf.py: ESP-IDF is active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riscv32-esp-elf-gcc: the RISC-V compiler is reachable</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partitions: the PRG32 folder is complete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Any ERROR line says what to do: read it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3: your first build</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cartridge, from source to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 cartridge from the examples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cartridge build: source in, .prg32 out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--entry-prefix: the name before _init, _update, _draw</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--portable: runs on every host, not on one firmware only</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whole Pong: three thousand bytes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it to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prints its state: a quick connection test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says esp32c6: for the tool, PRG32-QT is a 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Look inside: the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again: the game is on the left, the machine on the right</a:t>
            </a:r>
            <a:endParaRPr lang="en-US" sz="2200" dirty="0"/>
          </a:p>
        </p:txBody>
      </p:sp>
      <p:sp>
        <p:nvSpPr>
          <p:cNvPr id="7" name="Text 5"/>
          <p:cNvSpPr txBox="1"/>
          <p:nvPr/>
        </p:nvSpPr>
        <p:spPr>
          <a:xfrm>
            <a:off x="548640" y="277347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75518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pause button: the game freezes, and one instruction is highlighted in the listing</a:t>
            </a:r>
            <a:endParaRPr lang="en-US" sz="2200" dirty="0"/>
          </a:p>
        </p:txBody>
      </p:sp>
      <p:sp>
        <p:nvSpPr>
          <p:cNvPr id="9" name="Text 7"/>
          <p:cNvSpPr txBox="1"/>
          <p:nvPr/>
        </p:nvSpPr>
        <p:spPr>
          <a:xfrm>
            <a:off x="548640" y="368523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66694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step button a few times: the highlight moves, and some registers change value</a:t>
            </a:r>
            <a:endParaRPr lang="en-US" sz="2200" dirty="0"/>
          </a:p>
        </p:txBody>
      </p:sp>
      <p:sp>
        <p:nvSpPr>
          <p:cNvPr id="11" name="Text 9"/>
          <p:cNvSpPr txBox="1"/>
          <p:nvPr/>
        </p:nvSpPr>
        <p:spPr>
          <a:xfrm>
            <a:off x="548640" y="45969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787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then Draw: the listing jumps to those two functions of the cartridge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play button: the game goes on. Lower the speed to 0.1x and watch it in slow motion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open</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Assembly with the current instruction, the 32 registers, memory, and the counters of the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If you see this with your own cartridge, you are ready for the rest of the course.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Optional: QEMU and the kit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real firmware, on your laptop or on the board.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3: the QEMU emulator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emulates a whole chip and runs the real firmware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build compiles the firmware: several minutes</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upload stages the cartridge: close QEMU first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opens on Setup: Run Cartridge, cart0. Type in the terminal</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4: the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writes the firmware: once per board. It starts on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After that, games arrive over Wi-Fi: no more cables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another address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your user must be in the group dialout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When something does not work</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Symptoms, causes, remedies.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Troubleshooting</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missing</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compilers were not installed, or not activated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then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you are not in the PRG32 folder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to the folder that you cloned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is not running, or a firewall blocks port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it; allow it;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will not open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application is from outside the 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right-click, Open; or Privacy and Security, Open Anyway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does not start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Qt of the system is older than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newer distribution, or build from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Ready for Lecture 02?</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starts and runs a game from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a new terminal, after activating ESP-IDF, doctor shows only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produces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starts it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debug mode, pause and step 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a new terminal, python3 -m prg32 doctor says: idf.py missing. What is the most likely cause?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ESP-IDF must be installed again</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ESP-IDF is not active in this terminal</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 is not running</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board is not connected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host lets you run and debug a cartridge without installing a compiler?</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ESP32-C6 board</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QEMU</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none of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the same pong.prg32 run on the board, on QEMU and on PRG32-QT?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recompiled at each start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contains three programs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calls the runtime through the same table of functions on every host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 translates it to 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Finish the five checks of the Ready slide on your own laptop</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three cartridges from the Store, and find in each the first instruction of update with the debugger</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one of the other examples in examples/games, and run it</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Close everything, restart the computer, and get back to a running cartridge without these slides</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Optional: install QEMU and run the same cartridge there</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Your workshop survives a restart, and you can open it without help.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is a runtime, a cartridge format, a tool and a Store; a cartridge runs unchanged on the board, on QEMU and on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is enough to play and to debug; ESP-IDF and the PRG32 repository are needed to build</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must be activated in every new terminal: remember this and most problems disappear</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built a cartridge, sent it to PRG32-QT and stopped it in the debugger: the loop of the whole course</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docs/usage of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 of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the chapters on setup and on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dc:title>
  <dc:subject>Lecture 01</dc:subject>
  <dc:creator>Raffaele Montella</dc:creator>
  <cp:lastModifiedBy>Raffaele Montella</cp:lastModifiedBy>
  <cp:revision>1</cp:revision>
  <dcterms:created xsi:type="dcterms:W3CDTF">2026-10-12T11:28:38Z</dcterms:created>
  <dcterms:modified xsi:type="dcterms:W3CDTF">2026-10-12T11:28:38Z</dcterms:modified>
</cp:coreProperties>
</file>