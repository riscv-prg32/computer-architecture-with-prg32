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e0be243-adb9-6994-2623-00f3275022c1}">
          <p14:sldIdLst>
            <p14:sldId id="256"/>
            <p14:sldId id="257"/>
          </p14:sldIdLst>
        </p14:section>
        <p14:section name="I listati" id="{7bc13797-3cf4-d5b8-4b19-77b44b5558cb}">
          <p14:sldIdLst>
            <p14:sldId id="258"/>
          </p14:sldIdLst>
        </p14:section>
        <p14:section name="Passo 1: il punteggio in cifre" id="{8f4738a4-ab1f-c4e8-8d4e-d83877d9ba76}">
          <p14:sldIdLst>
            <p14:sldId id="259"/>
            <p14:sldId id="260"/>
            <p14:sldId id="261"/>
            <p14:sldId id="262"/>
          </p14:sldIdLst>
        </p14:section>
        <p14:section name="Passo 2: i livelli" id="{1496cfd3-64e2-6907-f191-d5b1b4863ae2}">
          <p14:sldIdLst>
            <p14:sldId id="263"/>
            <p14:sldId id="264"/>
            <p14:sldId id="265"/>
          </p14:sldIdLst>
        </p14:section>
        <p14:section name="Passo 3: step dice che cosa ha cambiato" id="{ae009616-b530-2de0-42fd-f75c075c481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asso 4: disegnare solo ciò che è cambiato" id="{992cad96-9cfd-2034-3701-dc515d71c2a9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asso 5: misurare" id="{a2acdc1b-faa0-56f2-f88e-3301ac893cd3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seguire e provare" id="{13011c22-b1a4-2319-9963-1e8d4cd7b599}">
          <p14:sldIdLst>
            <p14:sldId id="294"/>
            <p14:sldId id="295"/>
            <p14:sldId id="296"/>
            <p14:sldId id="297"/>
            <p14:sldId id="298"/>
          </p14:sldIdLst>
        </p14:section>
        <p14:section name="Esercizi" id="{a46f2088-f089-da13-1f0c-438f4f9b41c9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22.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~/arc12/verm1/verm1_part4.S;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~/arc12/verm1/verm1_part4.S;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di sempre. Prima di cambiare qualcosa, eseguite la Parte 3 in modalità debug e annotate ciò che mostra la telemetria durante una partita: istruzioni eseguite, frame al secondo, frame in ritardo. Questi numeri sono il «prima» della misura che chiude la lezione; senza di essi non potrete dire che cosa avete guadagnato.
Per il docente: Gli stessi due comandi. Prima di cominciare, eseguite la Parte 3 in modalità debug e annotate ciò che mostra la telemetria durante una partita: istruzioni eseguite (retired), frame al secondo, frame in ritardo. I numeri vi serviranno nel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to_decimal ha un contratto scritto nel suo commento: il valore in a0, l'indirizzo di tre caratteri in a1. Per tre volte fa la stessa cosa: remu dà il resto della divisione per dieci, si somma 48, sb memorizza il byte, e divu lascia il quoziente per il giro successivo. Gli scostamenti sono 2, 1 e 0: dalle unità alle centinaia. È una funzione foglia: non chiama nessuno e usa solo registri temporanei, quindi non ha bisogno di alcuno stack frame.
Per il docente: I valori sopra 999 mostrerebbero solo le ultime tre cifre: un limite che nessun giocatore incontrerà presto. Le istruzioni di divisione sono lente, decine di cicli di clock ciascuna su un processore piccolo, e dieci per passo del verme non sono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sostituisce quella della Parte 3. Chiama to_decimal due volte, una per il punteggio e una per il punteggio migliore, ogni volta con l'indirizzo, dentro una stringa, in cui devono andare le cifre: best_txt+5 salta la parola BEST e lo spazio. Poi le due stringhe si disegnano come qualunque altro testo. Poiché il testo viene disegnato con il suo sfondo, le nuove cifre coprono le vecchie.
Per il docente: score_txt e best_txt sono stringhe in .data, non in .rodata: il programma ci scrive dentro. Il testo viene disegnato con il suo colore di sfondo, quindi le nuove cifre coprono le vecchie senza cancellare.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sezione .data. Due stringhe che il programma compila: stanno in .data e non in .rodata proprio perché il programma ci scrive dentro. Poi sei nuove variabili: dirty, la vecchia posizione della testa, e la cella da cancellare. Non vengono usate fino al terzo passo; scrivetele adesso, così la sezione si scrive una volta sola.
Per il docente: Scrivetela tutta adesso. Le sei variabili da dirty a erase_y non vengono usate fino al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eseguite. La riga in alto dice VERM1 000 e, a destra, BEST 000; ogni pasto aggiunge uno; quando perdete, BEST mostra il vostro punteggio. Poi aprite il debugger e guardate score_txt in memoria: dopo tre pasti i suoi byte sono 30 30 33 00. State leggendo i caratteri prodotti dalla vostra divisione.
Per il docente: Questo programma intermedio, la Parte 3 con le nuove draw_score, to_decimal e .data, viene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costante SPEED_Q8 è sostituita da due: un minimo di 32 e un massimo di 96. Sono valori in virgola fissa, in 256-esimi di cella per frame, come nella Parte 2: 32 significa un passo ogni otto frame, 96 significa tre passi ogni otto frame.
Per il docente: Sostituite le costanti della Parte 3. Cambiano solo le due righe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timer alla fine di play_update. La velocità è 32 più quattro volte il punteggio: uno scorrimento di due posizioni e una somma. Poi un confronto tiene il minore tra questo valore e il massimo. Il resto è il timer che conoscete: la velocità si somma a un accumulatore, e si fa un passo quando questo supera 256. Un valore che segue una retta e poi resta a un limite è una saturazione.
Per il docente: Sostituite il timer alla fine di play_update. Una saturazione: il valore segue una retta e poi resta al limite, come il clamp del primo laboratorio. Con la virgola fissa la velocità cambia di un sessantaquattresimo di cella per frame a ogni pasto: nessuna velocità intera potrebbe essere così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eseguite: il verme parte più lento che nella Parte 3 e accelera a ogni pasto. Con il debugger contate i frame tra due passi a punteggio zero: otto. Arrivate a sedici punti e verificate che la velocità non cambia più. Poi, se ne avete il coraggio, provate un massimo di 256: un passo per frame.
Per il docente: Verificato da tests/verm1_steps.py: 8 passi nei primi 64 frame di una partita.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play_note sostituisce eat_sound. Il chiamante sceglie la nota e la durata, in a2 e a4; la funzione compila canale, strumento e volume e chiama prg32_audio_note. Notate la scelta dei registri: nota e durata sono già dove le aspetta la funzione del runtime, quindi non c'è nulla da spostare. Un contratto progettato attorno al chiamato risparmia istruzioni.
Per il docente: Gli argomenti restano nei registri in cui prg32_audio_note li aspetta: a2 è la nota e a4 la durata in entrambe le funzioni. Progettare un contratto attorno al chiamato risparmia spostamenti.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step, con due store in più: prima che la testa si muova, le sue coordinate vengono scritte in old_x e old_y. Quella cella sta per smettere di essere testa e diventare corpo, e draw dovrà ridipingerla.
Per il docente: Al codice della Parte 3 si aggiungono due store: le righe che scrivono old_x e old_y.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ramo del pasto. Quando il verme mangia, la coda non si muove, quindi non c'è alcuna cella da cancellare: erase_on viene messo a zero per dirlo.
Per il docente: Si aggiungono due righe: lo store di zero in erase_on.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il verme non mangia, la coda lascia una cella: le sue coordinate vengono salvate in erase_x ed erase_y, ed erase_on diventa 1. Più sotto, la collisione con il corpo non è più gestita qui: è diventata una sola chiamata a game_is_over.
Per il docente: L'inizio è nuovo, sette righe; la fine è più corta che nella Parte 3, perché la transizione a OVER è diventata una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testa viene scritta nell'anello e nella mappa, esattamente come nella Parte 3. La slide è qui solo perché la funzione continua nella successiva.
Per il docente: Righe invariate, mostrate perché la funzione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fine di step. Prima dirty viene messo a 1: c'è stato un passo, e draw ha da fare. Poi, se il verme ha mangiato: un punto in più, nuovo cibo, e una nota breve e acuta, la numero 72 per 60 millisecondi, richiesta con due li e una chiamata.
Per il docente: Questo sostituisce la fine di step. Nota 72 per 60 millisecondi: il suono della Parte 2, attraverso la nuova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game_is_over raccoglie in un posto solo tutto ciò che comporta la transizione da PLAY a OVER: il nuovo stato, l'aggiornamento del punteggio migliore, dirty messo a 2 perché va disegnata un'intera schermata nuova, e una nota lunga e bassa, la numero 36 per 400 millisecondi. Una transizione della macchina a stati merita una funzione tutta sua.
Per il docente: Una transizione della macchina a stati merita una funzione tutta sua: stato, uscite e suono in un posto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Compilate ed eseguite: il gioco appare esattamente come dopo il secondo passo. Ciò che cambia si sente: una nota bassa quando vi mordete. Nel debugger guardate erase_x ed erase_y seguire la coda, un passo indietro, e dirty restare a 1 o 2: viene scritto, e nessuno lo legge ancora.
Per il docente: Questo programma intermedio viene compilato ed eseguito da tests/verm1_steps.py: verm1_draw della Parte 3 con step, play_note e game_is_over della Parte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nuova verm1_draw legge dirty e lo azzera subito. Se valeva zero, ritorna immediatamente: niente stack frame, niente chiamate, cinque istruzioni macchina. Se valeva 1, c'è stato un passo e viene chiamata draw_changes. Se valeva 2, lo stato è cambiato e draw_full ridisegna tutto. Il caso più frequente è il meno costoso, ed è il segno di un'ottimizzazione ben fatta.
Per il docente: Sostituite verm1_draw. Il frame viene creato solo se c'è qualcosa da fare: il caso comune, nulla è cambiato, costa cinque istruzioni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draw_changes dipinge al massimo tre celle. Se erase_on è a 1, la cella lasciata dalla coda diventa nera. La vecchia testa viene ridipinta con il colore del corpo. Poi la nuova testa, il cibo e il punteggio. L'ordine conta: la testa può entrare proprio nella cella che la coda ha appena lasciato, quindi la cancellazione deve venire prima e la testa dopo.
Per il docente: La testa può entrare nella cella che la coda ha appena lasciato: cancellare prima e disegnare la testa dopo dà l'immagine giusta.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draw_full è il corpo della vecchia verm1_draw: cancella lo schermo e disegna il punteggio; nello stato TITLE aggiunge l'invito e ritorna. Viene chiamata una volta per ogni cambio di stato, non a ogni frame.
Per il docente: Chiamata una volta per ogni cambio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di draw_full: in PLAY e OVER disegna il verme e il cibo con le loro funzioni, e in OVER aggiunge le due parole del game over.
Per il docente: La seconda metà di draw_full.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draw_head disegna una cella in verde brillante: la voce head_i dell'anello. È una piccola funzione con un solo compito, usata da draw_changes.
Per il docente: Una piccola funzione usata da draw_changes.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draw_food: le tre righe che stavano dentro draw ora hanno un nome e due chiamanti, il disegno completo e quello parziale.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draw_text, la funzione di servizio della Parte 3, invariata. Ha una slide tutta sua perché nella Parte 3 ne condivideva una con il testo del game over.
Per il docente: Invariata: era mostrata insieme al testo del game over nella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con tre righe in più: dirty parte da 2, perché la schermata del titolo va disegnata una volta.
Per il docente: Sostituite verm1_init: si aggiungono tre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verm1_update, la transizione da OVER di nuovo a TITLE ora mette anche dirty a 2: un nuovo stato è una nuova schermata.
Per il docente: Sostituite la stessa parte di verm1_update.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in new_game, per la transizione da TITLE a PLAY. È la regola della tecnica: ogni transizione chiede un disegno completo, ogni passo uno parziale. Se ne dimenticate uno, lo schermo mostra uno stato che non è più vero, ed è l'errore tipico.
Per il docente: Ogni transizione della macchina chiede un disegno completo; ogni passo ne chiede uno parziale. Dimenticarne uno è il tipico errore di questa tecnica: lo schermo mostra uno stato che non è più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Verm1 finito. Deve essere lo stesso gioco di dopo il terzo passo, pixel per pixel: l'ottimizzazione non deve vedersi. Se vedete scie o buchi, qualche cambiamento non è stato annotato: trovatelo con il debugger, partendo dalle tre variabili che scrive step.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Segue un'appendice: le otto parti del file che non sono cambiate rispetto alla Parte 3. Sono incluse perché questa presentazione contenga l'intero programma; nel vostro file tenetele come sono.
Per il docente: File di riferimento di questa parte: verm1/verm1_part4.S (565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verm1_update: la lettura dei pulsanti e il rilevatore di fronte della Parte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new_game: la mappa viene svuotata e il verme viene posato.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sterzata dentro play_update: le maschere dei pulsanti e la regola che vieta l'inversione a U, dalla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step: lo stack frame e la ricerca della direzione nelle tabelle dx e 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place_food: una cella a caso, ritentata finché non è libera.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draw_worm, che percorre l'anello all'indietro. Ora è usata solo da draw_full, una volta per nuova schermata.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dalle celle ai pixel: la stessa funzione dalla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.rodata: le stringhe e le tabelle delle direzioni.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idee per fare vostro il gioco. Una pausa con il pulsante B: un quarto stato. Una melodia nella schermata del titolo, da una tabella di note. Cibo bonus che vale di più e scompare. I vostri colori, o le vostre regole. La versione che pubblicherete nella prossima lezione dovrebbe contenere qualcosa di vostro, a cominciare dal titolo.
Per il docente: Pausa: uno stato PAUSED con transizioni sul fronte di B (0x20), e dirty = 2 a entrambe le transizioni. Melodia: un indice e un contatore di frame in .data; la tabella si legge come dx.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22: Verm1, parte 4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4: il gioco finito: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22-Architettura_dei_Calcolatori-Verm1_Parte_4.pptx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31 listati della Lezione 22,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verm1/verm1_part4.S, 565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to_decimal: dividere per dieci, tre volte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to_decimal: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0..999, a1 = address of 3 chars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units: the remainder of value /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48 is the ASCII code of '0'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2(a1)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divu a0, a0, 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tens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1(a1)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divu a0, a0, 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remu t1, a0, t0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hundreds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48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leaf function: no stack frame needed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Contratto: a0 = valore, a1 = dove vanno i 3 caratteri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 dà la cifra, divu ciò che resta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 memorizza un byte: scostamenti 2, 1, 0 da a1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foglia: solo registri t, nessun frame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draw_score: due numeri, due testi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a1, score_txt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to_decimal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score, as three characters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score_txt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a1, best_txt+5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letters "BEST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to_decimal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best_txt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draw_score della Parte 3: via le tacche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cifre vengono scritte in una stringa in RAM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best_txt+5: salta BEST e lo spazio, cinque caratteri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la stringa si disegna come ogni altra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le variabili della Parte 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dirty:     .word 2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nothing to draw, 1 a step, 2 everything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old_x:   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where the head was before the step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old_y:  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erase_on:  .word 0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if the tail left a cell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erase_x: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erase_y:   .word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score_txt: .asciz "000"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filled in by to_decimal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best_txt:  .asciz "BEST 000"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la .data della Parte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stringhe che il programma compila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dirty, old ed erase: usate nei passi 3 e 4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le cifre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la riga in alto dice VERM1 000 e, a destra, BEST 000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e mangiate: 001, 002, ...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Perdete: nella schermata di game over BEST mostra il vostro punteggio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score_txt in memoria e leggetene i byte: 30 30 33 00 dopo tre pasti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punteggio e il punteggio migliore in cifre; tutto il resto come nella Parte 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due velocità invece di una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SPEED_MIN, 32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32/256 of a cell per frame at the 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SPEED_MAX, 96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never goes faster than this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è sostituita da un minimo e un massimo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32/256: un passo ogni 8 frame all'inizio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96/256: al massimo tre passi ogni 8 frame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una velocità che cresce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t3, t3,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t3, t3, SPEED_MIN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speed = 32 + 4 * score, in 1/256 of a cell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SPEED_MAX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t3, t4,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t3, t4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but never more than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  la   t0, step_q8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t3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32 + 4 x score: uno scorrimento e una somma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e mv: il minore tra speed e 96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resto è il timer che conoscete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limite si raggiunge a 16 punti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sempre più veloce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56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38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il verme parte più lento che nella Parte 3, e accelera a ogni pasto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78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6395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Contate con il debugger i frame tra due passi a punteggio 0: otto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539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53568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 16 punti: la velocità non cambia più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50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317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Provate SPEED_MAX = 256, se ne avete il coraggio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partenza lenta, un passo ogni 8 frame, e un'accelerazione visibile nei primi pasti.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play_note: una funzione, ogni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play_note: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MIDI note, a4 = milliseconds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eat_sound con play_note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chiamante sceglie nota e durata: a2 e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compila gli altri tre argomenti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ricordare la vecchia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where the head was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la stessa parte di step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old_x, old_y: la cella che la testa sta lasciando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la ridipingerà con il colore del corpo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c'è una cella da cancellare?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so there is no cell to erase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Mangiando: la coda resta, niente da cancellare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erase_on = 0 lo dice a draw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annotare la coda, chiamare la fine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cell the tail leaves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t5,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game_is_over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lascia una cella: ricordare quale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erase_on = 1: draw deve dipingerla di nero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collisione ora è una chiamata: game_is_over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nella Parte 3, fino ai due sb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della funzione è nella prossima slide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qualcosa è cambiato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screen must follow: a few cells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short high note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play_note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1: c'è stato un passo, draw ha da fare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pasto: un punto, nuovo cibo, una nota breve e acuta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a2 e li a4, poi call: argomenti per contratto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game_is_over: la transizione, in un posto solo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game_is_over: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--&gt; OVER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a2, 36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long low 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400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PLAY a OVER, e il punteggio migliore, come nella Parte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va disegnata una nuova schermata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lunga e bassa: 36, per 400 millisecondi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il suono della sconfitta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il gioco appare esattamente come dopo il passo 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pasto suona come prima; mordersi dà una nota lunga e bassa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guardate erase_x ed erase_y seguire la coda, un passo indietro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resta a 1 o 2: nessuno lo legge ancora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cambiamento visibile: lo schermo viene ancora disegnato per intero a ogni frame. Le nuove variabili vengono scritte e non ancora usate.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niente, poco, o tutto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nothing changed: nothing to draw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1f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draw_changes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step: a few cells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draw_full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everything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0: ritorno immediato, niente frame né chiamate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1: c'è stato un passo, disegna i cambiamenti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una nuova schermata, disegna tutto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flag viene azzerato appena letto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draw_changes: tre celle e il punteggio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draw_changes: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erase_y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cell the tail has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old_x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old_y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old head is now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draw_head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lasciata dalla coda, se c'è: nera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vecchia testa: colore del corpo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la nuova testa, il cibo, il punteggio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conta: la testa si disegna dopo la cancellazione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draw_full: una schermata intera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draw_full: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draw_score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corpo della vecchia verm1_draw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punteggio si disegna anche nella schermata del titolo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l'invito, e nient'altro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draw_full: PLAY e 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draw_worm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draw_food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 il cibo, con le loro funzioni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le due parole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draw_head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draw_head: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è la voce head_i dell'anello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cella, verde brillante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draw_food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draw_food: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tre righe che stavano dentro draw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hanno un nome, e due chiamanti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di servizio della Parte 3, in una slide tutta sua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chiedere la prima schermata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whole title screen, once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= 2: la schermata del titolo va disegnata una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nuovo stato è una nuova schermata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OVER a TITLE: dirty =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aggiungono tre righe, dopo lo store dello stato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new_game: e anche qui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screen: draw everything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TITLE a PLAY: dirty =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aggiungono tre righe, prima del ritorno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il Verm1 finito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 004, sette celle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4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di una partita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lo stesso gioco di dopo il passo 3, pixel per pixel. Se vedete scie o buchi, un cambiamento non è stato annotato: usate il debugger.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le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parti del file sono quelle della Parte 3: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prossime slide,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update, new_game (prima metà), play_update (sterzata), step (ricerca in tabella), place_food, draw_worm, draw_cell, .rodata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update: pulsanti e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rilevatore di fronte della Parte 3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new_game: la mappa 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metà di new_game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play_update: la sterzata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maschere e la regola dell'inversione a U della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step: la ricerca in tabella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e le tabelle dx, dy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place_food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libera a caso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draw_worm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solo da draw_full, una volta per nuova schermata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Dalle celle ai pixel, dalla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.rodata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Stringhe e tabelle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gioco finito: il punteggio e il punteggio migliore in cifre, un verme che va più veloce al crescere del punteggio, una nota breve per un pasto e una lunga e grave per la fine.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pausa: il pulsante B ferma il gioco e scrive PAUSE; di nuovo B lo riprende. Un quarto stato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melodia nella schermata del titolo: una tabella di note in .rodata, una nota ogni 15 frame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Cibo bonus: un pezzo su cinque è giallo, vale tre punti, e scompare dopo 100 frame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vostri colori con prg32_palette_set, o le vostre regole: ora il gioco è vostro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che pubblicherete nella Lezione 23 dovrebbe avere qualcosa di vostro. Cambiate anche la stringa del titolo.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4: il gioco finito: il codice</dc:title>
  <dc:subject>Lezione 22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