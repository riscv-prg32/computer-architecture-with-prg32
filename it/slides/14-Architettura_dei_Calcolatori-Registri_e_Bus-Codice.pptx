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6a421b3-0c36-d458-9d8b-62b5f2a270eb}">
          <p14:sldIdLst>
            <p14:sldId id="256"/>
            <p14:sldId id="257"/>
          </p14:sldIdLst>
        </p14:section>
        <p14:section name="Riscaldamento sulla macchina" id="{cde7969a-584f-a29c-58e6-ebe313b2f44f}">
          <p14:sldIdLst>
            <p14:sldId id="258"/>
          </p14:sldIdLst>
        </p14:section>
        <p14:section name="Ritorno alla macchina" id="{17923d43-24f1-50c7-64a9-e4cd31565e8b}">
          <p14:sldIdLst>
            <p14:sldId id="259"/>
            <p14:sldId id="260"/>
          </p14:sldIdLst>
        </p14:section>
        <p14:section name="Il programma completo" id="{4bfb75a1-c88b-b884-6f86-ed2583bb6964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Eseguire e provare" id="{1a4e2d0a-a3b0-ce74-1552-c654deb98970}">
          <p14:sldIdLst>
            <p14:sldId id="267"/>
            <p14:sldId id="268"/>
            <p14:sldId id="269"/>
            <p14:sldId id="270"/>
            <p14:sldId id="271"/>
          </p14:sldIdLst>
        </p14:section>
        <p14:section name="Esercizi" id="{1507db60-134b-ea31-6317-c38397cc87f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14.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 registri a scorrimento; i registri come flip-flop; bus e porte three-state. DA UTILIZZARE OGGI: il programma completo, gli strumenti di PRG32 (si usa, non si studia, in questo corso). DA COMPRENDERE PIÙ AVANTI: l'I/O mappato in memoria (Lezione 15); memorie e indirizzi (Lezione 15).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~/arc12/code/l14.S;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~/arc12/code/l14.S;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ciclo invia un byte un bit alla volta, a partire dal più significativo. A ogni giro il byte viene scorso a destra di 7 e mascherato con 1, il che ne isola il bit più alto; quel bit verrebbe messo su una linea dati e si darebbe un impulso su una linea di clock; poi il byte viene scorso a sinistra di uno, così il bit successivo sale nella posizione più alta. Dopo otto giri tutto il byte è partito. Il ciclo è un registro a scorrimento in software. Il chip del kit contiene hardware che fa la stessa cosa, milioni di volte al secondo.
DA COMPRENDERE OGGI: i registri a scorrimento. DA COMPRENDERE PIÙ AVANTI: l'I/O mappato in memoria (si studia nella Lezione 15).
Per il docente: Scritto per questa lezione. Sul kit il display usa SPI e l'amplificatore I2S: entrambi sono bus seriali pilotati da registri a scorrimento interni al chip. Le due righe omesse scriverebbero in registri GPIO mappati in memoria (Lezione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bus del kit. Dentro il chip il bus è parallelo. Il display è collegato con SPI, un bus seriale con un clock, una linea dati, un chip select e una linea che distingue i dati dai comandi: ogni pixel di ogni frame vi viaggia bit per bit. L'amplificatore è collegato con I2S, un altro bus seriale, che porta 22.050 campioni audio al secondo. I pulsanti usano un filo ciascuno: una rappresentazione decodificata. USB, anch'esso seriale, porta il firmware e la console di debug.
DA COMPRENDERE OGGI: bus e porte three-state.
Per il docente: Dalla descrizione hardware del repository di PRG32 (docs/hardware). Chip select è il CS della piccola memoria della presentazione della lezione: più dispositivi possono condividere lo stesso bus seriale perché ascolta solo quello selezionato.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istruzioni di scorrimento spostano tutti i bit di un registro in un solo passo: slli e srli riempiono di zeri, srai con copie del bit di segno; sll, srl e sra prendono il numero di posizioni da un registro. In hardware non si tratta di una catena di flip-flop, che richiederebbe un impulso di clock per posizione, ma di un barrel shifter, una rete combinatoria fatta di strati di multiplexer, ed è una delle unità della ALU. Il codice a destra mostra le due conversioni tra parallelo e seriale.
DA COMPRENDERE OGGI: i registri a scorrimento.
Per il docente: A un vero registro a scorrimento servono n impulsi di clock per n posizioni; il barrel shifter della ALU è combinatorio e lo fa entro un periodo di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code/l14.S,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Disegnate un registro a scorrimento a 4 bit con ingresso seriale e uscita parallela e seguitene il contenuto su quattro impulsi di clock. Scrivete i segnali di abilitazione e di caricamento che copiano un registro in un altro su un bus comune. Completate il riscaldamento con il ciclo di ricezione. Su PRG32 mostrate un byte come otto lampade e fatelo scorrere ogni mezzo secondo. Infine fate rientrare da un lato il bit che esce dall'altro: una rotazione, detta anche contatore ad anello.
Per il docente: Esercizio 3: slli a1, a1, 1 e poi or con il bit ricevuto, otto volte. Esercizio 5: srli t1, a0, 7; andi t1, t1, 1; slli a0, a0, 1; or a0, a0, t1; andi a0, a0, 255.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14: Registri e bus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14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Macchine elementari: registri e bus: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14-Architettura_dei_Calcolatori-Registri_e_Bus.pptx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menu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 listati della Lezione 14,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code/l14.S, 94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Inviare un byte un bit alla volta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the byte to send, most significant bit first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8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eight bits to go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srli t1, a0, 7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7 down to bit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bit to put on the wire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drive the data line with t1,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pulse the clock line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a0, 1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shift left: the next bit moves up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t0, t0, -1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t0, 1b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display e il chip audio del kit sono collegati da pochi fili, non da trentadue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parola deve quindi viaggiare un bit dopo l'altro: un trasferimento seriale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è un registro a scorrimento in software: scorrere, prendere un bit, ripetere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L'ESP32-C6 ha hardware che fa esattamente questo, milioni di volte al secondo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5451" y="91440"/>
            <a:ext cx="5467604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202883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2883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02883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3467" y="128016"/>
            <a:ext cx="201168" cy="20116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59499" y="91440"/>
            <a:ext cx="5046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pPr indent="0" marL="0">
              <a:buNone/>
            </a:pPr>
            <a:r>
              <a:rPr lang="en-US" sz="11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l'I/O mappato in memoria</a:t>
            </a:r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080336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8033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352" y="128016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464384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a scorrimento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bus del kit PRG32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546259"/>
                <a:gridCol w="2091570"/>
                <a:gridCol w="3273762"/>
                <a:gridCol w="31828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Collegamento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vi viaggia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l'ESP32-C6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linee dati, indirizzi e controllo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istruzioni, dati e trasferimenti tra registri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(ILI9341)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seriale, SPI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clock, dati in uscita, chip select, dato/comando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ogni pixel di ogni frame, bit per bit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amplificatore audio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seriale, I2S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di bit, selezione di parola, dati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campioni audio, 22.050 al secondo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e pulsanti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filo per pulsante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piedino di ingresso ciascuno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rappresentazione decodificata: una linea per pulsante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verso il portatile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seriale, coppia differenziale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fili di dati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firmware e la console di debug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bus e porte three-state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Scorrimenti in RISC-V: uno shift register in un'istruzione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15999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97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slli e srli spostano tutti i bit di un registro di un dato numero di posizioni, riempiendo di zeri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623375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524697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srai riempie con copie del bit di segno (Lezione 05)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340537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06699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sll, srl e sra prendono la quantità da un secondo registro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18738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088702"/>
            <a:ext cx="5468112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hardware uno scorrimento di una quantità qualsiasi in un solo passo è fatto da un barrel shifter: strati di multiplexer, non una catena di flip-flop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" y="5620131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521452"/>
            <a:ext cx="5468112" cy="650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shifter è una delle unità della ALU della Lezione 11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4876495" cy="3108960"/>
          </a:xfrm>
          <a:prstGeom prst="roundRect">
            <a:avLst>
              <a:gd name="adj" fmla="val 2353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600200"/>
            <a:ext cx="44192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parallel to serial, LSB 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andi t1, a0, 1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bit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srli a0, a0, 1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 bit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serial to parallel, MSB 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slli a1, a1, 1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room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 a1, a1, t1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insert bit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 registri a scorrimento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(1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14: Elementary Machines: Registers and Buses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l14.S: a byte sent one bit at a time, and rebuilt at the other end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top row: the eight bits of 0xA5 in the order in which they leave,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most significant first (lit, dark, lit, dark, dark, lit, dark, lit). Bottom row: the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byte rebuilt by the receiver. A green square says that it is equal to the byte sent.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l14.S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l14 --name l14 --out l14.prg32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 0xf800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BYTE,   0xA5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byte to send: 1010 0101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l14_init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l14_update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l14_draw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(2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l14_init: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lamp: a0 = position 0 to 7, a1 = y, a2 = bit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a2, 1f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slli a0, a0, 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36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36 + 32 * position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24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tail prg32_gfx_rect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(3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l14_draw: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s3,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(4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BYTE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of the slide: the byte to send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0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receiver's shift register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many bits have gone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srli t1, s0, 7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7 down to bit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s3, t1, 1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s3 = the bit to put on the wire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s2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here the wire is a lamp: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position = the order of sending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a2, s3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s1, s1, 1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receiver: make room (serial to parallel)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s1, s1, s3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insert the bit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s0, s0, 1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sender: shift left, the next bit moves up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s0, s0, 255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(keep eight bits)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8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eight bits to go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1b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(5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s2, 0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 the byte that the receiver rebuilt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li   t0, 7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t0, t0, s2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a2, s1, t0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lamp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s2, s2,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s2, t0, 2b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l14.S (6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it the byte that was sent?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BYTE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s1, t0, 3f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a0, 152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150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s3,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s2, 16(sp)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20(sp)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24(sp)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28(sp)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301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riga in alto: gli otto bit di 0xA5 nell'ordine in cui escono, il più significativo per primo (accesa, spenta, accesa, spenta, spenta, accesa, spenta, accesa). Riga in basso: il byte ricostruito dal ricevitore. Un quadrato verde dice che è uguale al byte inviato.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519074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5068824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l14 --name l14 --out l14.prg32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l14.prg32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l14 --name l14 --architecture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l14-qemu.prg32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~/arc12/code/l14.S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l14 --name l14 --architecture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l14-esp32c6.prg32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l14-esp32c6.prg32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l14;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un registro a scorrimento a 4 bit, ingresso seriale e uscita parallela, con flip-flop D, e compilatene il contenuto su quattro impulsi di clock per l'ingresso 1, 0, 1, 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03729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85441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registri condividono un bus comune: scrivete i segnali di abilitazione e di caricamento necessari per copiare il registro B nel registro 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9295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074670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 il riscaldamento: scrivete il ciclo che riceve otto bit da una linea e ricostruisce il byte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82187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763899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 mostrate un byte come otto lampade e fatelo scorrere a sinistra di una posizione ogni mezzo secondo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4531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rientrare da destra il bit che esce a sinistra (una rotazione): un contatore ad anello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una configurazione di lampade che cammina verso sinistra e, nell'ultimo esercizio, gira all'infinito.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Macchine elementari: registri e bus: il codice</dc:title>
  <dc:subject>Lezione 14</dc:subject>
  <dc:creator>Raffaele Montella</dc:creator>
  <cp:lastModifiedBy>Raffaele Montella</cp:lastModifiedBy>
  <cp:revision>1</cp:revision>
  <dcterms:created xsi:type="dcterms:W3CDTF">2026-10-16T16:46:58Z</dcterms:created>
  <dcterms:modified xsi:type="dcterms:W3CDTF">2026-10-16T16:46:58Z</dcterms:modified>
</cp:coreProperties>
</file>