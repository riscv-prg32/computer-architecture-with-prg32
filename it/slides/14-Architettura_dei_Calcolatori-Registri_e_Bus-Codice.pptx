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70b413f-3713-b396-5092-1cf17737dc4e}">
          <p14:sldIdLst>
            <p14:sldId id="256"/>
            <p14:sldId id="257"/>
          </p14:sldIdLst>
        </p14:section>
        <p14:section name="Riscaldamento sulla macchina" id="{89e397b2-0125-8d57-cfbb-93a86058e63c}">
          <p14:sldIdLst>
            <p14:sldId id="258"/>
          </p14:sldIdLst>
        </p14:section>
        <p14:section name="Ritorno alla macchina" id="{dbc07353-9956-69c2-e68d-49b15f6e6fc7}">
          <p14:sldIdLst>
            <p14:sldId id="259"/>
            <p14:sldId id="260"/>
          </p14:sldIdLst>
        </p14:section>
        <p14:section name="Il programma completo" id="{b6f140be-a6ae-9c9f-288f-ed366f46acd3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seguire e provare" id="{5835a8dc-7317-4b15-1d72-178d7afa9ea3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c0db28a3-e3ad-7c61-eedc-43461819b71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14.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invia un byte un bit alla volta, a partire dal più significativo. A ogni giro il byte viene scorso a destra di 7 e mascherato con 1, il che ne isola il bit più alto; quel bit verrebbe messo su una linea dati e si darebbe un impulso su una linea di clock; poi il byte viene scorso a sinistra di uno, così il bit successivo sale nella posizione più alta. Dopo otto giri tutto il byte è partito. Il ciclo è un registro a scorrimento in software. Il chip del kit contiene hardware che fa la stessa cosa, milioni di volte al secondo.
Per il docente: Scritto per questa lezione. Sul kit il display usa SPI e l'amplificatore I2S: entrambi sono bus seriali pilotati da registri a scorrimento interni al chip. Le due righe omesse scriverebbero in registri GPIO mappati in memoria (Lezione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bus del kit. Dentro il chip il bus è parallelo. Il display è collegato con SPI, un bus seriale con un clock, una linea dati, un chip select e una linea che distingue i dati dai comandi: ogni pixel di ogni frame vi viaggia bit per bit. L'amplificatore è collegato con I2S, un altro bus seriale, che porta 22.050 campioni audio al secondo. I pulsanti usano un filo ciascuno: una rappresentazione decodificata. USB, anch'esso seriale, porta il firmware e la console di debug.
Per il docente: Dalla descrizione hardware del repository di PRG32 (docs/hardware). Chip select è il CS della piccola memoria della presentazione della lezione: più dispositivi possono condividere lo stesso bus seriale perché ascolta solo quello selezionato.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istruzioni di scorrimento spostano tutti i bit di un registro in un solo passo: slli e srli riempiono di zeri, srai con copie del bit di segno; sll, srl e sra prendono il numero di posizioni da un registro. In hardware non si tratta di una catena di flip-flop, che richiederebbe un impulso di clock per posizione, ma di un barrel shifter, una rete combinatoria fatta di strati di multiplexer, ed è una delle unità della ALU. Il codice a destra mostra le due conversioni tra parallelo e seriale.
Per il docente: A un vero registro a scorrimento servono n impulsi di clock per n posizioni; il barrel shifter della ALU è combinatorio e lo fa entro un periodo di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Disegnate un registro a scorrimento a 4 bit con ingresso seriale e uscita parallela e seguitene il contenuto su quattro impulsi di clock. Scrivete i segnali di abilitazione e di caricamento che copiano un registro in un altro su un bus comune. Completate il riscaldamento con il ciclo di ricezione. Su PRG32 mostrate un byte come otto lampade e fatelo scorrere ogni mezzo secondo. Infine fate rientrare da un lato il bit che esce dall'altro: una rotazione, detta anche contatore ad anello.
Per il docente: Esercizio 3: slli a1, a1, 1 e poi or con il bit ricevuto, otto volte. Esercizio 5: srli t1, a0, 7; andi t1, t1, 1; slli a0, a0, 1; or a0, a0, t1; andi a0, a0, 255.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14: Registri e bus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elementari: registri e bus: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14-Architettura_dei_Calcolatori-Registri_e_Bus.pptx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code/l14.S,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Inviare un byte un bit alla volta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the byte to send, most significant bit first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eight bits to go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t1, a0, 7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7 down to bit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bit to put on the 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drive the data line with t1,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pulse the clock line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1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shift left: the next bit moves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t0, 1b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e il chip audio del kit sono collegati da pochi fili, non da trentadue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deve quindi viaggiare un bit dopo l'altro: un trasferimento seriale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è un registro a scorrimento in software: scorrere, prendere un bit, ripetere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ha hardware che fa esattamente questo, milioni di volte al secondo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del kit PRG32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2091570"/>
                <a:gridCol w="3273762"/>
                <a:gridCol w="31828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Collegamento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vi viaggia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l'ESP32-C6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linee dati, indirizzi e controllo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istruzioni, dati e trasferimenti tra registri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(ILI9341)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SPI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clock, dati in uscita, chip select, dato/comando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pixel di ogni frame, bit per bit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audio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di bit, selezione di parola, dati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campioni audio, 22.050 al secondo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filo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piedino di ingresso ciascuno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rappresentazione decodificata: una linea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verso il portatile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seriale, coppia differenziale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fili di dati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e la console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Scorrimenti in RISC-V: uno shift register in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e srli spostano tutti i bit di un registro di un dato numero di posizioni, riempiendo di zeri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srai riempie con copie del bit di segno (Lezione 05)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sll, srl e sra prendono la quantità da un secondo registro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uno scorrimento di una quantità qualsiasi in un solo passo è fatto da un barrel shifter: strati di multiplexer, non una catena di flip-flop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shifter è una delle unità della ALU della Lezione 11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parallel to serial, LSB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t1, a0,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bit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srli a0, a0,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bit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serial to parallel, MSB first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a1, a1, 1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 a1, a1, t1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insert bit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14: Elementary Machines: Registers and Buses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l14.S: a byte sent one bit at a time, and rebuilt at the other end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top row: the eight bits of 0xA5 in the order in which they leave,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most significant first (lit, dark, lit, dark, dark, lit, dark, lit). Bottom row: the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rebuilt by the receiver. A green square says that it is equal to the byte sent.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l14.S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l14 --name l14 --out l14.prg32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BYTE,   0xA5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to send: 1010 0101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l14_draw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position 0 to 7, a1 = y, a2 =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36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36 + 32 * 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s3,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BYTE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of the slide: the byte to send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receiver's shift register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how many bits have gone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t1, s0, 7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7 down to bit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s3, t1,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s3 = the bit to put on the wire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s2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here the wire is a lamp: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position = the order of sending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s1, s1,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receiver: make room (serial to parallel)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s1, s1, s3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insert the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s0, s0, 1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sender: shift left, the next bit moves 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s0, s0, 255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(keep eight bits)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eight bits to go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the byte that the receiver rebuilt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t0,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a2, s1, 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2b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l14.S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it the byte that was sent?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BYTE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s1, t0, 3f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s3,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301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riga in alto: gli otto bit di 0xA5 nell'ordine in cui escono, il più significativo per primo (accesa, spenta, accesa, spenta, spenta, accesa, spenta, accesa). Riga in basso: il byte ricostruito dal ricevitore. Un quadrato verde dice che è uguale al byte inviato.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51907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506882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l14 --out l14.prg32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l14 --name l14 --architecture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registro a scorrimento a 4 bit, ingresso seriale e uscita parallela, con flip-flop D, e compilatene il contenuto su quattro impulsi di clock per l'ingresso 1, 0, 1,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0372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85441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registri condividono un bus comune: scrivete i segnali di abilitazione e di caricamento necessari per copiare il registro B nel registro 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29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7467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riscaldamento: scrivete il ciclo che riceve otto bit da una linea e ricostruisce il byte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8218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763899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mostrate un byte come otto lampade e fatelo scorrere a sinistra di una posizione ogni mezzo secondo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rientrare da destra il bit che esce a sinistra (una rotazione): un contatore ad anello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configurazione di lampade che cammina verso sinistra e, nell'ultimo esercizio, gira all'infinito.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elementari: registri e bus: il codice</dc:title>
  <dc:subject>Lezione 14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