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b95e05d-279e-fcba-a15a-c22850e88fae}">
          <p14:sldIdLst>
            <p14:sldId id="256"/>
            <p14:sldId id="257"/>
          </p14:sldIdLst>
        </p14:section>
        <p14:section name="Riscaldamento sulla macchina" id="{bba78687-5a6e-a4b3-90bc-0f0d2c3d1282}">
          <p14:sldIdLst>
            <p14:sldId id="258"/>
          </p14:sldIdLst>
        </p14:section>
        <p14:section name="Ritorno alla macchina" id="{e4da0f3d-c2af-7e6c-12ba-f994f7003015}">
          <p14:sldIdLst>
            <p14:sldId id="259"/>
          </p14:sldIdLst>
        </p14:section>
        <p14:section name="Il programma completo" id="{998e2169-9d40-80af-77c7-e3e9b8dabe5f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seguire e provare" id="{945be0ac-2793-8979-d8a2-eeb54c21ae96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5f035adb-54ed-5537-34fb-7bf0539d071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09.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
Percorso. I risultati di oggi: (1) scrivere una funzione in forma canonica dalla sua tabella di verità; (2) minimizzare una funzione di al più quattro variabili con una mappa di Karnaugh; (3) costruire un sommatore completo e concatenarlo in un sommatore a n bit. Si appoggia su: solo ciò che ha preparato la Lezione 01. Prossimo passo: Lezione 10, Introduzione all'elettronica e all'elettronica digitale.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~/arc12/code/l09.S;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~/arc12/code/l09.S;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La somma di due bit può valere 0, 1 o 2, quindi il risultato richiede due bit. xor produce il bit basso, che vale 1 quando gli ingressi differiscono; and produce il bit alto, il riporto, che vale 1 solo quando entrambi gli ingressi valgono 1. Il commento sotto il codice è una tavola di verità con due uscite, di cui vanno verificate le quattro righe. Questa coppia di porte ha un nome, il semisommatore. L'ultimo richiamo enuncia il problema della lezione: qui le porte erano date; come si trovano quando si conosce solo la tavola?
DA COMPRENDERE OGGI: il sommatore.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 or per il riporto uscente. Il programma è lo schema elettrico, letto da sinistra a destra, e permette di esercitare entrambi i problemi della Lezione 08. Analisi: eseguirlo passo-passo in PRG32-QT per le otto combinazioni di ingresso e compilare la tavola di verità. Sintesi: ricavare queste porte dalla tavola con il metodo della lezione. Con interi registri come ingressi, le stesse cinque righe operano su tutte e trentadue le posizioni di bit contemporaneamente, ma senza propagare i riporti tra di esse; la propagazione è ciò che aggiunge la catena a propagazione del riporto.
DA COMPRENDERE OGGI: il sommatore.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Scrivere le forme canoniche delle due uscite del sommatore completo. Minimizzare il riporto uscente con una mappa a tre variabili e contare le porte risparmiate. Minimizzare una funzione di quattro variabili data come elenco di mintermini, ricordando che gli angoli sono adiacenti. Costruire NOT, AND e OR con sole porte NAND, verificando ciascuna con la sua tavola di verità, il che dimostra in modo costruttivo la completezza funzionale. Poi programmare il sommatore completo su PRG32 e mostrarne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09,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code/l09.S,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09: Elements of Boolean Algebra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l09.S: a full adder, one gate per instruction, on its eight input combinations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eight rows, one per combination of A, B and Cin (000 at the top):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three lamps for the inputs on the left, then S and Cout on the right. It is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 table of the full adder.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l09.S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l09 --name l09 --out l09.prg32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 0x07ff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full_adder: a0 = A, a1 = B, a2 = Cin (each 0 or 1); result: a3 = S, a4 = Cout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column, a1 = row, a2 = bit (0 or 1), a3 = colour when the bit is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60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60 + 32 * column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t0,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 * row ...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/ 2 =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tail call: rect returns to our caller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l09_draw: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row = the three inputs as a number, 0 to 7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a0, s0, 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  = bit 2 of the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s0,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a1, a1,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   = bit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Cin = bit 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full_adder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a3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S and Cout: they are in a registers,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s2, a4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the next calls destroy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0: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1: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2: Cin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4: 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5: Cout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otto righe, una per combinazione di A, B e Cin (000 in alto): tre lampade per gli ingressi a sinistra, poi S e Cout a destra. È la tabella di verità del sommatore completo.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l09 --out l09.prg32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l09;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09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