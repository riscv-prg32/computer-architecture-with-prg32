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77c9223-0d91-64c6-726d-103f048cc24a}">
          <p14:sldIdLst>
            <p14:sldId id="256"/>
            <p14:sldId id="257"/>
          </p14:sldIdLst>
        </p14:section>
        <p14:section name="Riscaldamento sulla macchina" id="{b7a3c2a1-7d1d-7096-ba8a-bcf7740db03e}">
          <p14:sldIdLst>
            <p14:sldId id="258"/>
          </p14:sldIdLst>
        </p14:section>
        <p14:section name="Ritorno alla macchina" id="{a0466877-b02b-9857-c3c5-bc3b6dd0fba2}">
          <p14:sldIdLst>
            <p14:sldId id="259"/>
          </p14:sldIdLst>
        </p14:section>
        <p14:section name="Il programma completo" id="{52ebd440-b8f5-59db-218a-0bbaef956f7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seguire e provare" id="{9216254d-46b0-0ea5-ee0c-3cbab40ab001}">
          <p14:sldIdLst>
            <p14:sldId id="266"/>
            <p14:sldId id="267"/>
            <p14:sldId id="268"/>
            <p14:sldId id="269"/>
            <p14:sldId id="270"/>
          </p14:sldIdLst>
        </p14:section>
        <p14:section name="Esercizi" id="{1f96b559-24cd-d6d4-d660-e4943a9737b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09.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il sommatore; le funzioni booleane; le forme canoniche; minimizzazione, Karnaugh.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~/arc12/code/l09.S;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~/arc12/code/l09.S;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La somma di due bit può valere 0, 1 o 2, quindi il risultato richiede due bit. xor produce il bit basso, che vale 1 quando gli ingressi differiscono; and produce il bit alto, il riporto, che vale 1 solo quando entrambi gli ingressi valgono 1. Il commento sotto il codice è una tavola di verità con due uscite, di cui vanno verificate le quattro righe. Questa coppia di porte ha un nome, il semisommatore. L'ultimo richiamo enuncia il problema della lezione: qui le porte erano date; come si trovano quando si conosce solo la tavola?
DA COMPRENDERE OGGI: il sommatore.
Per il docente: Eseguirlo in PRG32-QT con le quattro coppie di ingressi. La Lezione 05 diceva che a un processore per l'aritmetica basta un addizionatore; questo è il suo primo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sommatore completo scritto come cinque istruzioni, una per porta: due xor per la somma, due and e un or per il riporto uscente. Il programma è lo schema elettrico, letto da sinistra a destra, e permette di esercitare entrambi i problemi della Lezione 08. Analisi: eseguirlo passo-passo in PRG32-QT per le otto combinazioni di ingresso e compilare la tavola di verità. Sintesi: ricavare queste porte dalla tavola con il metodo della lezione. Con interi registri come ingressi, le stesse cinque righe operano su tutte e trentadue le posizioni di bit contemporaneamente, ma senza propagare i riporti tra di esse; la propagazione è ciò che aggiunge la catena a propagazione del riporto.
DA COMPRENDERE OGGI: il sommatore.
Per il docente: Attività di laboratorio suggerita: un ciclo sulle otto combinazioni di ingresso che disegna i due bit di uscita come lampade, come nel laboratorio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code/l09.S,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Scrivere le forme canoniche delle due uscite del sommatore completo. Minimizzare il riporto uscente con una mappa a tre variabili e contare le porte risparmiate. Minimizzare una funzione di quattro variabili data come elenco di mintermini, ricordando che gli angoli sono adiacenti. Costruire NOT, AND e OR con sole porte NAND, verificando ciascuna con la sua tavola di verità, il che dimostra in modo costruttivo la completezza funzionale. Poi programmare il sommatore completo su PRG32 e mostrarne le uscite come lampade per le otto combinazioni di ingresso.
Per il docente: Esercizio 3: F = B'D' + B'C' + A'C'D (gli angoli; le coppie in alto a sinistra e in basso a sinistra con le loro vicine; m1 con m5). Esercizio 2: la forma canonica di Cout ha quattro mintermini (3, 5, 6, 7); la mappa dà tre clausole di due letterali.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09: Algebra di Boole (2)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09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 di algebra di Boole: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09-Architettura_dei_Calcolatori-Algebra_di_Boole_2.pptx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tet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09,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code/l09.S, 107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 a un bit senza add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and a1 hold one bit each: 0 or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goal: compute a0 + a1, which needs two bits (0, 1 or 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low bit of the sum:  1 when the bits differ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 bit, the carry: 1 when both are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a1 | t1 t0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0  0 |  0  0        0 + 0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0  1 |  0  1        0 + 1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1  0 |  0  1        1 + 0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1  1 |  1  0        1 + 1 = 2  (binary 10)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istruzioni logiche sommano due bit: nessuna aritmetica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commento è una tabella di verità con due uscite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coppia di porte si chiama semisommatore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trovano le porte quando è data la tabella? È il metodo di oggi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sommatore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sommatore completo, una porta per istruzione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A, a1 = B, a2 = Cin   (each 0 or 1)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a3 = S, a4 = Cout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  = A xor B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a3, t0, a2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   = A xor B xor Cin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  = A . B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t2, t0, a2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  = (A xor B) . Cin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a4, t1, t2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Cout = A . B + (A xor B) . Cin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istruzioni, cinque porte: il programma è lo schema, letto da sinistra a destra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Analisi: eseguitelo passo-passo in PRG32-QT e compilate la tabella di verità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Sintesi: avete ricavato queste porte dalla tabella con il metodo di questa lezione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registri interi in ingresso, le stesse righe lavorano su tutte e trentadue le posizioni di bit insieme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sommatore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(1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09: Elements of Boolean Algebra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l09.S: a full adder, one gate per instruction, on its eight input combinations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eight rows, one per combination of A, B and Cin (000 at the top):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three lamps for the inputs on the left, then S and Cout on the right. It is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truth table of the full adder.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l09.S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l09 --name l09 --out l09.prg32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CYAN,   0x07ff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l09_draw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(2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l09_update: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full_adder: a0 = A, a1 = B, a2 = Cin (each 0 or 1); result: a3 = S, a4 = Cout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full_adder: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t0, a0, a1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  = A xor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a3, t0, a2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   = A xor B xor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a0, a1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  = A .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t2, t0, a2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  = (A xor B) .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a4, t1, t2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Cout = A . B + (A xor B) . Cin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(3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lamp: a0 = column, a1 = row, a2 = bit (0 or 1), a3 = colour when the bit is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a2, 1f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slli a0, a0, 5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60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60 + 32 * column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t0, a1,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a1,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a1, a1, t0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 * row ...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a1, 1 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/ 2 = 20 * row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20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20 + 20 * row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prg32_gfx_rect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tail call: rect returns to our caller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(4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l09_draw: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 = the three inputs as a number, 0 to 7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srli a0, s0, 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a0, a0,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 = bit 2 of the row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a1, s0,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a1, a1,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  = bit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s0, 1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Cin = bit 0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full_adder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a3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S and Cout: they are in a registers,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s2, a4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the next calls destroy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(5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0: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a2, s0,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1: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a2,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2: Cin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4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4: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5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5: Cout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l09.S (6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s2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otto righe, una per combinazione di A, B e Cin (000 in alto): tre lampade per gli ingressi a sinistra, poi S e Cout a destra. È la tabella di verità del sommatore completo.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l09 --out l09.prg32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l09.prg32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l09-qemu.prg32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l09-qemu.prg32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~/arc12/code/l09.S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l09 --name l09 --architecture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l09-esp32c6.prg32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l09-esp32c6.prg32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l09;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le forme canoniche P e S delle uscite S e Cout del sommatore completo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5424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Minimizzate Cout con una mappa di Karnaugh di tre variabili. Quante porte risparmiate?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Minimizzate F = somma di m(0, 1, 2, 5, 8, 9, 10) con una mappa di quattro variabili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NOT, AND e OR usando solo NAND, e verificate ciascuno con una tabella di verità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Programmate il sommatore completo su PRG32 e mostrate S e Cout come lampade per le otto combinazioni di ingresso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Cout = AB + ACin + BCin. Su PRG32: otto coppie di lampade che riproducono la tabella di verità del sommatore completo.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Elementi di algebra di Boole: il codice</dc:title>
  <dc:subject>Lezione 09</dc:subject>
  <dc:creator>Raffaele Montella</dc:creator>
  <cp:lastModifiedBy>Raffaele Montella</cp:lastModifiedBy>
  <cp:revision>1</cp:revision>
  <dcterms:created xsi:type="dcterms:W3CDTF">2026-10-16T20:22:26Z</dcterms:created>
  <dcterms:modified xsi:type="dcterms:W3CDTF">2026-10-16T20:22:26Z</dcterms:modified>
</cp:coreProperties>
</file>