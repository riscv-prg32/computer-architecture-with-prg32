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5463938-6051-ceb4-3275-2527650b9bfc}">
          <p14:sldIdLst>
            <p14:sldId id="256"/>
            <p14:sldId id="257"/>
          </p14:sldIdLst>
        </p14:section>
        <p14:section name="I listati" id="{a6dfa1b1-d912-f992-2453-2beeace19e8b}">
          <p14:sldIdLst>
            <p14:sldId id="258"/>
            <p14:sldId id="259"/>
          </p14:sldIdLst>
        </p14:section>
        <p14:section name="Il programma completo" id="{bd8189c4-88ed-7573-74eb-d9d5e55294fb}">
          <p14:sldIdLst>
            <p14:sldId id="260"/>
            <p14:sldId id="261"/>
            <p14:sldId id="262"/>
          </p14:sldIdLst>
        </p14:section>
        <p14:section name="Eseguire e provare" id="{ebc5b28e-6391-4c1e-9eb4-3a29cafb8fd3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7c1c0d1a-e745-a10f-75f7-436f981c647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04.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vettore di quattro parole, e le quattro istruzioni che leggono l'elemento 2. la carica l'indirizzo del primo elemento. L'indice viene moltiplicato per 4, la dimensione in byte di una parola, con uno scorrimento a sinistra di 2: scorrere di una posizione raddoppia un numero binario. add forma l'indirizzo dell'elemento, e lw ne legge il valore, 34. L'espressione scores[i] di un linguaggio di alto livello è esattamente questo. Notate che cosa manca: nessuno controlla che l'indice sia minore di 4.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il caso. Il primo verifica se un numero è primo provando valori casuali: se una prova fallisce, il numero è certamente composto; se trenta prove passano, è primo con probabilità schiacciante. Barattare una minima probabilità d'errore con un grande guadagno di velocità è il modo in cui la crittografia lavora in pratica. Il secondo è un cammino casuale: il percorso è diverso a ogni esecuzione, e una simulazione media molte esecuzioni. Il listato è pseudocodice, non un linguaggio che si possa compilare.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Calcolate a mano un valore RGB565 prima di provarlo: scegliete le tre intensità, scrivete i campi in binario, raggruppate per quattro. Stampate il vostro nome e contate i byte, terminatore compreso. Dichiarate un vettore di colori con .word e leggetelo con lw, come nella slide del vettore. Infine guardate la stringa e il vettore nella vista della memoria di PRG32-QT: trovate lo zero finale, e verificate che ogni parola mostri per primo il byte meno significativo.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code/l04.S, 56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04: Representing Digital Information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l04.S: an array in memory, an element in a register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one per element of the array (32, 11, 34, 22,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pixels per unit); element 2, the one the listing loads, is yellow.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l04.S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l04 --name l04 --out l04.prg32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scores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t1,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 of scores[i]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four pixels per unit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scores[2] = 34: the element of the slide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a0, 20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30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30 + 32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una per elemento dell'array (32, 11, 34, 22, quattro pixel per unità); l'elemento 2, quello che il listato carica, è giallo.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l04 --out l04.prg32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digitale: il codice</dc:title>
  <dc:subject>Lezione 04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