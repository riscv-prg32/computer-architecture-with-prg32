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8d9f17c-98c2-3d06-47b9-9608bd1172be}">
          <p14:sldIdLst>
            <p14:sldId id="256"/>
            <p14:sldId id="257"/>
          </p14:sldIdLst>
        </p14:section>
        <p14:section name="Strutture dati" id="{628a2739-c768-eb27-b9cb-80031fa9d0b8}">
          <p14:sldIdLst>
            <p14:sldId id="258"/>
          </p14:sldIdLst>
        </p14:section>
        <p14:section name="Dati e algoritmi" id="{3b197df3-d498-d789-c873-f66b24983753}">
          <p14:sldIdLst>
            <p14:sldId id="259"/>
          </p14:sldIdLst>
        </p14:section>
        <p14:section name="Il programma completo" id="{a88874dd-6f69-5836-b56d-0e94a81afd67}">
          <p14:sldIdLst>
            <p14:sldId id="260"/>
            <p14:sldId id="261"/>
            <p14:sldId id="262"/>
          </p14:sldIdLst>
        </p14:section>
        <p14:section name="Eseguire e provare" id="{02f78504-2c4f-fb27-4902-747d24745556}">
          <p14:sldIdLst>
            <p14:sldId id="263"/>
            <p14:sldId id="264"/>
            <p14:sldId id="265"/>
            <p14:sldId id="266"/>
            <p14:sldId id="267"/>
          </p14:sldIdLst>
        </p14:section>
        <p14:section name="Esercizi" id="{2b9fcb90-1ba2-f67e-cc6e-26b8c40344b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04.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~/arc12/code/l04.S;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~/arc12/code/l04.S;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vettore di quattro parole, e le quattro istruzioni che leggono l'elemento 2. la carica l'indirizzo del primo elemento. L'indice viene moltiplicato per 4, la dimensione in byte di una parola, con uno scorrimento a sinistra di 2: scorrere di una posizione raddoppia un numero binario. add forma l'indirizzo dell'elemento, e lw ne legge il valore, 34. L'espressione scores[i] di un linguaggio di alto livello è esattamente questo. Notate che cosa manca: nessuno controlla che l'indice sia minore di 4.
Per il docente: La proprietà dello scorrimento come moltiplicazione si dimostra nella Lezione 05 (proprietà delle stringhe binarie). Chiedere: che cosa legge lw se i = 4? Ciò che segue il vettore in memoria: la macchina non controlla i limiti.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esempi di algoritmi che usano il caso. Il primo verifica se un numero è primo provando valori casuali: se una prova fallisce, il numero è certamente composto; se trenta prove passano, è primo con probabilità schiacciante. Barattare una minima probabilità d'errore con un grande guadagno di velocità è il modo in cui la crittografia lavora in pratica. Il secondo è un cammino casuale: il percorso è diverso a ogni esecuzione, e una simulazione media molte esecuzioni. Il listato è pseudocodice, non un linguaggio che si possa compilare.
Per il docente: Il test di Fermat mostrato qui è il più semplice; le librerie reali usano Miller-Rabin, che ne chiude le falle. Entrambi gli esempi vengono dalla slide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code/l04.S,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esercizi sulla cartuccia della Lezione 02. Calcolate a mano un valore RGB565 prima di provarlo: scegliete le tre intensità, scrivete i campi in binario, raggruppate per quattro. Stampate il vostro nome e contate i byte, terminatore compreso. Dichiarate un vettore di colori con .word e leggetelo con lw, come nella slide del vettore. Infine guardate la stringa e il vettore nella vista della memoria di PRG32-QT: trovate lo zero finale, e verificate che ogni parola mostri per primo il byte meno significativo.
Per il docente: Esempio di grigio scuro: rosso 8 su 31, verde 16 su 63, blu 8 su 31 = 01000 010000 01000 = 0x4208, il GREY del laboratorio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04: Informazione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Rappresentare l'informazione digitale: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04-Architettura_dei_Calcolatori-Informazione_Digitale.pptx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1_step2_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04,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code/l04.S, 56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vettore in memoria, un elemento in un registro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scores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 =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VALUE of scores[2] = 34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vettore è un indirizzo base più elementi di uguale dimensione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L'elemento i di un vettore di parole sta a base + 4 x i, perché una parola sono quattro byte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slli di 2 moltiplica per quattro: uno scorrimento è una moltiplicazione per una potenza di due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L'espressione di alto livello scores[i] è esattamente queste quattro istruzioni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algoritmo probabilistico: n è primo?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is_probably_prime(n):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repeat 30 times: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 = random(2, n - 2)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a^(n-1) mod n != 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COMPOSITE          #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PROBABLY PRIME             # almost certain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random_walk():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 &lt; t_final: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 = random(-1, 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x = x + r * u                 # a different path every run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 = y + r * v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= t + 1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risposta è sempre giusta; la seconda è giusta con probabilità schiacciante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Barattare una minima probabilità d'errore con un enorme guadagno di velocità: così la crittografia reale verifica i primi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cammino casuale dà un risultato diverso a ogni esecuzione: le simulazioni ne mediano molti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04: Representing Digital Information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l04.S: an array in memory, an element in a register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one per element of the array (32, 11, 34, 22,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pixels per unit); element 2, the one the listing loads, is yellow.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l04.S --portable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l04 --name l04 --out l04.prg32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l04_init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l04_update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l04_draw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l04_init: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l04_draw: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scores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element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t1,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offset = i * 4 bytes (shift left by 2)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element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a2,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 of scores[i]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a2,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width: four pixels per unit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s0, t0,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scores[2] = 34: the element of the slide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li   a0, 20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30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30 + 32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l04.S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scores: .word 32, 11, 34, 22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32-bit words, 16 bytes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una per elemento dell'array (32, 11, 34, 22, quattro pixel per unità); l'elemento 2, quello che il listato carica, è giallo.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l04 --out l04.prg32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l04-qemu.prg32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~/arc12/code/l04.S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l04 --name l04 --architecture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l04-esp32c6.prg32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l04-esp32c6.prg32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l04;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Colorate di magenta la barra della Lezione 02, poi di un grigio scuro a scelta: calcolate prima a mano il valore RGB565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Stampate il vostro nome con prg32_gfx_text8. Quanti byte occupa la stringa?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Dichiarate con .word un vettore di quattro colori e disegnate quattro barre, una per colore, leggendo ogni colore con lw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la vista della memoria sulla stringa e sul vettore: trovate lo zero finale e verificate l'ordine dei byte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barre in quattro colori; nella vista della memoria la stringa finisce con 00 e ogni .word mostra per primo il byte meno significativo.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Rappresentare l'informazione digitale: il codice</dc:title>
  <dc:subject>Lezione 04</dc:subject>
  <dc:creator>Raffaele Montella</dc:creator>
  <cp:lastModifiedBy>Raffaele Montella</cp:lastModifiedBy>
  <cp:revision>1</cp:revision>
  <dcterms:created xsi:type="dcterms:W3CDTF">2026-10-13T10:41:32Z</dcterms:created>
  <dcterms:modified xsi:type="dcterms:W3CDTF">2026-10-13T10:41:32Z</dcterms:modified>
</cp:coreProperties>
</file>