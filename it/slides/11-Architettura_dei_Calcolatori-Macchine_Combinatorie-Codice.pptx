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69eede05-9e64-f0e3-6b00-1b4a5f7e52b2}">
          <p14:sldIdLst>
            <p14:sldId id="256"/>
            <p14:sldId id="257"/>
          </p14:sldIdLst>
        </p14:section>
        <p14:section name="I listati" id="{60eb370c-b7b9-5ca1-642c-16effe30c9d2}">
          <p14:sldIdLst>
            <p14:sldId id="258"/>
            <p14:sldId id="259"/>
            <p14:sldId id="260"/>
            <p14:sldId id="261"/>
            <p14:sldId id="262"/>
          </p14:sldIdLst>
        </p14:section>
        <p14:section name="Il programma completo" id="{045c14a9-0091-0814-aa05-6c747e79aae5}">
          <p14:sldIdLst>
            <p14:sldId id="263"/>
            <p14:sldId id="264"/>
            <p14:sldId id="265"/>
          </p14:sldIdLst>
        </p14:section>
        <p14:section name="Eseguire e provare" id="{4320b931-4e1c-0ade-baac-79ae892ad4fb}">
          <p14:sldIdLst>
            <p14:sldId id="266"/>
            <p14:sldId id="267"/>
            <p14:sldId id="268"/>
            <p14:sldId id="269"/>
            <p14:sldId id="270"/>
          </p14:sldIdLst>
        </p14:section>
        <p14:section name="Esercizi" id="{1bd3826b-4b8b-5da5-97ab-5937e399bf98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11. La presentazione della lezione contiene i concetti; questa contiene tutto ciò che si scrive e si esegue: i listati con la loro spiegazione, il programma completo, che cosa mostra, e il modo di provarlo su ciascuno dei tre host.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Il programma di questa lezione è ~/arc12/code/l11.S;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~/arc12/code/l11.S;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a0 contiene un numero da 0 a 3. Le quattro istruzioni sono l'accesso al vettore della Lezione 04: si carica l'indirizzo della tabella, si moltiplica il selettore per 4, si somma, e si carica la parola selezionata. Lo stesso selettore dà sempre lo stesso colore, e nulla viene ricordato da un uso al successivo. Questo comportamento, uscite che dipendono solo dagli ingressi presenti, definisce le macchine di oggi. In hardware questa in particolare è un multiplexer: quattro ingressi dati, due bit di selezione, un'uscita.
Per il docente: L'accesso al vettore della Lezione 04, letto come circuito. Nel processore la selezione è fatta da porte in molto meno di un nanosecondo; qui richiede quattro istruzioni.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decodificatore al lavoro nel processore. L'istruzione addi t1, t1, 1 contiene un campo di 5 bit, rd, con il numero del registro di destinazione: 00110, cioè 6, il registro t1. Un decodificatore 5-a-32 trasforma quei cinque bit in trentadue linee di abilitazione alla scrittura, di cui è attiva solo la sesta: solo quel registro riceve il risultato. La stessa istruzione contiene altri due numeri di registro, che selezionano i registri da leggere.
Per il docente: L'istruzione della Lezione 02. I campi grigi non sono coinvolti. L'abilitazione alla scrittura di x0 semplicemente non è collegata: x0 si legge sempre zero. La lettura usa multiplexer, mostrati tra qualche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multiplexer al lavoro nel processore. add t2, t0, t1 somma due registri; addi t2, t0, 5 somma un registro e una costante presa dall'istruzione. Entrambe usano lo stesso addizionatore. Un multiplexer davanti al secondo ingresso della ALU sceglie tra il valore di un registro e la costante: la sua linea di selezione vale 0 per add e 1 per addi. È un multiplexer su parole intere: trentadue multiplexer a un bit con una linea di selezione comune. Anche leggere un registro è un multiplexer.
Per il docente: Nel datapath del libro di Patterson e Hennessy il segnale di selezione si chiama ALUSrc. Una porta applicata a ogni bit di una parola con un controllo comune è una porta di parola.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rete di parità in software, per un byte. Ogni coppia di istruzioni scorre il valore a destra e lo combina con se stesso tramite XOR: il primo ripiegamento porta otto bit su quattro, il secondo quattro su due, il terzo due su uno. L'ultima istruzione tiene solo il bit più basso, che è la parità. In hardware gli stessi tre livelli sono un albero di sette porte XOR. Tracciatela a mano con 0x53, che ha quattro 1, e con 0x13, che ne ha tre.
Per il docente: Scritto per questa lezione. Tracciarlo con 0x53 = 0101 0011 (quattro 1, risultato 0) e con 0x13 = 0001 0011 (tre 1, risultato 1). In hardware i tre livelli sono un albero di sette porte XOR.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 un'istruzione sceglie l'operazione. Il campo di 3 bit funct3 dell'istruzione è un codice compatto: 000 per somma o differenza, 001 per lo scorrimento a sinistra, 100 per XOR, 110 per OR, 111 per AND. Un piccolo decodificatore lo trasforma nelle linee di selezione del multiplexer della ALU. Dove due istruzioni condividono un valore, come add e sub, le distingue un altro bit altrove nell'istruzione. Un codice, un decodificatore, un multiplexer: l'intera lezione in una tabella.
Per il docente: funct3 è il campo di 3 bit dell'istruzione visto nella Lezione 02 (bit da 14 a 12). Tre bit, otto parole codice: un codice compatto che un piccolo decodificatore trasforma nelle linee di selezione del multiplexer della ALU.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code/l11.S,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code/l11.S,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code/l11.S,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Sintetizzate il segmento g con una mappa, usando le indifferenze. Costruite un decodificatore 3-a-8 con due decodificatori 2-a-4 con abilitazione e un invertitore. Realizzate una funzione con un solo multiplexer mettendo la sua tabella di verità sugli ingressi dati, e riconoscete la funzione. Scrivete un comparatore in assembly con le sole xor e sltiu. E disegnate su PRG32 una cifra a sette segmenti: una tabella di dieci byte, uno per cifra, e sette rettangoli accesi esaminandone i bit: un transcodificatore in software.
Per il docente: Esercizio 3: si mettono 0, 1, 1, 0, 1, 0, 0, 1 sugli ingressi dati: è lo XOR a tre ingressi, il bit di somma del sommatore completo. Esercizio 4: xor a0, a0, a1 e poi sltiu a0, a0, 1 (la pseudo-istruzione seqz). L'esercizio 5 è un transcodificatore software seguito da sette test di bit: la tabella è la tabella di verità di questa lezione, una riga per byte.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11: Macchine combinatorie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Macchine combinatorie: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2" name="Image 0" descr="/Users/raffaelemontella/devel/riscv-prg32/computer-architecture-with-prg32/tools/assets/game_breako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095" y="4251960"/>
            <a:ext cx="2438400" cy="1828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2 listati della Lezione 11, uno per slide: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code/l11.S, 50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Scegliere uno di quattro colori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selector, 0 to 3      result: a4 = the selected colour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palette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four words: the data inputs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t1, a0, 2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selector * 4 bytes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address of the selected word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a4, 0(t0)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selected input reaches the output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.rodata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red, green, blue, yellow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palette: .word 0xf800, 0x07e0, 0x001f, 0xffe0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selettore dà sempre lo stesso colore: il risultato dipende solo dagli ingressi presenti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Nulla viene ricordato da un uso al successivo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hardware è un multiplexer: quattro ingressi dati, due bit di selezione, un'uscita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processore ne contiene decine. Come sono fatti?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Nel processore: quale registro viene scritto?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4A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 t1, t1, 1     =     0x00130313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2194560"/>
            <a:ext cx="3806308" cy="548640"/>
          </a:xfrm>
          <a:prstGeom prst="rect">
            <a:avLst/>
          </a:prstGeom>
          <a:solidFill>
            <a:srgbClr val="5B6B7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000000000001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50976" y="1956816"/>
            <a:ext cx="19031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2817554" y="1956816"/>
            <a:ext cx="18665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4720708" y="2194560"/>
            <a:ext cx="1585962" cy="548640"/>
          </a:xfrm>
          <a:prstGeom prst="rect">
            <a:avLst/>
          </a:prstGeom>
          <a:solidFill>
            <a:srgbClr val="5B6B7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00110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757284" y="1956816"/>
            <a:ext cx="7929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513689" y="1956816"/>
            <a:ext cx="7564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306670" y="2194560"/>
            <a:ext cx="1164317" cy="548640"/>
          </a:xfrm>
          <a:prstGeom prst="rect">
            <a:avLst/>
          </a:prstGeom>
          <a:solidFill>
            <a:srgbClr val="5B6B7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343246" y="1956816"/>
            <a:ext cx="5821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888828" y="1956816"/>
            <a:ext cx="5455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470987" y="2194560"/>
            <a:ext cx="1585962" cy="548640"/>
          </a:xfrm>
          <a:prstGeom prst="rect">
            <a:avLst/>
          </a:prstGeom>
          <a:solidFill>
            <a:srgbClr val="2F7D4F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00110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470987" y="2798064"/>
            <a:ext cx="158596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 = 6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507563" y="1956816"/>
            <a:ext cx="7929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263968" y="1956816"/>
            <a:ext cx="7564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9056949" y="2194560"/>
            <a:ext cx="2220347" cy="548640"/>
          </a:xfrm>
          <a:prstGeom prst="rect">
            <a:avLst/>
          </a:prstGeom>
          <a:solidFill>
            <a:srgbClr val="5B6B7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0010011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093525" y="1956816"/>
            <a:ext cx="111017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0167122" y="1956816"/>
            <a:ext cx="107359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0" y="3337560"/>
            <a:ext cx="2926080" cy="502920"/>
          </a:xfrm>
          <a:prstGeom prst="roundRect">
            <a:avLst>
              <a:gd name="adj" fmla="val 10909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decodificatore 5-a-32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7863840" y="3081528"/>
            <a:ext cx="0" cy="237744"/>
          </a:xfrm>
          <a:prstGeom prst="line">
            <a:avLst/>
          </a:prstGeom>
          <a:noFill/>
          <a:ln w="28575">
            <a:solidFill>
              <a:srgbClr val="2F7D4F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863840" y="3858768"/>
            <a:ext cx="0" cy="466344"/>
          </a:xfrm>
          <a:prstGeom prst="line">
            <a:avLst/>
          </a:prstGeom>
          <a:noFill/>
          <a:ln w="28575">
            <a:solidFill>
              <a:srgbClr val="2F7D4F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548640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x0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895340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95340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242041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242041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x2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588741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588741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x3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935442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935442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x4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2282142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2282142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x5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2628843" y="4343400"/>
            <a:ext cx="346700" cy="457200"/>
          </a:xfrm>
          <a:prstGeom prst="rect">
            <a:avLst/>
          </a:prstGeom>
          <a:solidFill>
            <a:srgbClr val="2F7D4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2628843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x6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2975543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2975543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x7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3322244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3322244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x8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3668944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3668944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x9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4015645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4015645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x10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4362345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4362345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x11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4709046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4709046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x12</a:t>
            </a:r>
            <a:endParaRPr lang="en-US" sz="900" dirty="0"/>
          </a:p>
        </p:txBody>
      </p:sp>
      <p:sp>
        <p:nvSpPr>
          <p:cNvPr id="49" name="Text 47"/>
          <p:cNvSpPr txBox="1"/>
          <p:nvPr/>
        </p:nvSpPr>
        <p:spPr>
          <a:xfrm>
            <a:off x="5055746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5055746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x13</a:t>
            </a:r>
            <a:endParaRPr lang="en-US" sz="900" dirty="0"/>
          </a:p>
        </p:txBody>
      </p:sp>
      <p:sp>
        <p:nvSpPr>
          <p:cNvPr id="51" name="Text 49"/>
          <p:cNvSpPr txBox="1"/>
          <p:nvPr/>
        </p:nvSpPr>
        <p:spPr>
          <a:xfrm>
            <a:off x="5402447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5402447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x14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5749147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5749147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x15</a:t>
            </a:r>
            <a:endParaRPr lang="en-US" sz="900" dirty="0"/>
          </a:p>
        </p:txBody>
      </p:sp>
      <p:sp>
        <p:nvSpPr>
          <p:cNvPr id="55" name="Text 53"/>
          <p:cNvSpPr txBox="1"/>
          <p:nvPr/>
        </p:nvSpPr>
        <p:spPr>
          <a:xfrm>
            <a:off x="6095848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095848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x16</a:t>
            </a:r>
            <a:endParaRPr lang="en-US" sz="900" dirty="0"/>
          </a:p>
        </p:txBody>
      </p:sp>
      <p:sp>
        <p:nvSpPr>
          <p:cNvPr id="57" name="Text 55"/>
          <p:cNvSpPr txBox="1"/>
          <p:nvPr/>
        </p:nvSpPr>
        <p:spPr>
          <a:xfrm>
            <a:off x="6442548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6442548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x17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6789249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6789249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x18</a:t>
            </a:r>
            <a:endParaRPr lang="en-US" sz="900" dirty="0"/>
          </a:p>
        </p:txBody>
      </p:sp>
      <p:sp>
        <p:nvSpPr>
          <p:cNvPr id="61" name="Text 59"/>
          <p:cNvSpPr txBox="1"/>
          <p:nvPr/>
        </p:nvSpPr>
        <p:spPr>
          <a:xfrm>
            <a:off x="7135949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7135949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x19</a:t>
            </a:r>
            <a:endParaRPr lang="en-US" sz="900" dirty="0"/>
          </a:p>
        </p:txBody>
      </p:sp>
      <p:sp>
        <p:nvSpPr>
          <p:cNvPr id="63" name="Text 61"/>
          <p:cNvSpPr txBox="1"/>
          <p:nvPr/>
        </p:nvSpPr>
        <p:spPr>
          <a:xfrm>
            <a:off x="7482650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7482650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x20</a:t>
            </a:r>
            <a:endParaRPr lang="en-US" sz="900" dirty="0"/>
          </a:p>
        </p:txBody>
      </p:sp>
      <p:sp>
        <p:nvSpPr>
          <p:cNvPr id="65" name="Text 63"/>
          <p:cNvSpPr txBox="1"/>
          <p:nvPr/>
        </p:nvSpPr>
        <p:spPr>
          <a:xfrm>
            <a:off x="7829350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7829350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x21</a:t>
            </a:r>
            <a:endParaRPr lang="en-US" sz="900" dirty="0"/>
          </a:p>
        </p:txBody>
      </p:sp>
      <p:sp>
        <p:nvSpPr>
          <p:cNvPr id="67" name="Text 65"/>
          <p:cNvSpPr txBox="1"/>
          <p:nvPr/>
        </p:nvSpPr>
        <p:spPr>
          <a:xfrm>
            <a:off x="8176050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8176050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x22</a:t>
            </a:r>
            <a:endParaRPr lang="en-US" sz="900" dirty="0"/>
          </a:p>
        </p:txBody>
      </p:sp>
      <p:sp>
        <p:nvSpPr>
          <p:cNvPr id="69" name="Text 67"/>
          <p:cNvSpPr txBox="1"/>
          <p:nvPr/>
        </p:nvSpPr>
        <p:spPr>
          <a:xfrm>
            <a:off x="8522751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8522751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x23</a:t>
            </a:r>
            <a:endParaRPr lang="en-US" sz="900" dirty="0"/>
          </a:p>
        </p:txBody>
      </p:sp>
      <p:sp>
        <p:nvSpPr>
          <p:cNvPr id="71" name="Text 69"/>
          <p:cNvSpPr txBox="1"/>
          <p:nvPr/>
        </p:nvSpPr>
        <p:spPr>
          <a:xfrm>
            <a:off x="8869451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8869451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x24</a:t>
            </a:r>
            <a:endParaRPr lang="en-US" sz="900" dirty="0"/>
          </a:p>
        </p:txBody>
      </p:sp>
      <p:sp>
        <p:nvSpPr>
          <p:cNvPr id="73" name="Text 71"/>
          <p:cNvSpPr txBox="1"/>
          <p:nvPr/>
        </p:nvSpPr>
        <p:spPr>
          <a:xfrm>
            <a:off x="9216152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74" name="Text 72"/>
          <p:cNvSpPr txBox="1"/>
          <p:nvPr/>
        </p:nvSpPr>
        <p:spPr>
          <a:xfrm>
            <a:off x="9216152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x25</a:t>
            </a:r>
            <a:endParaRPr lang="en-US" sz="900" dirty="0"/>
          </a:p>
        </p:txBody>
      </p:sp>
      <p:sp>
        <p:nvSpPr>
          <p:cNvPr id="75" name="Text 73"/>
          <p:cNvSpPr txBox="1"/>
          <p:nvPr/>
        </p:nvSpPr>
        <p:spPr>
          <a:xfrm>
            <a:off x="9562852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9562852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x26</a:t>
            </a:r>
            <a:endParaRPr lang="en-US" sz="900" dirty="0"/>
          </a:p>
        </p:txBody>
      </p:sp>
      <p:sp>
        <p:nvSpPr>
          <p:cNvPr id="77" name="Text 75"/>
          <p:cNvSpPr txBox="1"/>
          <p:nvPr/>
        </p:nvSpPr>
        <p:spPr>
          <a:xfrm>
            <a:off x="9909553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9909553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x27</a:t>
            </a:r>
            <a:endParaRPr lang="en-US" sz="900" dirty="0"/>
          </a:p>
        </p:txBody>
      </p:sp>
      <p:sp>
        <p:nvSpPr>
          <p:cNvPr id="79" name="Text 77"/>
          <p:cNvSpPr txBox="1"/>
          <p:nvPr/>
        </p:nvSpPr>
        <p:spPr>
          <a:xfrm>
            <a:off x="10256253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10256253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x28</a:t>
            </a:r>
            <a:endParaRPr lang="en-US" sz="900" dirty="0"/>
          </a:p>
        </p:txBody>
      </p:sp>
      <p:sp>
        <p:nvSpPr>
          <p:cNvPr id="81" name="Text 79"/>
          <p:cNvSpPr txBox="1"/>
          <p:nvPr/>
        </p:nvSpPr>
        <p:spPr>
          <a:xfrm>
            <a:off x="10602954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10602954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x29</a:t>
            </a:r>
            <a:endParaRPr lang="en-US" sz="900" dirty="0"/>
          </a:p>
        </p:txBody>
      </p:sp>
      <p:sp>
        <p:nvSpPr>
          <p:cNvPr id="83" name="Text 81"/>
          <p:cNvSpPr txBox="1"/>
          <p:nvPr/>
        </p:nvSpPr>
        <p:spPr>
          <a:xfrm>
            <a:off x="10949654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10949654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x30</a:t>
            </a:r>
            <a:endParaRPr lang="en-US" sz="900" dirty="0"/>
          </a:p>
        </p:txBody>
      </p:sp>
      <p:sp>
        <p:nvSpPr>
          <p:cNvPr id="85" name="Text 83"/>
          <p:cNvSpPr txBox="1"/>
          <p:nvPr/>
        </p:nvSpPr>
        <p:spPr>
          <a:xfrm>
            <a:off x="11296355" y="4343400"/>
            <a:ext cx="346700" cy="4572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11296355" y="4837176"/>
            <a:ext cx="3467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x31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548640" y="527481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932688" y="5230368"/>
            <a:ext cx="10710367" cy="216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cinque bit di rd sono una parola codice: 32 registri, ceil(log2 32) = 5</a:t>
            </a:r>
            <a:endParaRPr lang="en-US" sz="1400" dirty="0"/>
          </a:p>
        </p:txBody>
      </p:sp>
      <p:sp>
        <p:nvSpPr>
          <p:cNvPr id="89" name="Shape 87"/>
          <p:cNvSpPr/>
          <p:nvPr/>
        </p:nvSpPr>
        <p:spPr>
          <a:xfrm>
            <a:off x="548640" y="563727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932688" y="5592826"/>
            <a:ext cx="10710367" cy="216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decodificatore 5-a-32 ne ricava 32 linee di abilitazione alla scrittura: solo x6, cioè t1, riceve il risultato</a:t>
            </a:r>
            <a:endParaRPr lang="en-US" sz="1400" dirty="0"/>
          </a:p>
        </p:txBody>
      </p:sp>
      <p:sp>
        <p:nvSpPr>
          <p:cNvPr id="91" name="Shape 89"/>
          <p:cNvSpPr/>
          <p:nvPr/>
        </p:nvSpPr>
        <p:spPr>
          <a:xfrm>
            <a:off x="548640" y="599973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932688" y="5955284"/>
            <a:ext cx="10710367" cy="216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Altre due selezioni, su rs1 e rs2, scelgono i registri da leggere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Nel processore: registro o costante?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2377440" cy="822960"/>
          </a:xfrm>
          <a:prstGeom prst="roundRect">
            <a:avLst>
              <a:gd name="adj" fmla="val 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dei registri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 di rs1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71800"/>
            <a:ext cx="2377440" cy="822960"/>
          </a:xfrm>
          <a:prstGeom prst="roundRect">
            <a:avLst>
              <a:gd name="adj" fmla="val 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dei registri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 di rs2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114800"/>
            <a:ext cx="2377440" cy="822960"/>
          </a:xfrm>
          <a:prstGeom prst="roundRect">
            <a:avLst>
              <a:gd name="adj" fmla="val 6667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immediato dell'istruzione,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segno esteso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017520"/>
            <a:ext cx="1005840" cy="1874520"/>
          </a:xfrm>
          <a:prstGeom prst="roundRect">
            <a:avLst>
              <a:gd name="adj" fmla="val 5455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MUX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400800" y="1691640"/>
            <a:ext cx="1737360" cy="2743200"/>
          </a:xfrm>
          <a:prstGeom prst="roundRect">
            <a:avLst>
              <a:gd name="adj" fmla="val 315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953512" y="2011680"/>
            <a:ext cx="3419856" cy="0"/>
          </a:xfrm>
          <a:prstGeom prst="line">
            <a:avLst/>
          </a:prstGeom>
          <a:noFill/>
          <a:ln w="2857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5852160" y="16733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53512" y="3383280"/>
            <a:ext cx="1225296" cy="0"/>
          </a:xfrm>
          <a:prstGeom prst="line">
            <a:avLst/>
          </a:prstGeom>
          <a:noFill/>
          <a:ln w="2857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3794760" y="3044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953512" y="4526280"/>
            <a:ext cx="1225296" cy="0"/>
          </a:xfrm>
          <a:prstGeom prst="line">
            <a:avLst/>
          </a:prstGeom>
          <a:noFill/>
          <a:ln w="2857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3794760" y="4187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239512" y="3931920"/>
            <a:ext cx="1133856" cy="0"/>
          </a:xfrm>
          <a:prstGeom prst="line">
            <a:avLst/>
          </a:prstGeom>
          <a:noFill/>
          <a:ln w="2857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5852160" y="3593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 flipV="1">
            <a:off x="4709160" y="4919472"/>
            <a:ext cx="0" cy="612648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3017520" y="555040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selezione: 0 per add, 1 per addi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165592" y="3063240"/>
            <a:ext cx="704088" cy="0"/>
          </a:xfrm>
          <a:prstGeom prst="line">
            <a:avLst/>
          </a:prstGeom>
          <a:noFill/>
          <a:ln w="2857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8229600" y="26974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052560" y="146951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436608" y="1417320"/>
            <a:ext cx="2206447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t2, t0, t1 e addi t2, t0, 5 usano lo stesso addizionatore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9052560" y="235724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436608" y="2305050"/>
            <a:ext cx="220644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multiplexer davanti alla ALU sceglie il secondo operando: un registro o la costante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9052560" y="347738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436608" y="3425190"/>
            <a:ext cx="2206447" cy="1162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un multiplexer su parole: trentadue multiplexer a un bit con una linea di selezione comune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9052560" y="482993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436608" y="4777740"/>
            <a:ext cx="2206447" cy="1394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Anche leggere un registro è un multiplexer: 32 parole in ingresso, 5 bit di selezione (rs1), una parola in uscita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rete di parità in sette istruzioni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one byte        result: a0 = 1 if the number of 1 bits is odd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srli t0, a0, 4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a0, a0, t0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fold eight bits onto four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srli t0, a0, 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a0, a0, t0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fold four bits onto two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srli t0, a0, 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a0, a0, t0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fold two bits onto one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a0, a0, 1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the parity bit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xor combina la metà alta dei bit con la metà bassa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06933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0649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livelli per otto bit: la versione software di un albero di porte XOR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2135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85851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valore accodato al byte ne rende pari la parità totale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istruzioni RISC-V e la ALU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818757"/>
                <a:gridCol w="1455005"/>
                <a:gridCol w="2728135"/>
                <a:gridCol w="509251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Istruzione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Operazione della ALU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Unità che produce il risultato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add, sub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000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somma o differenza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addizionatore / sottrattore (sceglie un altro bit, in funct7)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sll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001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scorrimento a sinistra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shifter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slt, sltu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010, 011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pone a 1 se minore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sottrattore, poi le regole di segno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xor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100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XOR bit a bit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porte XOR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srl, sra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101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scorrimento a destra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shifter (funct7 sceglie logico o aritmetico)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110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 bit a bit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porte OR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and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 bit a bit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porte AND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funct3 è un codice di 3 bit dentro l'istruzione: decodificandolo si pilota il multiplexer della ALU.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l11.S (1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11: Combinational Machines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l11.S: a multiplexer in software: a selector chooses one of four colours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four horizontal bars, red, green, blue and yellow from the top: bar k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is drawn in the colour that the selector k chooses in the table.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l11.S --portable \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l11 --name l11 --out l11.prg32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l11_init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l11_update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l11_draw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l11_init: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l11_update: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l11.S (2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l11_draw: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0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selector, 0 to 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bars: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a0, s0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selector, 0 to 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palette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four words: the data inputs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t1, a0, 2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selector * 4 bytes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address of the selected word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a4, 0(t0)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selected input reaches the output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20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a1, s0, 5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a1, a1, 20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 = 20 + 32 * selector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200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s0, s0, 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4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s0, t0, bars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8(sp)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l11.S (3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.rodata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red, green, blue, yellow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palette: .word 0xf800, 0x07e0, 0x001f, 0xffe0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quattro barre orizzontali, rossa, verde, blu e gialla dall'alto: la barra k è disegnata nel colore che il selettore k sceglie nella tabella.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88924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767328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niente: il programma va da solo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l11 --name l11 --out l11.prg32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l11.prg32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l11 --name l11 --architecture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l11-qemu.prg32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l11-qemu.prg32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l11 --name l11 --architecture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l11-esp32c6.prg32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l11-esp32c6.prg32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l11;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Sintetizzate con una mappa di Karnaugh il segmento g del transcodificatore a sette segmenti, usando le indifferenze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9456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176272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Costruite un decodificatore 3-a-8 con due decodificatori 2-a-4 con abilitazione e un invertitore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5351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93522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Realizzate F = somma di m(1, 2, 4, 7) con un multiplexer a 8 ingressi. Che funzione è?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6260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44316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un comparatore in assembly: a0 = 1 se a0 e a1 sono uguali, usando solo xor e sltiu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32155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303268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Disegnate su PRG32 una cifra a sette segmenti: una tabella di dieci byte, uno per cifra, e sette rettangoli accesi esaminandone i bit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PRG32: una grande cifra che conta da 0 a 9, un passo al secondo, disegnata con sette rettangoli.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Macchine combinatorie: il codice</dc:title>
  <dc:subject>Lezione 11</dc:subject>
  <dc:creator>Raffaele Montella</dc:creator>
  <cp:lastModifiedBy>Raffaele Montella</cp:lastModifiedBy>
  <cp:revision>1</cp:revision>
  <dcterms:created xsi:type="dcterms:W3CDTF">2026-10-13T08:56:25Z</dcterms:created>
  <dcterms:modified xsi:type="dcterms:W3CDTF">2026-10-13T08:56:25Z</dcterms:modified>
</cp:coreProperties>
</file>