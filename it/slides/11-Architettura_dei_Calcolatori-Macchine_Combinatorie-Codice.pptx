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98af627-b064-3215-d22e-d949f8bd1e2e}">
          <p14:sldIdLst>
            <p14:sldId id="256"/>
            <p14:sldId id="257"/>
          </p14:sldIdLst>
        </p14:section>
        <p14:section name="Riscaldamento sulla macchina" id="{08e11e9c-ee39-de51-30c9-25207687deec}">
          <p14:sldIdLst>
            <p14:sldId id="258"/>
          </p14:sldIdLst>
        </p14:section>
        <p14:section name="Decodificatori e codificatori" id="{49631a73-2fb0-5658-1e75-0589a62fdec6}">
          <p14:sldIdLst>
            <p14:sldId id="259"/>
          </p14:sldIdLst>
        </p14:section>
        <p14:section name="Multiplexer e demultiplexer" id="{875188ce-936f-fabc-c53c-dd640123bbf8}">
          <p14:sldIdLst>
            <p14:sldId id="260"/>
          </p14:sldIdLst>
        </p14:section>
        <p14:section name="Confrontare e controllare" id="{fc334173-5c63-79dc-4f25-d7a3f427978c}">
          <p14:sldIdLst>
            <p14:sldId id="261"/>
          </p14:sldIdLst>
        </p14:section>
        <p14:section name="L'unità aritmetico-logica" id="{4fe351bc-cccf-3cc0-b89c-94346eb43389}">
          <p14:sldIdLst>
            <p14:sldId id="262"/>
          </p14:sldIdLst>
        </p14:section>
        <p14:section name="Il programma completo" id="{c40ecae2-da84-f561-a994-5ad233ae37ef}">
          <p14:sldIdLst>
            <p14:sldId id="263"/>
            <p14:sldId id="264"/>
            <p14:sldId id="265"/>
          </p14:sldIdLst>
        </p14:section>
        <p14:section name="Eseguire e provare" id="{3fd0e9b6-06aa-f9d4-6389-911ef8cdb8e5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2fa44aaa-ffa1-74b7-e842-8812bb9c843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11.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a0 contiene un numero da 0 a 3. Le quattro istruzioni sono l'accesso al vettore della Lezione 04: si carica l'indirizzo della tabella, si moltiplica il selettore per 4, si somma, e si carica la parola selezionata. Lo stesso selettore dà sempre lo stesso colore, e nulla viene ricordato da un uso al successivo. Questo comportamento, uscite che dipendono solo dagli ingressi presenti, definisce le macchine di oggi. In hardware questa in particolare è un multiplexer: quattro ingressi dati, due bit di selezione, un'uscita.
Per il docente: L'accesso al vettore della Lezione 04, letto come circuito. Nel processore la selezione è fatta da porte in molto meno di un nanosecondo; qui richiede quattro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decodificatore al lavoro nel processore. L'istruzione addi t1, t1, 1 contiene un campo di 5 bit, rd, con il numero del registro di destinazione: 00110, cioè 6, il registro t1. Un decodificatore 5-a-32 trasforma quei cinque bit in trentadue linee di abilitazione alla scrittura, di cui è attiva solo la sesta: solo quel registro riceve il risultato. La stessa istruzione contiene altri due numeri di registro, che selezionano i registri da leggere.
Per il docente: L'istruzione della Lezione 02. I campi grigi non sono coinvolti. L'abilitazione alla scrittura di x0 semplicemente non è collegata: x0 si legge sempre zero. La lettura usa multiplexer, mostrati tra qualche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multiplexer al lavoro nel processore. add t2, t0, t1 somma due registri; addi t2, t0, 5 somma un registro e una costante presa dall'istruzione. Entrambe usano lo stesso addizionatore. Un multiplexer davanti al secondo ingresso della ALU sceglie tra il valore di un registro e la costante: la sua linea di selezione vale 0 per add e 1 per addi. È un multiplexer su parole intere: trentadue multiplexer a un bit con una linea di selezione comune. Anche leggere un registro è un multiplexer.
Per il docente: Nel datapath del libro di Patterson e Hennessy il segnale di selezione si chiama ALUSrc. Una porta applicata a ogni bit di una parola con un controllo comune è una porta di parola.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rete di parità in software, per un byte. Ogni coppia di istruzioni scorre il valore a destra e lo combina con se stesso tramite XOR: il primo ripiegamento porta otto bit su quattro, il secondo quattro su due, il terzo due su uno. L'ultima istruzione tiene solo il bit più basso, che è la parità. In hardware gli stessi tre livelli sono un albero di sette porte XOR. Tracciatela a mano con 0x53, che ha quattro 1, e con 0x13, che ne ha tre.
Per il docente: Scritto per questa lezione. Tracciarlo con 0x53 = 0101 0011 (quattro 1, risultato 0) e con 0x13 = 0001 0011 (tre 1, risultato 1). In hardware i tre livelli sono un albero di sette porte XOR.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un'istruzione sceglie l'operazione. Il campo di 3 bit funct3 dell'istruzione è un codice compatto: 000 per somma o differenza, 001 per lo scorrimento a sinistra, 100 per XOR, 110 per OR, 111 per AND. Un piccolo decodificatore lo trasforma nelle linee di selezione del multiplexer della ALU. Dove due istruzioni condividono un valore, come add e sub, le distingue un altro bit altrove nell'istruzione. Un codice, un decodificatore, un multiplexer: l'intera lezione in una tabella.
Per il docente: funct3 è il campo di 3 bit dell'istruzione visto nella Lezione 02 (bit da 14 a 12). Tre bit, otto parole codice: un codice compatto che un piccolo decodificatore trasforma nelle linee di selezione del multiplexer della ALU.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Sintetizzate il segmento g con una mappa, usando le indifferenze. Costruite un decodificatore 3-a-8 con due decodificatori 2-a-4 con abilitazione e un invertitore. Realizzate una funzione con un solo multiplexer mettendo la sua tabella di verità sugli ingressi dati, e riconoscete la funzione. Scrivete un comparatore in assembly con le sole xor e sltiu. E disegnate su PRG32 una cifra a sette segmenti: una tabella di dieci byte, uno per cifra, e sette rettangoli accesi esaminandone i bit: un transcodificatore in software.
Per il docente: Esercizio 3: si mettono 0, 1, 1, 0, 1, 0, 0, 1 sugli ingressi dati: è lo XOR a tre ingressi, il bit di somma del sommatore completo. Esercizio 4: xor a0, a0, a1 e poi sltiu a0, a0, 1 (la pseudo-istruzione seqz). L'esercizio 5 è un transcodificatore software seguito da sette test di bit: la tabella è la tabella di verità di questa lezione, una riga per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11: Macchine combinatorie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combinatorie: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11-Architettura_dei_Calcolatori-Macchine_Combinatorie.pptx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brea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code/l11.S, 50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Scegliere uno di quattro colori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      result: a4 = the selected colour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selettore dà sempre lo stesso colore: il risultato dipende solo dagli ingressi presenti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viene ricordato da un uso al successivo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è un multiplexer: quattro ingressi dati, due bit di selezione, un'uscita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ne contiene decine. Come sono fatti?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quale registro viene scritto?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=     0x00130313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3806308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50976" y="195681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817554" y="195681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20708" y="2194560"/>
            <a:ext cx="1585962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757284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13689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06670" y="2194560"/>
            <a:ext cx="116431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43246" y="195681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88828" y="195681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470987" y="2194560"/>
            <a:ext cx="1585962" cy="5486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70987" y="279806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 = 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07563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63968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056949" y="2194560"/>
            <a:ext cx="222034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093525" y="195681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167122" y="195681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33756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5-a-32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863840" y="3081528"/>
            <a:ext cx="0" cy="2377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863840" y="3858768"/>
            <a:ext cx="0" cy="4663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486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953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953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2420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420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5887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5887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9354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9354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22821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821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628843" y="4343400"/>
            <a:ext cx="346700" cy="45720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288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x6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297554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9755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x7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3222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3222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6689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6689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x9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0156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0156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43623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3623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x11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7090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7090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x12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50557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0557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54024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4024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x14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57491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7491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x15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0958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0958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x16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4425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4425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x17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892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7892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x18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1359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1359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x19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4826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4826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x20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8293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8293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x21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81760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1760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x22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85227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85227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x23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8694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694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x24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92161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92161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x25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95628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95628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x26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9095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99095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x27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102562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102562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x28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06029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6029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x29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109496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9496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x30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129635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129635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8640" y="52748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32688" y="5230368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cinque bit di rd sono una parola codice: 32 registri, ceil(log2 32) = 5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548640" y="56372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32688" y="5592826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decodificatore 5-a-32 ne ricava 32 linee di abilitazione alla scrittura: solo x6, cioè t1, riceve il risultato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548640" y="599973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932688" y="5955284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due selezioni, su rs1 e rs2, scelgono i registri da leggere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registro o costante?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 dell'istruzione,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 esteso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017520"/>
            <a:ext cx="1005840" cy="187452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91640"/>
            <a:ext cx="1737360" cy="2743200"/>
          </a:xfrm>
          <a:prstGeom prst="roundRect">
            <a:avLst>
              <a:gd name="adj" fmla="val 315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53512" y="2011680"/>
            <a:ext cx="3419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85216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53512" y="3383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794760" y="3044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53512" y="4526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794760" y="4187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39512" y="3931920"/>
            <a:ext cx="1133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85216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 flipV="1">
            <a:off x="4709160" y="4919472"/>
            <a:ext cx="0" cy="61264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017520" y="55504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selezione: 0 per add, 1 per addi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65592" y="306324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822960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5256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36608" y="1417320"/>
            <a:ext cx="220644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e addi t2, t0, 5 usano lo stesso addizionatore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52560" y="235724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36608" y="2305050"/>
            <a:ext cx="220644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multiplexer davanti alla ALU sceglie il secondo operando: un registro o la costante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34773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36608" y="3425190"/>
            <a:ext cx="2206447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multiplexer su parole: trentadue multiplexer a un bit con una linea di selezione comune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052560" y="48299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36608" y="4777740"/>
            <a:ext cx="2206447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leggere un registro è un multiplexer: 32 parole in ingresso, 5 bit di selezione (rs1), una parola in uscita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rete di parità in sette istruzioni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byte        result: a0 = 1 if the number of 1 bits is odd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eight bits onto four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four bits onto two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two bits onto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the parity bit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xor combina la metà alta dei bit con la metà bassa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livelli per otto bit: la versione software di un albero di porte XOR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valore accodato al byte ne rende pari la parità totale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RISC-V e la ALU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2728135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della ALU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che produce il risultato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o 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addizionatore / sottrattore (sceglie un altro bit, in funct7)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sinistra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010, 011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pone a 1 se minore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sottrattore, poi le regole di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XOR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 (funct7 sceglie logico o aritmetico)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 è un codice di 3 bit dentro l'istruzione: decodificandolo si pilota il multiplexer della ALU.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11: Combinational Machines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l11.S: a multiplexer in software: a selector chooses one of four colours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red, green, blue and yellow from the top: bar 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drawn in the colour that the selector k chooses in the table.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l11.S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l11 --name l11 --out l11.prg32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+ 32 * selector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bars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rossa, verde, blu e gialla dall'alto: la barra k è disegnata nel colore che il selettore k sceglie nella tabella.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l11 --out l11.prg32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con una mappa di Karnaugh il segmento g del transcodificatore a sette segmenti, usando le indifferenze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un decodificatore 3-a-8 con due decodificatori 2-a-4 con abilitazione e un invertitore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Realizzate F = somma di m(1, 2, 4, 7) con un multiplexer a 8 ingressi. Che funzione è?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 comparatore in assembly: a0 = 1 se a0 e a1 sono uguali, usando solo xor e sltiu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su PRG32 una cifra a sette segmenti: una tabella di dieci byte, uno per cifra, e sette rettangoli accesi esaminandone i bit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grande cifra che conta da 0 a 9, un passo al secondo, disegnata con sette rettangoli.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combinatorie: il codice</dc:title>
  <dc:subject>Lezione 11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