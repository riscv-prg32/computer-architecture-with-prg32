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4a1133c-f485-69a6-45a4-0c6249964b2a}">
          <p14:sldIdLst>
            <p14:sldId id="256"/>
            <p14:sldId id="257"/>
          </p14:sldIdLst>
        </p14:section>
        <p14:section name="Il progetto" id="{70144a62-f2dc-b628-4074-dee5ea71a14c}">
          <p14:sldIdLst>
            <p14:sldId id="258"/>
            <p14:sldId id="259"/>
            <p14:sldId id="260"/>
          </p14:sldIdLst>
        </p14:section>
        <p14:section name="Passo 2: una griglia e una testa" id="{647e5608-b7fc-a53d-b89e-176cb6f744ec}">
          <p14:sldIdLst>
            <p14:sldId id="261"/>
          </p14:sldIdLst>
        </p14:section>
        <p14:section name="Passo 3: il movimento" id="{1d417aca-ede1-cd56-8dda-81e4731134dd}">
          <p14:sldIdLst>
            <p14:sldId id="262"/>
            <p14:sldId id="263"/>
          </p14:sldIdLst>
        </p14:section>
        <p14:section name="Passo 4: guardare dentro con PRG32-QT" id="{a0d909f1-2667-56ef-c6a1-d2fdb9fe336a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comincia il progetto del corso. È un tutorial più che una lezione: si scrive un programma passo per passo, e alla fine gira. Attinge esclusivamente alle Lezioni dalla 02 alla 06: registri e memoria, colori e stringhe come numeri, confronti e scorrimenti, virgola fissa. La copertina mostra lo stato dello schermo tra due ore: un titolo e un quadrato verde, la testa del verme, che attraversa lo schermo da solo. Lo scopo della sessione è l'integrazione: concetti studiati separatamente devono ora cooperare in un solo programma. L'implementazione di riferimento è un contributo di Giuseppe Coviello.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il progetto Verm1; contratto init/update/draw; un colore è un numero; gli array in memoria; .text, .rodata, .data; indirizzo, valore, load, store; perché si salva ra; shift come moltiplicazione; la virgola fissa; le pseudo-istruzioni; l'ordine little-endian. DA UTILIZZARE OGGI: gli strumenti di PRG32, il debugger di PRG32-QT (si usa, non si studia, in questo corso). DA COMPRENDERE PIÙ AVANTI: formati delle istruzioni (Lezione 19). Una slide senza etichetta è contesto: una storia, un esempio, una domanda, un esercizio.
Percorso. I risultati di oggi: (1) costruire una cartuccia da un file vuoto: una griglia, un titolo e una testa che si muove; (2) mettere costanti e variabili nella sezione giusta, .rodata o .data; (3) controllare una velocità con un accumulatore in virgola fissa. Si appoggia su: contratto init/update/draw (Lezione 02); un colore è un numero (Lezione 04); gli array in memoria (Lezione 04); indirizzo, valore, load, store (Lezione 02); perché si salva ra (Lezione 02). Prossimo passo: Lezione 08, Elementi di algebra di Boole.
Ponte. Nella Lezione 02 il passo 2 salvava ra sullo stack prima delle sue chiamate, e lw t1, 0(t0) leggeva una parola all'indirizzo in t0. Oggi verm1_draw salva ra e verm1_update no, e ogni variabile di Verm1 si legge con la e lw. La Lezione 18 spiega lo stack e la convenzione di chiamata; la Lezione 19 nomina i modi di indirizzamento. Richiamo: Perché verm1_draw salva ra mentre verm1_update no?
Per il docente: Primo tutorial del progetto. Usa solo le Lezioni da 02 a 06: registri, load e store, chiamate (02), stringhe e colori (04), interi, confronti e ritorno a capo (05), virgola fissa (06), e un po' di storia (03). Gli studenti scrivono da sé il programma; il file di riferimento è verm1/verm1_part1.S. Tutto ciò che compare sulle slide di codice è letto da quel file, che viene compilato ed eseguito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risultati. Una cartuccia tutta dello studente, compilata da un solo file scritto a mano. Un titolo, una griglia di 40 per 24 celle e la testa disegnata in una di esse. La testa che si muove da sola, una cella alla volta, a una velocità espressa in virgola fissa. Un mondo senza bordi, in cui la testa che esce a destra rientra da sinistra. E, più importante del programma stesso, un metodo: il ciclo di lavoro modifica, compila, esegui e osserva, con il debugger come strumento ordinario e non come ultima risorsa.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Verm1, che si legge "vermone", è un omaggio a Snake: un verme si muove su una griglia, mangia, cresce e non deve urtare sé stesso. L'idea risale al gioco da sala Blockade del 1976 e raggiunse grande popolarità sui telefoni Nokia del 1997. È stato scelto perché è abbastanza piccolo da essere scritto da zero in assembly e richiede tuttavia ogni argomento del corso. Ogni riga è scritta dallo studente, senza alcun motore sottostante. L'immagine a destra mostra la meta, raggiunta nella Parte 4.
DA COMPRENDERE OGGI: il progetto Verm1.
Per il docente: Snake per il Nokia 6110 fu scritto da Taneli Armanto. Verm1 è un omaggio, non una copia: il nome, le regole di dettaglio e l'aspetto sono nostri. L'implementazione di riferimento seguita dai tutorial è un contributo di Giuseppe Coviello.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piano del progetto. Ogni riga è un tutorial, ciò che aggiunge e le lezioni su cui si basa. Parte 1, oggi: una griglia, una testa, il movimento autonomo. Parte 2, Lezione 12: guida, cibo e punteggio. Parte 3, Lezione 17: un corpo che cresce e le collisioni. Parte 4, Lezione 22: il gioco finito. La Lezione 23 prepara il bundle per lo Store. Una regola vale per ogni parte: non si comincia mai da un programma che non gira. Uno studente il cui file è rotto riparte dal file di riferimento, così che ogni sessione si costruisca su una base funzionante.
DA COMPRENDERE OGGI: il progetto Verm1.
Per il docente: Ogni parte finisce con un programma che gira. Non cominciare mai una parte con un programma che non gira: se il proprio è rotto, si parte dal file di riferimento della parte precedente.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Nulla nel programma di oggi è nuovo: ogni idea è riconducibile a una lezione. Registri, la, lw, sw, chiamate di procedura e stack frame vengono dalla Lezione 02. Colori come numeri RGB565 e stringhe terminate da zero vengono dalla Lezione 04. Scorrimenti come moltiplicazioni, confronti e giro attorno vengono dalla Lezione 05. La virgola fissa, una frazione tenuta come intero scalato, viene dalla Lezione 06 e diventa la velocità del verme. La tabella va tenuta aperta per tutta la sessione: quando una riga di codice lascia perplessi, la sua terza colonna indica quale lezione rileggere.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verme abita celle, non pixel. Una posizione è una colonna da 0 a 39 e una riga da 0 a 23, e la testa parte dalla colonna 5 della riga 12, la cella evidenziata. Per disegnare una cella, le sue coordinate si trasformano in pixel: x è la colonna per 8, uno scorrimento a sinistra di 3; y è la riga per 8 più 8, per lasciare posto alla riga del titolo. Questo cambio di sistema di coordinate è una decisione di modellazione con benefici duraturi: in coordinate di cella ogni regola successiva è semplice, perché muoversi è sommare 1 e due oggetti si scontrano esattamente quando le loro celle sono uguali.
DA COMPRENDERE OGGI: gli array in memoria.
Per il docente: Disegnare la griglia alla lavagna e chiedere le coordinate in pixel di alcune celle: (0,0) sta in (0,8); (39,23) sta in (312,192).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gira circa trenta volte al secondo. A una cella per frame la testa attraverserebbe le quaranta colonne in poco più di un secondo, il che è ingiocabile. Serve una frazione di cella per frame. La soluzione tiene un accumulatore in unità di 1/256 di cella, vi somma la velocità a ogni frame e avanza di una cella ogni volta che si è accumulata una cella intera, 256 unità. Con SPEED_Q8 uguale a 40 la testa avanza di 40/256 di cella per frame, un passo circa ogni sei frame. Poiché il resto viene conservato e non scartato, la velocità media è esatta.
DA COMPRENDERE OGGI: la virgola fissa.
Per il docente: È la palla della Lezione 06, trasformata in un timer. Il resto si conserva, quindi la velocità media è esatta: 256 frame danno esattamente 40 passi.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tracciamento a mano, l'esercizio più istruttivo del tutorial. A ogni frame si somma 40 all'accumulatore. Nei frame da 1 a 6 la somma resta sotto 256 e la testa non si muove. Al frame 7 arriva a 280: si è accumulata una cella intera, si sottrae 256, resta 24, e la testa passa dalla colonna 5 alla colonna 6. I passi avvengono quindi ogni sei o sette frame, e il resto assorbe la differenza, un po' come il giorno in più di un anno bisestile riconcilia il calendario con l'anno solare. I frame da 8 a 12 sono lasciati da completare.
DA COMPRENDERE OGGI: la virgola fissa.
Per il docente: Dopo 64 frame la somma è 64 x 40 = 2560 = 10 x 256: dieci passi, testa nella colonna 15, esattamente ciò che mostra la schermata. Chiedere agli studenti di compilare i frame da 8 a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procedura di debug precisa. Si abilita la modalità debug in Settings e si esegue la cartuccia. Update mostra verm1_update nel listato; un clic nel margine accanto alla sua prima istruzione imposta un breakpoint, su cui il programma si ferma al frame successivo. Avanzando un'istruzione alla volta, si osservano i registri. Dopo le due istruzioni in cui si espande la, t0 contiene un indirizzo; inserendolo nel campo Memory si vedono i byte di step_q8. Ogni Resume esegue un frame, e il valore cresce di 40, cioè 0x28.
DA UTILIZZARE OGGI: il debugger di PRG32-QT (si usa, non si studia, in questo corso).
Per il docente: Dalla guida al debug di PRG32-QT: pausa, ripresa, passo; viste Init / Update / Draw / PC; breakpoint nel margine; una vista di 128 byte di memoria. Resume ignora una volta il breakpoint corrente, quindi ogni pressione di Resume esegue un frame intero.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della memoria mostra 128 byte in esadecimale a partire dall'indirizzo inserito. Una parola occupa quattro byte, il meno significativo per primo: quando step_q8 vale 240 la vista mostra F0 00 00 00. È l'ordine little-endian della Lezione 04, ora osservato direttamente. Le variabili compaiono in memoria nell'ordine in cui il file le dichiara, head_x, head_y, step_q8, quindi la colonna della testa sta otto byte prima dell'accumulatore. Il debugger osserva soltanto; per cambiare il programma si modifica, si compila e si esegue di nuovo.
DA COMPRENDERE OGGI: l'ordine little-endian.
Per il docente: Ordine dei byte: Lezione 04. Nel file l'ordine è head_x, head_y, step_q8, quattro byte ciascuna: se step_q8 sta all'indirizzo A, head_x sta in A - 8.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la prima domanda: 64 su 256 è un quarto di cella per frame, e la domanda è quanti quarti fanno una cella intera. I due numeri grandi sono distrattori: 64 è la velocità stessa, e 256 è la dimensione di una cella nelle unità dell'accumulatore.
Per la seconda valgono le due formule della griglia: x è la colonna per 8; y è la riga per 8 più gli 8 pixel della riga del titolo. L'opzione che dimentica la riga del titolo rappresenta l'errore più comune.
Per il docente: 1. Risposta: B. 64/256 = 1/4 di cella per frame: una cella intera ogni 4 frame.
2. Risposta: C. x = 10 x 8 = 80; y = 3 x 8 + 8 =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risposta non dipende dalla lunghezza della funzione. Una chiamata scrive l'indirizzo di ritorno in ra, quindi una funzione che fa chiamate deve preservare il proprio ra sullo stack. verm1_update è una funzione foglia: non chiama nulla, quindi ra contiene ancora l'indirizzo corretto quando si raggiunge ret, e non serve alcuno stack frame.
Per il docente: Risposta: B. Una chiamata scrive in ra l'indirizzo di ritorno. Una funzione che fa chiamate deve mettere al sicuro sullo stack il proprio ra; a una funzione foglia non 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situazione attuale. Lo studente ha una cartuccia che gira e che comprende riga per riga. Mostra già la struttura comune a ogni gioco: uno stato in memoria, una regola che lo trasforma a ogni frame e una funzione che lo rappresenta. Manca il giocatore: la testa va dove le pare. Le prossime quattro lezioni forniscono i mezzi per leggere il joystick e prendere decisioni, cioè bit, maschere, regole booleane e tabelle, e la Parte 2 li applica per aggiungere guida, cibo e punteggio.
Stato di apprendimento, riepilogo. DA COMPRENDERE OGGI: il progetto Verm1; contratto init/update/draw; un colore è un numero; gli array in memoria; .text, .rodata, .data; indirizzo, valore, load, store; perché si salva ra; shift come moltiplicazione; la virgola fissa; le pseudo-istruzioni; l'ordine little-endian. DA UTILIZZARE OGGI: gli strumenti di PRG32, il debugger di PRG32-QT (si usa, non si studia, in questo corso). DA COMPRENDERE PIÙ AVANTI: formati delle istruzioni (Lezione 19). Una slide senza etichetta è contesto: una storia, un esempio, una domanda, un esercizio. Il filo della lezione: I numeri sono diventati posizioni, colori e una velocità: l'intero blocco sull'informazione, in un gioco che gira. Prossimo passo: la logica che permetterà al giocatore di guidarlo. Biglietto d'uscita (da due a quattro minuti, da soli, su carta): 1. Verm1 dichiara title: .asciz "VERM1" e head_x: .word 5. In quale sezione va ciascuno, e perché head_x non deve stare in .rodata? 2. step_q8 cresce di SPEED_Q8 a ogni frame, e la testa si sposta di una cella ogni volta che arriva a 256. Con SPEED_Q8 = 64, quanti frame tra due passi? Con 128? Prevedete, poi eseguite.
Per il docente: File di riferimento di questa parte: verm1/verm1_part1.S (78 righe). Se all'inizio della Parte 2 il programma di uno studente non funziona, si parte da questo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07: Verm1, parte 1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Verm1, parte 1: una testa che attraversa il mondo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Comincia il progetto del corso: una griglia, una cella, una velocità in virgola fissa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 viaggio di mille miglia comincia con un solo passo.”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Laozi, Tao Te Ching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07-Architettura_dei_Calcolatori-Verm1_Parte_1-Lab.pptx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5" name="Image 0" descr="/Users/raffaelemontella/devel/riscv-prg32/computer-architecture-with-prg32/tools/assets/verm1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avrete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vostra, verm1.prg32, compilata da un solo file assembly scritto da voi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389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43560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titolo, una griglia di 40 per 24 celle, e la testa del verme disegnata in una di esse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21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453892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 che si muove da sola, una cella alla volta, a una velocità che controllate in virgola fissa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9046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472178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mondo senza bordi: superata l'ultima colonna la testa rientra dalla prima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087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49046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L'abitudine del ciclo di lavoro: modificare, compilare, eseguire, guardare, e fermare il programma nel debugger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Verm1: un omaggio a Snake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Verm1, si legge "vermone": un verme che si muove su una griglia, mangia, cresce, e non deve mordersi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2619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35264"/>
            <a:ext cx="6565392" cy="117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con una lunga storia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Blockade, un arcade della Gremlin, 1976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Snake sul Nokia 6110, 1997: uno dei giochi più giocati di sempre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6976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06673"/>
            <a:ext cx="656539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piccolo da scriverlo da zero in assembly, abbastanza ricco da richiedere ogni argomento del corso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82542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734497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ogni riga: nessun motore, nessuna libreria oltre alle chiamate di PRG32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5244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dove state andando: l'immagine a destra è il gioco della Parte 4</a:t>
            </a:r>
            <a:endParaRPr lang="en-US" sz="2000" dirty="0"/>
          </a:p>
        </p:txBody>
      </p:sp>
      <p:pic>
        <p:nvPicPr>
          <p:cNvPr id="13" name="Image 0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 alla fine del corso (Parte 4)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progetto Verm1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piano: quattro parti e una pubblicazione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36881"/>
                <a:gridCol w="5638145"/>
                <a:gridCol w="38193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Aggiungete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le Lezioni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 Parte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griglia, una testa, il movimento automatico, il ritorno a capo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03 a 06: informazione e numeri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Parte 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guida con il joystick, il cibo, un punteggio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08 a 11: logica e circuiti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 Parte 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corpo che cresce, le collisioni, le schermate di titolo e di fine partita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13 a 16: stato e memoria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 Parte 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disegno veloce, punteggio in cifre, livelli, suono: il gioco finito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18 a 21: la macchina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 Lo Store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bundle con manifest, icona e crediti, pronto per la revisione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progetto Verm1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prende la Parte 1 dalle lezioni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36881"/>
                <a:gridCol w="5092518"/>
                <a:gridCol w="4365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compare oggi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registri, la / lw / sw, call e il frame di stack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ovunque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giochi rétro come esemplari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scelta del gioco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colori come numeri RGB565; stringhe terminate da zero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GREEN, il titolo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scorrimenti come moltiplicazioni; confronti; ritorno a capo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cella a pixel; il bordo del mondo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virgola fissa: una frazione come intero scalato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velocità del verme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mondo di Verm1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4168"/>
            <a:ext cx="6949440" cy="47211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72400" y="148501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56448" y="1417320"/>
            <a:ext cx="3486607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verme non vive nei pixel: vive nelle celle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7772400" y="224097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156448" y="2173288"/>
            <a:ext cx="3486607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posizione è una colonna, da 0 a 39, e una riga, da 0 a 23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7772400" y="29969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56448" y="2929255"/>
            <a:ext cx="3486607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disegnare una cella la si trasforma in pixel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x = colonna x 8: uno scorrimento a sinistra di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y = riga x 8 + 8: prima viene la riga del titolo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772400" y="469373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156448" y="4626039"/>
            <a:ext cx="3486607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 parte dalla colonna 5 della riga 12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7772400" y="544969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56448" y="5382006"/>
            <a:ext cx="3486607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Pensare in celle rende semplice ogni regola successiva: muoversi è sommare 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 velocità deve andare un verme?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viene eseguita circa trenta volte al secondo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5681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50389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cella per frame attraverserebbe lo schermo in poco più di un secondo: ingiocabile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38988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283458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Vogliamo una frazione di cella per frame, e il processore del kit ha solo gli interi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32295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216527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Virgola fissa, Q24.8: si tiene la frazione in 1/256 di cella, e si fa un passo ogni volta che si è accumulata una cella intera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SPEED_Q8 = 40 significa 40/256 = 0,156 celle per frame: circa un passo ogni 6 frame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/ 256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cella per frame: un passo quando la somma supera 256, e il resto non si butta via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Tracciare a mano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182192"/>
                <a:gridCol w="2091570"/>
                <a:gridCol w="1364067"/>
                <a:gridCol w="2728135"/>
                <a:gridCol w="2000632"/>
                <a:gridCol w="17278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step_q8 prima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Cella intera?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step_q8 dopo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head_x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sì: 280 - 256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sì: 264 - 256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passi arrivano ogni 6 o 7 frame: il resto porta con sé la differenza, come in un anno bisestile.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Fermare il programma e leggere la macchina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aprite Settings e attivate: Run cartridges in RISC-V debug mode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4736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32907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la vostra cartuccia: il gioco è a sinistra, il debugger a destra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6301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98013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Update: il listato salta a verm1_update. Cliccate nel margine per mettere un breakpoint sulla sua prima istruzione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2805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909771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si ferma lì al frame successivo. Premete Step e guardate cambiare i registri, un'istruzione alla volta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3981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82153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le due istruzioni di la, t0 contiene un indirizzo: scrivetelo nel campo Memory per vedere step_q8 in memoria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515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573328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e guardate i byte di step_q8 crescere di 40 (0x28) a ogni fermata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09941" y="91440"/>
            <a:ext cx="383311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994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480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57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193989" y="91440"/>
            <a:ext cx="3412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debugger di PRG32-QT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la memoria: little-endian, dal vivo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Memory mostra 128 byte a partire dall'indirizzo scritto, in esadecimale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29800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99323"/>
            <a:ext cx="546811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step_q8 è una parola di .data: i suoi quattro byte arrivano dal meno significativo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0537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06699"/>
            <a:ext cx="5468112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step_q8 = 240 si legge F0 00 00 00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86200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763328"/>
            <a:ext cx="546811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head_x e head_y sono le due parole che la precedono nel file, e che la precedono in memoria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496938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870704"/>
            <a:ext cx="546811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non si cambia nulla: il debugger osserva soltanto. Per cambiare il programma: modificare, compilare, eseguire</a:t>
            </a:r>
            <a:endParaRPr lang="en-US" sz="2100" dirty="0"/>
          </a:p>
        </p:txBody>
      </p:sp>
      <p:pic>
        <p:nvPicPr>
          <p:cNvPr id="13" name="Image 0" descr="/Users/raffaelemontella/devel/riscv-prg32/computer-architecture-with-prg32/tools/assets/prg32qt_debugger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1807" y="1417320"/>
            <a:ext cx="3506002" cy="4297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PRG32-QT: listato, registri, memoria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88986" y="91440"/>
            <a:ext cx="385406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8898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002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173034" y="91440"/>
            <a:ext cx="343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l'ordine little-endian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SPEED_Q8 = 64, quanti frame passano tra due passi della testa?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Quale pixel è l'angolo in alto a sinistra della cella in colonna 10, riga 3?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(10, 3)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(80, 24)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(80, 32)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(88, 32)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verm1_draw salva ra e verm1_update no?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5356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97180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è più lunga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33008" y="283464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335356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93128" y="297180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chiama altre funzioni, che sovrascrivono ra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4058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15950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77774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non usa registri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33008" y="464058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515950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477774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update ra è salvato automaticamente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siamo, e che cosa viene dopo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331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516888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una cartuccia che gira, compilata da un file che avete scritto e che capite riga per riga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6225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65582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stato in memoria, una regola che lo cambia a ogni frame, una funzione che lo disegna: la forma di ogni gioco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90118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794760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 il giocatore. La testa va dove vuole lei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69925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592828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Lezioni da 08 a 11 danno gli strumenti: bit e maschere per leggere il joystick, regole booleane, tabelle che selezionano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8381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731764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2: la guida, il cibo e un punteggio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Verm1, parte 1: una testa che attraversa il mondo</dc:title>
  <dc:subject>Lezione 07</dc:subject>
  <dc:creator>Raffaele Montella</dc:creator>
  <cp:lastModifiedBy>Raffaele Montella</cp:lastModifiedBy>
  <cp:revision>1</cp:revision>
  <dcterms:created xsi:type="dcterms:W3CDTF">2026-10-17T07:16:49Z</dcterms:created>
  <dcterms:modified xsi:type="dcterms:W3CDTF">2026-10-17T07:16:49Z</dcterms:modified>
</cp:coreProperties>
</file>