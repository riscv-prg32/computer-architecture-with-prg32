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2efde15-7594-321d-c5fa-e17c4cd47fac}">
          <p14:sldIdLst>
            <p14:sldId id="256"/>
            <p14:sldId id="257"/>
          </p14:sldIdLst>
        </p14:section>
        <p14:section name="Il progetto" id="{df18654b-25b3-c2c7-0995-0daadeb732fb}">
          <p14:sldIdLst>
            <p14:sldId id="258"/>
            <p14:sldId id="259"/>
            <p14:sldId id="260"/>
          </p14:sldIdLst>
        </p14:section>
        <p14:section name="Passo 2: una griglia e una testa" id="{c0880f2d-adf0-a6e2-9e7f-c0796162325e}">
          <p14:sldIdLst>
            <p14:sldId id="261"/>
          </p14:sldIdLst>
        </p14:section>
        <p14:section name="Passo 3: il movimento" id="{dcee2378-ce12-0410-6001-d4b4f4a16f56}">
          <p14:sldIdLst>
            <p14:sldId id="262"/>
            <p14:sldId id="263"/>
          </p14:sldIdLst>
        </p14:section>
        <p14:section name="Passo 4: guardare dentro con PRG32-QT" id="{773466ce-5aa8-e5ee-d555-89c51637beba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 comincia il progetto del corso. È un tutorial, non una lezione: scrivete un programma, passo per passo, e alla fine gira. Usa solo ciò che hanno insegnato le lezioni da 02 a 06: registri e memoria, colori e stringhe come numeri, confronti e scorrimenti, virgola fissa. L'immagine in copertina è ciò che avrete sullo schermo tra due ore: un titolo e un quadrato verde, la testa del verme, che attraversa lo schermo da solo. L'implementazione di riferimento è un contributo di Giuseppe Coviello.
Per il docente: Primo tutorial del progetto. Usa solo le Lezioni da 02 a 06: registri, load e store, chiamate (02), stringhe e colori (04), interi, confronti e ritorno a capo (05), virgola fissa (06), e un po' di storia (03). Gli studenti scrivono da sé il programma; il file di riferimento è verm1/verm1_part1.S. Tutto ciò che compare sulle slide di codice è letto da quel file, che viene compilato ed eseguito automaticamente.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risultati. Una cartuccia vostra, compilata da un solo file scritto da voi. Un titolo, una griglia di 40 per 24 celle e la testa disegnata in una di esse. La testa che si muove da sola, una cella alla volta, a una velocità fissata in virgola fissa. Un mondo senza bordi, in cui la testa che esce a destra rientra da sinistra. E un'abitudine, che conta più del programma: il ciclo di lavoro modificare, compilare, eseguire, guardare, con il debugger come strumento normale.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Verm1, si legge "vermone", è un omaggio a Snake: un verme che si muove su una griglia, mangia, cresce e non deve mordersi. L'idea risale all'arcade Blockade del 1976 ed è diventata celebre sui telefoni Nokia del 1997. È stato scelto perché è abbastanza piccolo da essere scritto da zero in assembly eppure richiede ogni argomento del corso. Scrivete ogni riga voi; sotto non c'è alcun motore. L'immagine a destra è il punto a cui arriverete nella Parte 4.
Per il docente: Snake per il Nokia 6110 fu scritto da Taneli Armanto. Verm1 è un omaggio, non una copia: il nome, le regole di dettaglio e l'aspetto sono nostri. L'implementazione di riferimento seguita dai tutorial è un contributo di Giuseppe Coviello.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piano del progetto. Ogni riga è un tutorial, ciò che vi si aggiunge e le lezioni che usa. Parte 1, oggi: una griglia, una testa, il movimento automatico. Parte 2, Lezione 12: la guida, il cibo, un punteggio. Parte 3, Lezione 17: un corpo che cresce e le collisioni. Parte 4, Lezione 22: il gioco finito. La Lezione 23 prepara il bundle per lo Store. Una regola vale per ogni parte: mai cominciare con un programma che non gira; se il vostro è rotto, partite dal file di riferimento.
Per il docente: Ogni parte finisce con un programma che gira. Non cominciare mai una parte con un programma che non gira: se il proprio è rotto, si parte dal file di riferimento della parte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Nel programma di oggi non c'è nulla di nuovo: ogni idea viene da una lezione. I registri, la, lw, sw, le chiamate e il frame di stack vengono dalla Lezione 02. I colori come numeri RGB565 e le stringhe terminate da zero vengono dalla Lezione 04. Gli scorrimenti usati come moltiplicazioni, i confronti e il ritorno a capo vengono dalla Lezione 05. La virgola fissa, una frazione tenuta come intero scalato, viene dalla Lezione 06, e diventa la velocità del verme. Tenete aperta questa tabella: quando una riga di codice vi lascia perplessi, la terza colonna dice quale lezione rileggere.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verme non vive nei pixel: vive nelle celle. Una posizione è una colonna da 0 a 39 e una riga da 0 a 23, e la testa parte dalla colonna 5 della riga 12, la cella chiara nel disegno. Per disegnare una cella le sue coordinate si trasformano in pixel: x è la colonna per 8, uno scorrimento a sinistra di 3; y è la riga per 8 più 8, perché prima viene la riga del titolo. Pensare in celle rende semplici tutte le regole successive: muoversi è sommare 1, e due cose si scontrano quando le loro celle sono uguali.
Per il docente: Disegnare la griglia alla lavagna e chiedere le coordinate in pixel di alcune celle: (0,0) sta in (0,8); (39,23) sta in (312,192).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update viene eseguita circa trenta volte al secondo. A una cella per frame la testa attraverserebbe le quaranta colonne in poco più di un secondo. Vogliamo una frazione di cella per frame. Teniamo quindi una frazione in unità di 1/256 di cella, le sommiamo la velocità a ogni frame, e facciamo un passo ogni volta che si è accumulata una cella intera, 256. Con SPEED_Q8 uguale a 40 la testa avanza di 40/256 di cella per frame: un passo ogni sei frame circa. Il resto si conserva, quindi in media la velocità è esatta.
Per il docente: È la palla della Lezione 06, trasformata in un timer. Il resto si conserva, quindi la velocità media è esatta: 256 frame danno esattamente 40 passi.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traccia a mano, l'esercizio più utile del tutorial. A ogni frame si somma 40 alla frazione. Nei frame da 1 a 6 la somma resta sotto 256 e la testa non si muove. Al frame 7 arriva a 280: si è accumulata una cella intera, si sottrae 256, resta 24, e la testa passa dalla colonna 5 alla colonna 6. I passi arrivano ogni sei o sette frame, e il resto porta con sé la differenza, come il giorno in più di un anno bisestile. Compilate voi i frame da 8 a 12.
Per il docente: Dopo 64 frame la somma è 64 x 40 = 2560 = 10 x 256: dieci passi, testa nella colonna 15, esattamente ciò che mostra la schermata. Chiedere agli studenti di compilare i frame da 8 a 12.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procedura precisa. Attivate la modalità debug in Settings ed eseguite la cartuccia. Premete Update: il listato mostra verm1_update. Cliccate nel margine accanto alla sua prima istruzione per mettere un breakpoint: il programma si ferma lì al frame successivo. Ora avanzate, un'istruzione alla volta, e osservate i registri. Dopo le due istruzioni che realizzano la, t0 contiene un indirizzo: scrivetelo nel campo Memory e vedrete i byte di step_q8. Ogni Resume esegue un frame, e il valore cresce di 40, 0x28.
Per il docente: Dalla guida al debug di PRG32-QT: pausa, ripresa, passo; viste Init / Update / Draw / PC; breakpoint nel margine; una vista di 128 byte di memoria. Resume ignora una volta il breakpoint corrente, quindi ogni pressione di Resume esegue un frame intero.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vista della memoria mostra 128 byte in esadecimale a partire dall'indirizzo scritto. Una parola occupa quattro byte, il meno significativo per primo: quando step_q8 vale 240 si legge F0 00 00 00. È l'ordine little-endian della Lezione 04, visto dal vivo. Le variabili stanno in memoria nell'ordine del file: head_x, head_y, step_q8, quindi la colonna della testa sta otto byte prima della frazione. Il debugger osserva soltanto: per cambiare il programma si modifica, si compila e si esegue.
Per il docente: Ordine dei byte: Lezione 04. Nel file l'ordine è head_x, head_y, step_q8, quattro byte ciascuna: se step_q8 sta all'indirizzo A, head_x sta in A - 8.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64 su 256 è un quarto di cella per frame. Quanti quarti fanno una cella intera? I due numeri grandi sono distrattori: 64 è la velocità stessa, e 256 è la dimensione di una cella nelle unità del timer.
Applicate le due formule della griglia: x è la colonna per 8; y è la riga per 8, più gli 8 pixel della riga del titolo. L'opzione che dimentica la riga del titolo è l'errore più comune.
Per il docente: 1. Risposta: B. 64/256 = 1/4 di cella per frame: una cella intera ogni 4 frame.
2. Risposta: C. x = 10 x 8 = 80; y = 3 x 8 + 8 = 32.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Non è questione di lunghezza. Una chiamata scrive in ra l'indirizzo di ritorno, quindi una funzione che fa chiamate deve mettere al sicuro sullo stack il proprio ra. verm1_update è una foglia: non chiama nulla, e quando arriva a ret il registro ra contiene ancora l'indirizzo giusto.
Per il docente: Risposta: B. Una chiamata scrive in ra l'indirizzo di ritorno. Una funzione che fa chiamate deve mettere al sicuro sullo stack il proprio ra; a una funzione foglia non 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Avete una cartuccia che gira e che capite riga per riga. Ha già la forma di ogni gioco: uno stato in memoria, una regola che lo cambia a ogni frame, e una funzione che lo disegna. Manca il giocatore: la testa va dove vuole lei. Le prossime quattro lezioni danno gli strumenti per leggere il joystick e per decidere, bit, maschere e tabelle, e la Parte 2 li usa per aggiungere la guida, il cibo e un punteggio.
Per il docente: File di riferimento di questa parte: verm1/verm1_part1.S (78 righe). Se all'inizio della Parte 2 il programma di uno studente non funziona, si parte da questo 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07: Verm1, parte 1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07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1: una testa che attraversa il mondo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Comincia il progetto del corso: una griglia, una cella, una velocità in virgola fissa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viaggio di mille miglia comincia con un solo passo.”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Laozi, Tao Te Ching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07-Architettura_dei_Calcolatori-Verm1_Parte_1-Codice.pptx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5" name="Image 0" descr="/Users/raffaelemontella/devel/riscv-prg32/computer-architecture-with-prg32/tools/assets/verm1_p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cartuccia vostra, verm1.prg32, compilata da un solo file assembly scritto da voi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389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560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titolo, una griglia di 40 per 24 celle, e la testa del verme disegnata in una di esse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721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453892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che si muove da sola, una cella alla volta, a una velocità che controllate in virgola fissa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904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21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mondo senza bordi: superata l'ultima colonna la testa rientra dalla prima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L'abitudine del ciclo di lavoro: modificare, compilare, eseguire, guardare, e fermare il programma nel debugger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Verm1: un omaggio a Snake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Verm1, si legge "vermone": un verme che si muove su una griglia, mangia, cresce, e non deve mordersi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32619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35264"/>
            <a:ext cx="6565392" cy="11732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gioco con una lunga storia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Blockade, un arcade della Gremlin, 1976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Snake sul Nokia 6110, 1997: uno dei giochi più giocati di sempre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6976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06673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Abbastanza piccolo da scriverlo da zero in assembly, abbastanza ricco da richiedere ogni argomento del corso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482542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34497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Scrivete ogni riga: nessun motore, nessuna libreria oltre alle chiamate di PRG32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Ecco dove state andando: l'immagine a destra è il gioco della Parte 4</a:t>
            </a:r>
            <a:endParaRPr lang="en-US" sz="2000" dirty="0"/>
          </a:p>
        </p:txBody>
      </p:sp>
      <p:pic>
        <p:nvPicPr>
          <p:cNvPr id="13" name="Image 0" descr="/Users/raffaelemontella/devel/riscv-prg32/computer-architecture-with-prg32/tools/assets/verm1_p4_p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 corso (Parte 4)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piano: quattro parti e una pubblicazione</a:t>
            </a:r>
            <a:endParaRPr lang="en-US" sz="3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638145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Aggiungete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le Lezioni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07  Parte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griglia, una testa, il movimento automatico, il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03 a 06: informazione e numeri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 Parte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guida con il joystick, il cibo, un punteggio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08 a 11: logica e circuiti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 Parte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corpo che cresce, le collisioni, le schermate di titolo e di fine partita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13 a 16: stato e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 Parte 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disegno veloce, punteggio in cifre, livelli, suono: il gioco finito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18 a 21: 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 Lo Store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bundle con manifest, icona e crediti, pronto per la revisione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1 dalle lezioni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5092518"/>
                <a:gridCol w="43650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registri, la / lw / sw, call e il frame di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ovunque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giochi rétro come esemplari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scelta del gioco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colori come numeri RGB565; stringhe terminate da zero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GREEN, il titolo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scorrimenti come moltiplicazioni; confronti; ritorno a capo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 cella a pixel; il bordo del mondo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fissa: una frazione come intero scalato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velocità del verme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mondo di Verm1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34168"/>
            <a:ext cx="6949440" cy="4721184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77240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8156448" y="1417320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verme non vive nei pixel: vive nelle celle</a:t>
            </a:r>
            <a:endParaRPr lang="en-US" sz="1700" dirty="0"/>
          </a:p>
        </p:txBody>
      </p:sp>
      <p:sp>
        <p:nvSpPr>
          <p:cNvPr id="7" name="Shape 3"/>
          <p:cNvSpPr/>
          <p:nvPr/>
        </p:nvSpPr>
        <p:spPr>
          <a:xfrm>
            <a:off x="7772400" y="224097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156448" y="2173288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posizione è una colonna, da 0 a 39, e una riga, da 0 a 23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7772400" y="29969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56448" y="2929255"/>
            <a:ext cx="3486607" cy="14676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disegnare una cella la si trasforma in pixel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x = colonna x 8: uno scorrimento a sinistra di 3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y = riga x 8 + 8: prima viene la riga del titolo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7772400" y="469373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156448" y="4626039"/>
            <a:ext cx="348660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parte dalla colonna 5 della riga 12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7772400" y="544969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156448" y="5382006"/>
            <a:ext cx="3486607" cy="7901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Pensare in celle rende semplice ogni regola successiva: muoversi è sommare 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che velocità deve andare un verme?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viene eseguita circa trenta volte al secondo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45681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350389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cella per frame attraverserebbe lo schermo in poco più di un secondo: ingiocabile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3898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283458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Vogliamo una frazione di cella per frame, e il processore del kit ha solo gli interi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32295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216527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Virgola fissa, Q24.8: si tiene la frazione in 1/256 di cella, e si fa un passo ogni volta che si è accumulata una cella intera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SPEED_Q8 = 40 significa 40/256 = 0,156 celle per frame: circa un passo ogni 6 frame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 / 256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 cella per frame: un passo quando la somma supera 256, e il resto non si butta via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Tracciare a mano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2091570"/>
                <a:gridCol w="1364067"/>
                <a:gridCol w="2728135"/>
                <a:gridCol w="2000632"/>
                <a:gridCol w="172781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prima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Cella intera?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step_q8 dopo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head_x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280 - 256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264 - 256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passi arrivano ogni 6 o 7 frame: il resto porta con sé la differenza, come in un anno bisestile.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Fermare il programma e leggere la macchina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PRG32-QT aprite Settings e attivate: Run cartridges in RISC-V debug mode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vostra cartuccia: il gioco è a sinistra, il debugger a destra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630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299801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Update: il listato salta a verm1_update. Cliccate nel margine per mettere un breakpoint sulla sua prima istruzione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si ferma lì al frame successivo. Premete Step e guardate cambiare i registri, un'istruzione alla volta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le due istruzioni di la, t0 contiene un indirizzo: scrivetelo nel campo Memory per vedere step_q8 in memoria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Resume, e guardate i byte di step_q8 crescere di 40 (0x28) a ogni fermata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la memoria: little-endian, dal vivo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vista Memory mostra 128 byte a partire dall'indirizzo scritto, in esadecimale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2980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9323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step_q8 è una parola di .data: i suoi quattro byte arrivano dal meno significativo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5468112" cy="325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step_q8 = 240 si legge F0 00 00 00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386200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6332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head_x e head_y sono le due parole che la precedono nel file, e che la precedono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496938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870704"/>
            <a:ext cx="5468112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non si cambia nulla: il debugger osserva soltanto. Per cambiare il programma: modificare, compilare, eseguire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 SPEED_Q8 = 64, quanti frame passano tra due passi della testa?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pixel è l'angolo in alto a sinistra della cella in colonna 10, riga 3?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(10, 3)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(80, 24)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(80, 32)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(88, 32)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17320"/>
            <a:ext cx="110944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verm1_draw salva ra e verm1_update no?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è più lunga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233008" y="283464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335356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193128" y="297180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chiama altre funzioni, che sovrascrivono ra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non usa registri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233008" y="4640580"/>
            <a:ext cx="5410048" cy="1531620"/>
          </a:xfrm>
          <a:prstGeom prst="roundRect">
            <a:avLst>
              <a:gd name="adj" fmla="val 477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61608" y="5159502"/>
            <a:ext cx="493776" cy="493776"/>
          </a:xfrm>
          <a:prstGeom prst="roundRect">
            <a:avLst>
              <a:gd name="adj" fmla="val 14815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193128" y="4777740"/>
            <a:ext cx="4221328" cy="1257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update ra è salvato automaticamente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2331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51688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Avete una cartuccia che gira, compilata da un file che avete scritto e che capite riga per riga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6225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5582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Uno stato in memoria, una regola che lo cambia a ogni frame, una funzione che lo disegna: la forma di ogni gioco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90118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94760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 il giocatore. La testa va dove vuole lei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9925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9282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08 a 11 danno gli strumenti: bit e maschere per leggere il joystick, regole booleane, tabelle che selezionano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8381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731764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2: la guida, il cibo e un punteggio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1: una testa che attraversa il mondo</dc:title>
  <dc:subject>Lezione 07</dc:subject>
  <dc:creator>Raffaele Montella</dc:creator>
  <cp:lastModifiedBy>Raffaele Montella</cp:lastModifiedBy>
  <cp:revision>1</cp:revision>
  <dcterms:created xsi:type="dcterms:W3CDTF">2026-10-13T10:41:33Z</dcterms:created>
  <dcterms:modified xsi:type="dcterms:W3CDTF">2026-10-13T10:41:33Z</dcterms:modified>
</cp:coreProperties>
</file>