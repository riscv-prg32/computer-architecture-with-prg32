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d64fbd9-b43e-ed9e-b82d-6438b1accc1c}">
          <p14:sldIdLst>
            <p14:sldId id="256"/>
            <p14:sldId id="257"/>
          </p14:sldIdLst>
        </p14:section>
        <p14:section name="Riscaldamento sulla macchina" id="{db81e605-568e-723d-15fa-1d64fe13a51d}">
          <p14:sldIdLst>
            <p14:sldId id="258"/>
          </p14:sldIdLst>
        </p14:section>
        <p14:section name="Lo stack" id="{9659cfb1-4222-a0ce-d750-fb0bde05f81c}">
          <p14:sldIdLst>
            <p14:sldId id="259"/>
          </p14:sldIdLst>
        </p14:section>
        <p14:section name="Modelli di processore" id="{11bd9da0-1ae8-08f9-b507-4fd103123ea5}">
          <p14:sldIdLst>
            <p14:sldId id="260"/>
          </p14:sldIdLst>
        </p14:section>
        <p14:section name="Il programma completo" id="{9202eff3-10e1-42f3-74c2-09f9a437177a}">
          <p14:sldIdLst>
            <p14:sldId id="261"/>
            <p14:sldId id="262"/>
            <p14:sldId id="263"/>
            <p14:sldId id="264"/>
          </p14:sldIdLst>
        </p14:section>
        <p14:section name="Eseguire e provare" id="{264df790-4940-346d-d9a5-baffc48351a5}">
          <p14:sldIdLst>
            <p14:sldId id="265"/>
            <p14:sldId id="266"/>
            <p14:sldId id="267"/>
            <p14:sldId id="268"/>
            <p14:sldId id="269"/>
          </p14:sldIdLst>
        </p14:section>
        <p14:section name="Esercizi" id="{77f30774-e4c0-fbe9-e766-3279ba825533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18.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accumulatore, pila, registri; il modello del processore; i registri di RISC-V; la convenzione di chiamata; la pila; il processore RV32. DA UTILIZZARE OGGI: il programma completo, gli strumenti di PRG32 (si usa, non si studia, in questo corso). DA COMPRENDERE PIÙ AVANTI: interruzioni e trap (Lezione 19). Una slide senza etichetta è contesto: una storia, un esempio, una domanda, un esercizio.
Percorso. I risultati di oggi: (1) seguire un'istruzione attraverso i blocchi di un processore RV32; (2) usare correttamente lo stack e la convenzione di chiamata; (3) confrontare macchine ad accumulatore, a stack e a registri. Si appoggia su: solo ciò che ha preparato la Lezione 01. Prossimo passo: Lezione 19, Istruzioni e interruzioni.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~/arc12/code/l18.S;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~/arc12/code/l18.S;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Per calcolare z = x + y il programma carica x in un registro e y in un altro, somma i due registri in un terzo, e memorizza il risultato in z: sette righe per una somma. Alla memoria accedono solo lw e sw; l'aritmetica si svolge solo tra registri. Altri processori svolgono lo stesso compito con tre istruzioni, o con una. Perché RISC-V è progettato così? Rispondere richiede prima un modello di che cosa sia un processore, e poi un confronto tra i diversi modi di costruirne uno, che è il piano della lezione.
DA COMPRENDERE OGGI: accumulatore, pila, registri.
Per il docente: Il ciclo load-modify-store della Lezione 02, visto ora come scelta di progetto. Tenere a mente i tre indirizzi: lo stesso calcolo ritorna nel confronto tra i modelli di processore.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RISC-V il puntatore allo stack sp contiene l'indirizzo dell'ultima locazione occupata, e lo stack cresce verso gli indirizzi bassi. Un push richiede due istruzioni: sottrarre 4 a sp, poi memorizzare nella nuova cima. Un pop è l'inverso: caricare dalla cima, poi sommare 4. La tabella confronta tre processori: RISC-V richiede due istruzioni, il 68000 un'istruzione con un modo di indirizzamento a pre-decremento, x86 un'istruzione dedicata. In pratica una funzione RISC-V alloca l'intero frame una volta sola, sedici byte alla volta per rispettare l'allineamento richiesto dalla convenzione di chiamata, come si fa dalla Lezione 02.
DA COMPRENDERE OGGI: la pila; la convenzione di chiamata.
Per il docente: I valori sono quelli disegnati nella presentazione originale. RISC-V non ha push e pop: un frame di stack si alloca una volta per funzione, sedici byte alla volta, e si riempie con normali store (Lezione 02). La forma del 68000 MOVE (SP)+, D0 estrae con un postincremento.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somma del riscaldamento su quattro macchine. La macchina ad accumulatore: carica x, somma y, memorizza z. La macchina a stack: push x, push y, add, pop z. Una macchina a registri con operandi in memoria: sposta x in un registro, sommagli y, sposta il registro in z. RISC-V: due caricamenti, una somma tra registri, una memorizzazione. In ogni caso si compiono tre accessi alla memoria. Ciò che cambia è il numero di istruzioni e il lavoro che ciascuna svolge: in RISC-V ogni istruzione fa esattamente una cosa, il che permette di eseguirla in fretta e in una pipeline.
DA COMPRENDERE OGGI: accumulatore, pila, registri.
Per il docente: Gli stessi tre accessi alla memoria ovunque: cambia quante sono le istruzioni e quanto è complessa ciascuna. Nel modello registro-memoria un'istruzione come ADD y, D0 legge la memoria e calcola; nel modello load-store ogni istruzione fa una cosa sola. Le macchine a stack con lo stack in memoria sono in genere più lente di quelle a registri generici. lw t1, x è una forma abbreviata che l'assemblatore accetta per la coppia la e lw del riscaldamento.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Scrivere z = (a + b) - (c + d) per una macchina ad accumulatore, una a stack e RISC-V, contando in ciascuna istruzioni e accessi alla memoria. Scrivere push e pop di due registri mantenendo sp multiplo di 16, come richiede la convenzione di chiamata. Classificare per funzione i registri del proprio ultimo programma, distinguendo quelli salvati dal chiamante da quelli salvati dal chiamato. Eseguire passo-passo una chiamata e il suo ritorno in PRG32-QT, osservando pc, ra e sp. E individuare il processore del proprio telefono o portatile, collocandolo tra i modelli della lezione.
Per il docente: Accumulatore: LDA a; ADD b; STA tmp; LDA c; ADD d; STA tmp2; LDA tmp; SUB tmp2; STA z. Stack: PUSH a; PUSH b; ADD; PUSH c; PUSH d; ADD; SUB; POP z. RISC-V: quattro load, due add, una sub, uno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18: Il processore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18-Architettura_dei_Calcolatori-Processore.pptx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18: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code/l18.S, 64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x + 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x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x into a register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y into a register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t3, t1, t2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compute, between registers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z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the result back to memory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.word 5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.word 7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z: .word 0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 righe per una somma: la memoria è toccata solo da lw e sw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avviene solo tra registri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Altri processori fanno lo stesso lavoro con tre istruzioni, o con una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RISC-V è fatto così? Per rispondere serve un modello del processore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accumulatore, pila, registri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e pop in RISC-V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920240" y="1399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251960" y="18288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 bassi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828800"/>
            <a:ext cx="2194560" cy="530352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(libero)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2359152"/>
            <a:ext cx="2194560" cy="530352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(libero)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89504"/>
            <a:ext cx="2194560" cy="530352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-28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419856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-17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3950208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739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4480560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448056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dello stack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3154680"/>
            <a:ext cx="7772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48640" y="288950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4807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punta all'ultima locazione occupata; lo stack cresce verso gli indirizzi bassi.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5608015" cy="2743200"/>
          </a:xfrm>
          <a:prstGeom prst="roundRect">
            <a:avLst>
              <a:gd name="adj" fmla="val 2667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600200"/>
            <a:ext cx="51508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push t0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sp, sp, -4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make room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  t0, 0(sp)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on 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pop t0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t0, 0(sp)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fetch the 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sp, sp, 4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release it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4389120"/>
          <a:ext cx="56052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935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 sp, sp, -4 e sw: due istruzioni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MC68000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D0, -(SP): un modo di indirizzamento con predecremento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 x86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PUSH: un'istruzione dedicata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8773871" y="91440"/>
            <a:ext cx="286918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77387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1887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57919" y="91440"/>
            <a:ext cx="244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pila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x + y in quattro processori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26248"/>
                <a:gridCol w="2326248"/>
                <a:gridCol w="5278794"/>
                <a:gridCol w="11631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 alla memoria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Motorola 6809, MOS 6502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LDA x ;  ADD y ;  STA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virtuale Java, WebAssembly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 x ;  PUSH y ;  ADD ;  POP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più lo stack stesso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generici, operandi in memoria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MC68000, Intel x86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x, D0 ;  ADD y, D0 ;  MOVE D0,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generici, load-store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x ;  lw t2, y ;  add t3, t1, t2 ;  sw t3,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accumulatore, pila, registri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(1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18: The Processor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l18.S: z = x + y on a load-store machine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three bars, eight pixels per unit: x = 5 (white), y = 7 (white) and 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= 12 (green), computed by the seven instructions of the slide.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l18.S --portable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l18 --name l18 --out l18.prg32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l18_init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l18_draw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l18_init: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(2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l18_update: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x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x into a register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y into a register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t3, t1, t2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compute, between registers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z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the result back to memory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bar: a0 = ADDRESS of a variable, a1 = y of the bar, a4 = colour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0(a0)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 of the variable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a2, 3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width: eight pixels per unit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(3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72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(4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.word 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.word 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z: .word 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tre barre, otto pixel per unità: x = 5 (bianca), y = 7 (bianca) e z = 12 (verde), calcolata dalle sette istruzioni della slide.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l18 --out l18.prg32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l18.prg32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l18-esp32c6.prg32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l18-esp32c6.prg32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l18;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z = (a + b) - (c + d) per una macchina ad accumulatore, una a stack e RISC-V; contate istruzioni e accessi alla memoria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push e pop di due registri, t0 e t1, tenendo sp multiplo di 16 come richiede la convenzione di chiamata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registro usato nel vostro ultimo programma PRG32, dite quale funzione svolge: transito, accumulo, indirizzamento, stack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eseguite passo-passo una chiamata e il suo ritorno: osservate pc, ra e sp, e la parola salvata sullo stack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nel datasheet del processore del vostro telefono o portatile: insieme di istruzioni, numero di core, clock, livelli di privilegio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PRG32-QT: sp scende di 16 al prologo e ritorna all'epilogo; ra contiene l'indirizzo successivo alla chiamata.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Il processore: il codice</dc:title>
  <dc:subject>Lezione 18</dc:subject>
  <dc:creator>Raffaele Montella</dc:creator>
  <cp:lastModifiedBy>Raffaele Montella</cp:lastModifiedBy>
  <cp:revision>1</cp:revision>
  <dcterms:created xsi:type="dcterms:W3CDTF">2026-10-17T07:16:50Z</dcterms:created>
  <dcterms:modified xsi:type="dcterms:W3CDTF">2026-10-17T07:16:50Z</dcterms:modified>
</cp:coreProperties>
</file>