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f1c72a54-93bb-5d71-e70d-84fa594335cd}">
          <p14:sldIdLst>
            <p14:sldId id="256"/>
            <p14:sldId id="257"/>
          </p14:sldIdLst>
        </p14:section>
        <p14:section name="Riscaldamento sulla macchina" id="{f63f739c-632e-8bae-c1c9-9088e2aad5d6}">
          <p14:sldIdLst>
            <p14:sldId id="258"/>
          </p14:sldIdLst>
        </p14:section>
        <p14:section name="Il programma completo" id="{1021300e-a4bf-6558-c6d5-82fa0b916e36}">
          <p14:sldIdLst>
            <p14:sldId id="259"/>
            <p14:sldId id="260"/>
          </p14:sldIdLst>
        </p14:section>
        <p14:section name="Eseguire e provare" id="{ba9529ca-8268-75a5-5873-7e44aedb8906}">
          <p14:sldIdLst>
            <p14:sldId id="261"/>
            <p14:sldId id="262"/>
            <p14:sldId id="263"/>
            <p14:sldId id="264"/>
            <p14:sldId id="265"/>
          </p14:sldIdLst>
        </p14:section>
        <p14:section name="Esercizi" id="{43ebc217-861b-c6c5-69bb-8805e9195cb1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20.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~/arc12/code/l20.S;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~/arc12/code/l20.S;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prime quattro righe sono vostre: x in a0, y in a1, un colore in a2, e una chiamata a prg32_gfx_pixel. La seconda metà mostra, in linea di principio, che cosa ne fa il runtime: moltiplica y per 320, somma x, somma l'indirizzo del frame buffer, e vi memorizza un byte. Lo schermo è un array in memoria con un elemento per pixel, e disegnare un pixel è uno store. Non compare nulla finché il frame non viene inviato al display. Su un PC, conservare il frame e inviarlo sono il compito della scheda video.
Per il docente: La seconda metà è uno schema di principio, non il sorgente del runtime: t3 sta per l'indice di palette che il runtime ricava dal colore RGB565 in a2. Sull'ESP32-C6 il frame buffer di PRG32 è di 320 x 200 byte, un indice di palette per pixel (docs/hardware/ili9341.md).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code/l20.S,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code/l20.S,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Calcolate la memoria di un frame 4K in True Color e i byte al secondo a 60 frame. Calcolate quanto impiega il bus del display di PRG32 a inviare 20 righe. Disegnate una linea diagonale pixel per pixel. Riempite lo schermo una volta con una sola chiamata e una volta con 64.000 chiamate, e confrontate le frequenze dei frame. Infine cambiate a ogni frame una voce della palette: tutti i pixel che la usano cambiano insieme, senza essere ridisegnati.
Per il docente: L'ultimo esercizio mostra perché il colore indicizzato piaceva tanto ai programmatori di giochi: uno store cambia migliaia di pixel. Chiamate dell'API dall'appendice del libro (prg32_palette_set, prg32_gfx_clear, prg32_gfx_pixel).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20: La scheda video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bus e la scheda video: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20-Architettura_dei_Calcolatori-Scheda_Video.pptx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rayc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20: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code/l20.S, 32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pixel, per favore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100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50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0xf800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in RGB565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prg32_gfx_pixel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where does it go?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the runtime does, in principle: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320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t1, a1, t0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* 320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t1, t1, a0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x  =  position in the frame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t2, framebuffer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t1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of that pixel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0(t2)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 its palette index (one byte)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schermo è un array in memoria, un elemento per pixel: il frame buffer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Disegnare un pixel è un'istruzione di store all'indirizzo base + y x 320 + 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compare nulla finché il frame non viene inviato al display: prg32_gfx_present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un PC questi due compiti, conservare il frame e inviarlo al monitor, spettano alla scheda video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l20.S (1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20: Buses and the Video Card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l20.S: one pixel, please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single red pixel at x = 100, y = 50 on a black screen. Look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l20.S --portable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l20 --name l20 --out l20.prg32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l20_init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l20_update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l20_draw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l20_init: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l20.S (2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l20_draw: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100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50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0xf800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red, in RGB565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prg32_gfx_pixel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where does it go?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solo pixel rosso a x = 100, y = 50 su uno schermo nero. Guardate da vicino.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l20 --out l20.prg32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l20-qemu.prg32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~/arc12/code/l20.S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l20 --name l20 --architecture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l20-esp32c6.prg32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l20-esp32c6.prg32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l20;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Calcolate la memoria per un frame 4K in True Color, e i byte al secondo a 60 frame al secondo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bus del display di PRG32 lavora a 27 MHz: quanto tempo serve per inviare 20 righe di 320 pixel a 16 bit per pixel?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una linea diagonale pixel per pixel con prg32_gfx_pixel in un ciclo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Riempite lo schermo una volta con prg32_gfx_clear e una volta con 64.000 chiamate a prg32_gfx_pixel: confrontate le frequenze dei frame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Cambiate a ogni frame una voce della palette con prg32_palette_set e guardate cambiare insieme tutti i pixel che la usano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24.883.200 byte per frame, circa 1,5 GB al secondo; 102.400 bit, circa 3,8 ms. Su PRG32: il ciclo della palette anima lo schermo senza ridisegnare un solo pixel.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 bus e la scheda video: il codice</dc:title>
  <dc:subject>Lezione 20</dc:subject>
  <dc:creator>Raffaele Montella</dc:creator>
  <cp:lastModifiedBy>Raffaele Montella</cp:lastModifiedBy>
  <cp:revision>1</cp:revision>
  <dcterms:created xsi:type="dcterms:W3CDTF">2026-10-13T10:41:33Z</dcterms:created>
  <dcterms:modified xsi:type="dcterms:W3CDTF">2026-10-13T10:41:33Z</dcterms:modified>
</cp:coreProperties>
</file>