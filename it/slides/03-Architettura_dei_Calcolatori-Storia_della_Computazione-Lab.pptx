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7f9099e-30c8-6b35-8694-b45875a64d36}">
          <p14:sldIdLst>
            <p14:sldId id="256"/>
            <p14:sldId id="257"/>
          </p14:sldIdLst>
        </p14:section>
        <p14:section name="Il programma completo" id="{aecc838b-2e99-f181-8126-affe305e3e95}">
          <p14:sldIdLst>
            <p14:sldId id="258"/>
            <p14:sldId id="259"/>
            <p14:sldId id="260"/>
            <p14:sldId id="261"/>
            <p14:sldId id="262"/>
          </p14:sldIdLst>
        </p14:section>
        <p14:section name="Eseguire e provare" id="{2efa075e-c048-1221-cd24-258c11157d0a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56172398-0268-2e8d-0f61-541b553bf08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03.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che cos'è l'informatica; l'architettura di von Neumann; RISC e un ISA aperto. DA UTILIZZARE OGGI: il programma completo, gli strumenti di PRG32 (si usa, non si studia, in questo corso). DA COMPRENDERE PIÙ AVANTI: l'algebra di Boole (Lezione 08). Una slide senza etichetta è contesto: una storia, un esempio, una domanda, un esercizio.
Percorso. I risultati di oggi: (1) definire l'informatica e spiegare perché non riguarda solo i computer; (2) nominare le unità dell'architettura di von Neumann e la sua idea del programma memorizzato; (3) dire che cosa distingue RISC da CISC e perché RISC-V è aperto. Si appoggia su: solo ciò che ha preparato la Lezione 01. Prossimo passo: Lezione 04, Rappresentare l'informazione digitale.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~/arc12/code/l03.S;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~/arc12/code/l03.S;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esercizi, dalla carta alla macchina. Il primo chiede di disegnare le quattro unità dell'architettura di von Neumann e di assegnare a ciascuna un elemento del programma della Lezione 02; verifica se l'architettura è diventata un modello operativo e non uno schema astratto. Il secondo chiede di classificare sei invenzioni come modi di rappresentare l'informazione o di prescrivere operazioni; il programma memorizzato è il caso istruttivo, perché unifica le due categorie rappresentando la prescrizione stessa. Il terzo è sperimentale: si usano i contatori del debugger per confrontare il numero di istruzioni che due giochi eseguono per frame, un primo sguardo quantitativo al costo di un programma.
Per il docente: Rappresentare: abaco, Pascalina (cifre come posizioni di ruote), algebra di Boole. Prescrivere: il telaio di Jacquard, le schede della macchina analitica, il programma memorizzato, che unifica le due cose: un programma è esso stesso informazione rappresentata. Il terzo esercizio non ha una risposta fissa: i contatori dipendono dal gioco e dal momento.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03: Storia della computazione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Storia della computazione: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03-Architettura_dei_Calcolatori-Storia_della_Computazione.pptx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spaceinvad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listato nella Lezione 03: questa presentazione vi dà il programma da eseguire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code/l03.S, 94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(1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03: History of Computing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l03.S: the stored program: a program that reads one of its own instructions as 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row of 32 lamps showing 0x00130313, the machine code of addi t1,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t1, 1, and a green square: the word read is the one expected.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l03.S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l03 --name l03 --out l03.prg32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 0xf800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(2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l03_update: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instruction of the program.  For von Neumann's machine it is a number in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same memory as the data: the program can load it like any other word.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push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norvc            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32 bits long: no compressed form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specimen: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pop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(3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specimen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ADDRESS of an instruction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and the instruction, read as DATA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show its 32 bits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0x00130313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the assembler should have produced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RED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s0, t0,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equal: instructions are numbers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152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(4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lamps32: show the 32 bits of a word as a row of lamps, bit 31 on the left.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= the word, a1 = y of the row.  A lamp is yellow for 1, grey for 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lamps32: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a1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number, 0 on the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t0, 31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i shows bit 31 -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s0, t0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that bit down to bit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s2,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a0, a0,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16 + 9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(5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riga di 32 lampade che mostra 0x00130313, il codice macchina di addi t1, t1, 1, e un quadrato verde: la parola letta è quella attesa.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l03 --out l03.prg32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l03.prg32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l03-esp32c6.prg32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l03-esp32c6.prg32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l03;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le quattro unità dell'architettura di von Neumann e scrivete, dentro ciascuna, una cosa del programma della Lezione 02 che vi risiede o vi accade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5953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41245"/>
            <a:ext cx="10436047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ciascuno dite se è un modo nuovo di rappresentare l'informazione o di prescrivere operazioni: l'abaco, il telaio di Jacquard, la Pascalina, l'algebra di Boole, le schede perforate della macchina analitica, il programma memorizzato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420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915918"/>
            <a:ext cx="10436047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Scaricate dallo Store due dei quattro giochi rétro, o compilateli da examples/games; con i contatori del debugger trovate quante istruzioni esegue ciascuno per frame, e confrontate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e ALU: l'esecuzione di addi. Memoria: counter e le istruzioni stesse. Unità di controllo: il prelievo di ogni istruzione. Ingresso/uscita: la barra sullo schermo.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Storia della computazione: il codice</dc:title>
  <dc:subject>Lezione 03</dc:subject>
  <dc:creator>Raffaele Montella</dc:creator>
  <cp:lastModifiedBy>Raffaele Montella</cp:lastModifiedBy>
  <cp:revision>1</cp:revision>
  <dcterms:created xsi:type="dcterms:W3CDTF">2026-10-17T07:16:49Z</dcterms:created>
  <dcterms:modified xsi:type="dcterms:W3CDTF">2026-10-17T07:16:49Z</dcterms:modified>
</cp:coreProperties>
</file>