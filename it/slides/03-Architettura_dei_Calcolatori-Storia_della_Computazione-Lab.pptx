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5b46dd22-c33c-5274-21b4-1d8332b2cade}">
          <p14:sldIdLst>
            <p14:sldId id="256"/>
            <p14:sldId id="257"/>
          </p14:sldIdLst>
        </p14:section>
        <p14:section name="Il programma completo" id="{e83fcc78-2636-c7a0-e2f3-fa73adecb3b0}">
          <p14:sldIdLst>
            <p14:sldId id="258"/>
            <p14:sldId id="259"/>
            <p14:sldId id="260"/>
            <p14:sldId id="261"/>
            <p14:sldId id="262"/>
          </p14:sldIdLst>
        </p14:section>
        <p14:section name="Eseguire e provare" id="{f4b86deb-dd15-14a6-a084-70f35d9fbb48}">
          <p14:sldIdLst>
            <p14:sldId id="263"/>
            <p14:sldId id="264"/>
            <p14:sldId id="265"/>
            <p14:sldId id="266"/>
            <p14:sldId id="267"/>
          </p14:sldIdLst>
        </p14:section>
        <p14:section name="Esercizi" id="{e2560f17-78f1-52e0-c76d-651d77bb73d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03.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che cos'è l'informatica; l'architettura di von Neumann; RISC e un ISA aperto. DA UTILIZZARE OGGI: il programma completo, gli strumenti di PRG32 (si usa, non si studia, in questo corso). DA COMPRENDERE PIÙ AVANTI: l'algebra di Boole (Lezione 08).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~/arc12/code/l03.S;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~/arc12/code/l03.S;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esercizi, dalla carta alla macchina. Il primo chiede di disegnare le quattro unità dell'architettura di von Neumann e di assegnare a ciascuna un elemento del programma della Lezione 02; verifica se l'architettura è diventata un modello operativo e non uno schema astratto. Il secondo chiede di classificare sei invenzioni come modi di rappresentare l'informazione o di prescrivere operazioni; il programma memorizzato è il caso istruttivo, perché unifica le due categorie rappresentando la prescrizione stessa. Il terzo è sperimentale: si usano i contatori del debugger per confrontare il numero di istruzioni che due giochi eseguono per frame, un primo sguardo quantitativo al costo di un programma.
Per il docente: Rappresentare: abaco, Pascalina (cifre come posizioni di ruote), algebra di Boole. Prescrivere: il telaio di Jacquard, le schede della macchina analitica, il programma memorizzato, che unifica le due cose: un programma è esso stesso informazione rappresentata. Il terzo esercizio non ha una risposta fissa: i contatori dipendono dal gioco e dal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03: Storia della computazione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Storia della computazione: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03-Architettura_dei_Calcolatori-Storia_della_Computazione.pptx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game_spaceinva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listato nella Lezione 03: questa presentazione vi dà il programma da eseguire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code/l03.S, 94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l03.S (1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03: History of Computing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l03.S: the stored program: a program that reads one of its own instructions as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a row of 32 lamps showing 0x00130313, the machine code of addi t1,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t1, 1, and a green square: the word read is the one expected.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l03.S --portable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l03 --name l03 --out l03.prg32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GREY,   0x4208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GREEN,  0x07e0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RED,    0xf800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l03_init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l03_update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l03_draw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l03_init: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l03.S (2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l03_update: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instruction of the program.  For von Neumann's machine it is a number in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same memory as the data: the program can load it like any other word.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push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norvc                </a:t>
            </a:r>
            <a:pPr indent="0" marL="0">
              <a:buNone/>
            </a:pPr>
            <a:r>
              <a:rPr lang="en-US" sz="17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 32 bits long: no compressed form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specimen: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pop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l03.S (3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l03_draw: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specimen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ADDRESS of an instruction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0(t0)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and the instruction, read as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a0, s0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lamps32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 its 32 bits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0x00130313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the assembler should have produced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s0, t0, 1f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GREEN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equal: instructions are numbers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a0, 152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l03.S (4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lamps32: show the 32 bits of a word as a row of lamps, bit 31 on the left.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a0 = the word, a1 = y of the row.  A lamp is yellow for 1, grey for 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lamps32: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-32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28(sp)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24(sp)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20(sp)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s2, 16(sp)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s1, a1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s2, 0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number, 0 on the 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t0, 31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t0, t0, s2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i shows bit 31 -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  t1, s0, t0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that bit down to bit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1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it, clear all the others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2f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slli a0, s2,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a0, a0, s2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 *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16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16 + 9 *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a1, s1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l03.S (5 di 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s2, s2,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s2, t0, 1b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s2, 16(sp)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20(sp)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24(sp)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28(sp)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una riga di 32 lampade che mostra 0x00130313, il codice macchina di addi t1, t1, 1, e un quadrato verde: la parola letta è quella attesa.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~/arc12/code/l03.S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l03 --name l03 --out l03.prg32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l03.prg32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~/arc12/code/l03.S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l03 --name l03 --architecture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l03-qemu.prg32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l03-qemu.prg32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~/arc12/code/l03.S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l03 --name l03 --architecture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l03-esp32c6.prg32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l03-esp32c6.prg32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l03;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le quattro unità dell'architettura di von Neumann e scrivete, dentro ciascuna, una cosa del programma della Lezione 02 che vi risiede o vi accade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9533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341245"/>
            <a:ext cx="10436047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ciascuno dite se è un modo nuovo di rappresentare l'informazione o di prescrivere operazioni: l'abaco, il telaio di Jacquard, la Pascalina, l'algebra di Boole, le schede perforate della macchina analitica, il programma memorizzato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420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915918"/>
            <a:ext cx="10436047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Scaricate dallo Store due dei quattro giochi rétro, o compilateli da examples/games; con i contatori del debugger trovate quante istruzioni esegue ciascuno per frame, e confrontate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 e ALU: l'esecuzione di addi. Memoria: counter e le istruzioni stesse. Unità di controllo: il prelievo di ogni istruzione. Ingresso/uscita: la barra sullo schermo.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Storia della computazione: il codice</dc:title>
  <dc:subject>Lezione 03</dc:subject>
  <dc:creator>Raffaele Montella</dc:creator>
  <cp:lastModifiedBy>Raffaele Montella</cp:lastModifiedBy>
  <cp:revision>1</cp:revision>
  <dcterms:created xsi:type="dcterms:W3CDTF">2026-10-16T20:22:25Z</dcterms:created>
  <dcterms:modified xsi:type="dcterms:W3CDTF">2026-10-16T20:22:25Z</dcterms:modified>
</cp:coreProperties>
</file>