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34f30f8-fdd0-613a-0012-66d6febc5067}">
          <p14:sldIdLst>
            <p14:sldId id="256"/>
            <p14:sldId id="257"/>
          </p14:sldIdLst>
        </p14:section>
        <p14:section name="La macchina" id="{b4a8e490-27de-56d8-b262-7b7d539017a4}">
          <p14:sldIdLst>
            <p14:sldId id="258"/>
            <p14:sldId id="259"/>
            <p14:sldId id="260"/>
          </p14:sldIdLst>
        </p14:section>
        <p14:section name="La prima cartuccia" id="{663d482a-4980-0891-eb94-70c7d48492f2}">
          <p14:sldIdLst>
            <p14:sldId id="261"/>
            <p14:sldId id="262"/>
          </p14:sldIdLst>
        </p14:section>
        <p14:section name="Leggere ciò che avete scritto" id="{0d85e61b-8ba5-91e5-2c1f-d167d2783575}">
          <p14:sldIdLst>
            <p14:sldId id="263"/>
            <p14:sldId id="264"/>
            <p14:sldId id="265"/>
            <p14:sldId id="266"/>
            <p14:sldId id="267"/>
          </p14:sldIdLst>
        </p14:section>
        <p14:section name="Che cosa viene dopo" id="{882cd071-16c5-3085-20e0-6802505a22bd}">
          <p14:sldIdLst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la prima lezione in cui scrivete un programma, e viene di proposito prima di ogni teoria. In due ore costruite quattro piccole cartucce, ognuna un programma completo che gira. Oggi non capirete ogni dettaglio, e nessuno se lo aspetta: lo scopo è vedere al lavoro i registri, la memoria e una chiamata di funzione, così che le lezioni successive abbiano qualcosa di concreto da spiegare. La citazione dà il tono: meno parole, più codice.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registri, calcolo, trasferimento, salto; i registri; contratto init/update/draw; gli argomenti in a0 ... a7; perché si salva ra; indirizzo, valore, load, store; le istruzioni di base; le pseudo-istruzioni; un'istruzione è un numero; seguire a mano l'esecuzione. DA UTILIZZARE OGGI: la convenzione di chiamata (Lezione 18); le maschere di bit (Lezione 08) e, usati senza essere studiati nel corso, le direttive dell'assemblatore, gli strumenti di PRG32, le chiamate del runtime PRG32, il debugger di PRG32-QT, il programma completo. DA COMPRENDERE PIÙ AVANTI: la pila (Lezione 18); i modi di indirizzamento (Lezione 19); formati delle istruzioni (Lezione 19); l'esadecimale (Lezione 04); il complemento a due (Lezione 05); la virgola fissa (Lezione 06); l'algebra di Boole (Lezione 08); il sommatore (Lezione 09); dai volt ai bit (Lezione 10); latch e flip-flop (Lezione 13); il ciclo del processore (Lezione 19); il progetto Verm1 (Lezione 07). Una slide senza etichetta è contesto: una storia, un esempio, una domanda, un esercizio.
Per il docente: Lezione nuova del 2026/27. È il turno «gioca» della spirale per tutta la prima metà del corso: ogni lezione successiva rimanda a qualcosa scritto qui. I quattro passi sono quelli verificati del laboratorio 05-asm-first-contact del libro di PRG32; eseguirli dal vivo (labs/run.sh 05-asm-first-contact/stepN_....S first).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cose che saprete fare alla fine. Le prime quattro sono pratiche: compilare ed eseguire una cartuccia, nominare i registri, chiamare una funzione con i suoi argomenti, conservare un valore in memoria tra un frame e l'altro. La quinta è un cambio di punto di vista: un'istruzione è un numero a 32 bit. La sesta è la più importante per il corso: uscirete con un elenco di domande, e ognuna è l'argomento di una lezione successiva.
Per il docente: Dire esplicitamente agli studenti che oggi non ci si aspetta che capiscano tutto. Oggi si guarda; le prossime lezioni servono a spiegare.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L'intera macchina in quattro riquadri. Ci sono 32 registri, ciascuno con un valore a 32 bit, e il processore sa calcolare solo su ciò che contengono. Ci sono tre tipi di istruzione. Calcolare: aritmetica e logica tra registri, come add o addi. Spostare: trasferimenti tra un registro e la memoria, lw per caricare una parola e sw per memorizzarla; nient'altro tocca la memoria. Saltare: cambi dell'istruzione che verrà eseguita dopo. Tutto ciò che fa un calcolatore è una lunga sequenza di questi tre tipi.
DA COMPRENDERE OGGI: registri, calcolo, trasferimento, salto.
Per il docente: Questa è quasi tutta la macchina. La ricchezza del calcolo non viene da un insieme di istruzioni ampio, ma dal combinarne uno piccolo in lunghe sequenze.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registri hanno nomi che dicono come si usano. Da a0 ad a7 portano gli argomenti di una chiamata, e a0 riporta indietro il risultato. Da t0 a t6 sono temporanei, liberi da usare e non conservati da una chiamata. Da s0 a s11 sono conservati. ra contiene l'indirizzo di ritorno, sp la cima dello stack, e zero si legge sempre 0. Leggete con cura la didascalia: questi ruoli non sono incisi nell'hardware. Sono un accordo, la convenzione di chiamata, ed è ciò che permette al vostro assembly e al codice C del framework di chiamarsi a vicenda.
DA COMPRENDERE OGGI: i registri. DA UTILIZZARE OGGI: la convenzione di chiamata (si studia nella Lezione 18).
Per il docente: I ruoli non sono fissati dall'hardware ma da un accordo: la convenzione di chiamata, o ABI. Rispettarla è ciò che permette al vostro assembly e al codice C del framework di chiamarsi a vicenda.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contratto con PRG32 è fatto di tre funzioni che scrivete voi. init viene chiamata una volta, all'avvio della cartuccia, per preparare lo stato. update viene chiamata una volta per frame, per leggere l'ingresso e cambiare lo stato. draw viene chiamata una volta per frame, per trasformare lo stato in un'immagine. Il firmware le trova per nome: un prefisso scelto da voi, seguito da _init, _update e _draw. Tenete presente dal primo giorno la divisione dei compiti: update decide, draw mostra.
DA COMPRENDERE OGGI: contratto init/update/draw.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salvare ra? L'istruzione call scrive in ra l'indirizzo a cui tornare. Ma la funzione che chiamate può fare a sua volta delle chiamate, e ognuna sovrascrive ra. Perciò una funzione che ne chiama un'altra deve prima salvare in memoria il proprio ra: abbassa sp di 16 per fare spazio, il frame di stack, e memorizza ra in 12(sp). Dopo la chiamata fa il contrario. Il disegno mostra il frame: lo stack cresce verso gli indirizzi bassi. Dimenticare questa coppia di operazioni è il classico primo bug: la funzione ritorna nel posto sbagliato.
DA COMPRENDERE OGGI: perché si salva ra. DA COMPRENDERE PIÙ AVANTI: la pila (si studia nella Lezione 18).
Per il docente: La convenzione richiede che sp resti allineato a 16 byte tra una chiamata e l'altra: per questo il frame è di 16 byte anche se ne servono solo 4. Lo stack è trattato formalmente nelle lezioni sulla memoria e sui sottoprogrammi.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separa due idee che i principianti confondono: l'indirizzo e il valore. Dopo la, t0 contiene dove vive il contatore. Dopo lw, t1 contiene che cosa vi è memorizzato, 41 nel disegno. addi porta a 42 la copia nel registro, e la memoria dice ancora 41 finché sw non la riscrive. Seguite le due frecce. Un'abitudine pratica dal riquadro a destra: nei commenti scrivete per ogni registro se contiene un INDIRIZZO o un VALORE. Previene l'errore più comune del primo mese.
DA COMPRENDERE OGGI: indirizzo, valore, load, store. DA COMPRENDERE PIÙ AVANTI: i modi di indirizzamento (si studia nella Lezione 19).
Per il docente: Un'etichetta dà un nome a una locazione. la dà la locazione, lw dà il contenuto. È così che funziona, in ultima analisi, ogni variabile di ogni programma; ci si torna formalmente con i modi di indirizzamento.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famiglie coprono tutto ciò che avete battuto: aritmetica (add, sub), logica (and, or, xor), le forme con immediato che prendono una piccola costante (addi, andi), memoria (lw, sw) e controllo (call, ret). In ogni istruzione il risultato va nel primo registro nominato: add t0, t1, t2 mette t1 + t2 in t0. L'insieme di base ha circa quaranta istruzioni, e ne avete già incontrato un quarto.
DA COMPRENDERE OGGI: le istruzioni di base.
Per il docente: Il risultato va nel primo registro. L'insieme di base delle istruzioni intere di RISC-V (RV32I) ha circa quaranta istruzioni; ne avete già incontrato un quarto.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Alcune delle istruzioni che avete scritto nel processore non esistono: sono pseudo-istruzioni, scorciatoie che l'assemblatore espande. li t0, 42 diventa addi t0, zero, 42; mv è una addi con 0; ret è un salto all'indirizzo in ra; beqz è un confronto con il registro zero. Notate quante volte zero compare nella colonna centrale: un registro che vale sempre 0 permette a un insieme di istruzioni piccolo di fare il lavoro di uno più grande.
DA COMPRENDERE OGGI: le pseudo-istruzioni.
Per il docente: Una pseudo-istruzione non è un'operazione hardware a sé. È il registro zero a renderne possibili molte: un insieme di istruzioni piccolo, riusato con cura.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Un'istruzione è un numero. addi t1, t1, 1 è la parola di 32 bit 0x00130313, e la striscia colorata ne mostra i campi: dodici bit per la costante 1, cinque per il registro sorgente (t1 è il registro numero 6), tre che dicono «somma», cinque per la destinazione, sette per il tipo di istruzione. Il formato non va imparato adesso. Tenete l'idea: l'assembly è una scrittura leggibile del codice macchina, e il processore legge questi campi con circuiti che imparerete a progettare.
DA COMPRENDERE OGGI: un'istruzione è un numero. DA COMPRENDERE PIÙ AVANTI: formati delle istruzioni (si studia nella Lezione 19).
Per il docente: Verifica: 0000 0000 0001 | 00110 | 000 | 00110 | 0010011 = 0000 0000 0001 0011 0000 0011 0001 0011 = 0x00130313. Non spiegare ora i formati; il punto è solo che un'istruzione è un dato. La Lezione 04 (informazione digitale) e le lezioni sul processore tornano su questa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esegue la stessa cartuccia sul portatile e può fermarsi tra due istruzioni qualsiasi, mostrando tutti i registri. Usatelo ora sul terzo passo: andate su update, mettete in pausa, ed eseguite una alla volta le quattro istruzioni di first_update, osservando t0 e t1. Prima di ogni pressione dite ad alta voce che cosa cambierà. L'ultima riga è una regola da ricordare: la scheda dice la verità sul tempo, PRG32-QT dice la verità su un registro.
DA UTILIZZARE OGGI: il debugger di PRG32-QT (si usa, non si studia, in questo corso).
Per il docente: Dimostrare dal vivo: caricare il passo 3, fermarsi su first_update, eseguire quattro passi. Chiedere agli studenti di prevedere ogni registro prima di premere il tasto.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traccia a mano: per ogni frame si scrive che cosa ogni istruzione lascia in t1 e in memoria. Nei primi frame non accade nulla di sorprendente. Guardate la riga evidenziata: al frame 256 il contatore diventa 256, eppure la larghezza della barra è 0, perché andi con 255 conserva solo gli otto bit bassi, e 256 in binario è un uno seguito da otto zeri. Tracciare a mano è lento e poco appariscente, ed è l'abilità di debug più utile che imparerete in questo corso.
DA COMPRENDERE OGGI: seguire a mano l'esecuzione.
Per il docente: La traccia a mano è l'abilità di debug più preziosa del corso. 256 = 1 0000 0000 in binario: gli otto bit bassi sono tutti zero, quindi la barra ricomincia.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riga è una cosa vista oggi, la domanda che solleva e dove si trova la risposta. Perché l'esadecimale? Lezioni 04 e 05. Come fa un registro a contenere un numero negativo? Lezione 05. Che cosa fa AND a trentadue bit in un colpo solo? Lezioni 08 e 09. Come fa un circuito a ricordare un bit? Lezioni 13 e 15. Come viene decodificato ed eseguito 0x00130313? Lezioni 18 e 19. L'ultima riga è il progetto: da tre funzioni e un rettangolo, un gioco intero. Conservate questa tabella: è la mappa del corso vista dal vostro programma.
DA COMPRENDERE PIÙ AVANTI: l'esadecimale (si studia nella Lezione 04); il complemento a due (si studia nella Lezione 05); la virgola fissa (si studia nella Lezione 06); l'algebra di Boole (si studia nella Lezione 08); il sommatore (si studia nella Lezione 09); dai volt ai bit (si studia nella Lezione 10); latch e flip-flop (si studia nella Lezione 13); il ciclo del processore (si studia nella Lezione 19); il progetto Verm1 (si studia nella Lezione 07).
Per il docente: È la mappa in avanti del corso. Conservarne una copia: ogni presentazione successiva si apre indicando una di queste righe. L'ultima riga è il progetto: Verm1 parte nella Lezione 07 esattamente dallo scheletro di oggi.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Applicate la distinzione tra indirizzo e valore. la carica in t0 l'indirizzo dell'etichetta; lw usa poi t0 per trovare la locazione e ne copia il contenuto in t1, senza modificare t0. Quindi t0 contiene ancora l'indirizzo. Se avete scelto «il valore», tornate alla slide con le due frecce.
La chiave è ciò che fa call: scrive in ra l'indirizzo di ritorno. Se poi la vostra funzione deve tornare al proprio chiamante, le serve il vecchio ra, che la chiamata ha appena sovrascritto. a0 è fatto per essere sovrascritto, sp viene ripristinato dalla funzione chiamata, e t0 è un temporaneo che nessuno ha promesso di conservare.
Per il docente: 1. Risposta: B. la carica l'indirizzo dell'etichetta; lw legge poi in t1 il valore memorizzato a quell'indirizzo.
2. Risposta: C. call scrive in ra l'indirizzo di ritorno. Le chiamate della funzione chiamata lo sovrascriverebbero: una funzione non foglia salva ra sullo stack e lo ripristina prima di 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Fate il calcolo in binario. 300 è 256 + 44, cioè un uno in posizione 8 seguito dagli otto bit di 44. La maschera 255 è fatta di otto uni: AND conserva gli otto bit bassi e azzera il resto. Rimane 44. Sottraendo 255 da 300 si ottiene 45, una risposta sbagliata che tenta: AND non è una sottrazione.
Per il docente: Risposta: D. 300 = 256 + 44 = 1 0010 1100 in binario. AND con 1111 1111 conserva gli otto bit bassi: 0010 1100 = 44.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 di questa lezione, con l'italiano usato in aula. Load e store si intendono sempre dal punto di vista del processore: load porta un valore dalla memoria a un registro, store lo rimanda indietro. Un immediato è una costante scritta dentro l'istruzione stessa. Un branch è un salto che avviene solo se vale una condizione. La convenzione di chiamata è l'accordo sui ruoli dei registri.
Per il docente: Il corso si tiene in italiano; slide, note e libro esistono in inglese e in italiano, e la documentazione tecnica di PRG32 è in inglese. Questa tabella si ripete, argomento per argomento, in ogni presentazione.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frasi contengono la lezione. Un processore RISC-V è fatto di trentadue registri e di un piccolo insieme di istruzioni che calcolano, spostano e saltano. Un gioco PRG32 sono tre funzioni, con gli argomenti da a0 ad a7, e una funzione che ne chiama un'altra salva ra. Le variabili vivono in memoria: la per l'indirizzo, lw e sw per il valore. Un'istruzione è un numero a 32 bit, e l'assembly è la sua scrittura leggibile. La prossima lezione fa un passo indietro e racconta la storia che ha portato a questa macchina.
Stato di apprendimento, riepilogo. DA COMPRENDERE OGGI: registri, calcolo, trasferimento, salto; i registri; contratto init/update/draw; gli argomenti in a0 ... a7; perché si salva ra; indirizzo, valore, load, store; le istruzioni di base; le pseudo-istruzioni; un'istruzione è un numero; seguire a mano l'esecuzione. DA UTILIZZARE OGGI: la convenzione di chiamata (Lezione 18); le maschere di bit (Lezione 08) e, usati senza essere studiati nel corso, le direttive dell'assemblatore, gli strumenti di PRG32, le chiamate del runtime PRG32, il debugger di PRG32-QT, il programma completo. DA COMPRENDERE PIÙ AVANTI: la pila (Lezione 18); i modi di indirizzamento (Lezione 19); formati delle istruzioni (Lezione 19); l'esadecimale (Lezione 04); il complemento a due (Lezione 05); la virgola fissa (Lezione 06); l'algebra di Boole (Lezione 08); il sommatore (Lezione 09); dai volt ai bit (Lezione 10); latch e flip-flop (Lezione 13); il ciclo del processore (Lezione 19); il progetto Verm1 (Lezione 07). Una slide senza etichetta è contesto: una storia, un esempio, una domanda, un esercizio.
Per il docente: Prossima lezione: la storia che ha portato a questa macchina.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02: Primo contatto con l'assembly RISC-V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Primo contatto: l'assembly RISC‑V su PRG32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Registri, memoria e chiamata: un programma che gira prima di ogni teoria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“Le chiacchiere stanno a zero. Fammi vedere il codice.”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Torvalds, mailing list del kernel Linux, 2000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02-Architettura_dei_Calcolatori-Primo_Contatto_con_Assembly_RISC-V-Codice.pptx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1_step4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Compilare una cartuccia da un file assembly ed eseguirla su PRG32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016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833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che cos'è un registro, e nominare quelli che userete ogni giorno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677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494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Chiamare una funzione del framework, passando gli argomenti nei registri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338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1551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Conservare un valore in memoria da un frame al successivo: load, modify,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426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2440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un'istruzione come il numero a 32 bit che è davvero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Elencare le domande che questo programma solleva: il resto del corso risponde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macchina che state programmando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registri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registro contiene un valore a 32 bit. Il processore sa calcolare solo su valori che stanno nei registri.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Un'operazione aritmetica o logica tra registri: add, sub, and, or, xor, e le forme con immediato come addi.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Spostare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trasferimento tra un registro e la memoria: lw carica una parola, sw la memorizza. Nient'altro tocca la memoria.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 dell'istruzione che verrà eseguita dopo: salti condizionati come beqz, chiamate e ritorni.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6672783" y="91440"/>
            <a:ext cx="497027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7278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0799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056831" y="91440"/>
            <a:ext cx="4549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registri, calcolo, trasferimento, salto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registri che userete davvero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31537"/>
                <a:gridCol w="1968364"/>
                <a:gridCol w="5010381"/>
                <a:gridCol w="26841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Ruolo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Conservato da una chiamata?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a0 - a7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passati a una chiamata; a0 porta anche il valore di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t0 - t6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di appoggio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s0 - s11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che una chiamata promette di conservare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salta ret al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salvatelo voi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cima dello stack, sempre allineata a 16 byte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zero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legge sempre 0; le scritture sono ignorate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ruoli vengono da un accordo, la convenzione di chiamata (ABI), non dall'hardware.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474542" y="91440"/>
            <a:ext cx="306616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47454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558" y="12801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58590" y="91440"/>
            <a:ext cx="2645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contratto: tre funzioni che scrivete voi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volta, all'avvio della cartuccia: prepara lo stato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68698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5858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505858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 per frame: legge l'ingresso, cambia lo stato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88757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5917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325917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 per frame: trasforma lo stato in un'immagine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trova le tre funzioni per nome: un prefisso scelto da voi, seguito da _init, _update e _draw. È l'intero contratto tra il vostro gioco e la macchina.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contratto init/update/draw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salvare ra? Il frame di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memorizza in ra l'indirizzo a cui tornare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054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06752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chiamata userà ra per le proprie chiamate, sovrascrivendo il vostro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09486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96184"/>
            <a:ext cx="6108192" cy="1281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Perciò una funzione che ne chiama un'altra salva prima ra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abbassa sp di 16 per fare spazio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memorizza ra in 12(sp)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52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6552"/>
            <a:ext cx="6108192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chiamata, si disfa tutto in ordine inverso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ricarica ra, alza sp di 16, poi ret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Dimenticare la coppia è il classico primo bug: la funzione ritorna nel posto sbagliato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dopo il prologo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103120"/>
            <a:ext cx="2926080" cy="566928"/>
          </a:xfrm>
          <a:prstGeom prst="rect">
            <a:avLst/>
          </a:prstGeom>
          <a:solidFill>
            <a:srgbClr val="C9D2D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dati del chiamante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652760" y="21031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16(sp)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2670048"/>
            <a:ext cx="292608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652760" y="26700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12(sp)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3236976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652760" y="323697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8(sp)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803904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652760" y="380390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4(sp)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4370832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652760" y="437083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0(sp)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66560" y="4654296"/>
            <a:ext cx="7772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217920" y="43708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589520" y="18105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più alti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5120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cresce verso il basso: si sottrae da sp per allocare, si somma per rilasciare.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291654" y="91440"/>
            <a:ext cx="4351401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7319086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9086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9086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9670" y="128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7675702" y="91440"/>
            <a:ext cx="39307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pila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3590493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59049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509" y="128016"/>
            <a:ext cx="201168" cy="201168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3974541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perché si salva 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Indirizzo o valore? Il nodo della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(dentro il processore)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874520"/>
            <a:ext cx="3291840" cy="685800"/>
          </a:xfrm>
          <a:prstGeom prst="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di counter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017520"/>
            <a:ext cx="3291840" cy="685800"/>
          </a:xfrm>
          <a:prstGeom prst="rect">
            <a:avLst/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 poi  42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1417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(sezione .data)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74520"/>
            <a:ext cx="3566160" cy="6858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560320"/>
            <a:ext cx="3566160" cy="685800"/>
          </a:xfrm>
          <a:prstGeom prst="rect">
            <a:avLst/>
          </a:prstGeom>
          <a:solidFill>
            <a:srgbClr val="F6E7D2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counter:  41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3246120"/>
            <a:ext cx="3566160" cy="6858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17720" y="2217420"/>
            <a:ext cx="2834640" cy="617220"/>
          </a:xfrm>
          <a:prstGeom prst="line">
            <a:avLst/>
          </a:prstGeom>
          <a:noFill/>
          <a:ln w="28575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84632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punta qui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H="1">
            <a:off x="4617720" y="3017520"/>
            <a:ext cx="2834640" cy="22860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4754880" y="3291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copia il contenuto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7315200" cy="2194560"/>
          </a:xfrm>
          <a:prstGeom prst="roundRect">
            <a:avLst>
              <a:gd name="adj" fmla="val 333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6052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counter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WHERE the value lives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t1, 0(t0)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WHAT is stored there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copy in the register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t1, 0(t0)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memory still says 41 until this line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0" y="3977640"/>
            <a:ext cx="3413455" cy="2194560"/>
          </a:xfrm>
          <a:prstGeom prst="roundRect">
            <a:avLst>
              <a:gd name="adj" fmla="val 3333"/>
            </a:avLst>
          </a:prstGeom>
          <a:solidFill>
            <a:srgbClr val="F3DDE0"/>
          </a:solidFill>
          <a:ln w="12700">
            <a:solidFill>
              <a:srgbClr val="F3DD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0" y="4069080"/>
            <a:ext cx="30476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 un indirizzo dove serve un valore, o il contrario, è uno degli errori più comuni dei principianti. Commentate ogni registro: INDIRIZZO o VALORE.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175451" y="91440"/>
            <a:ext cx="5467604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202883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2883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02883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3467" y="12801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6559499" y="91440"/>
            <a:ext cx="5046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modi di indirizzamento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19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686382" y="91440"/>
            <a:ext cx="437934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68638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398" y="128016"/>
            <a:ext cx="201168" cy="20116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070430" y="91440"/>
            <a:ext cx="39587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indirizzo, valore, load, store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che avete appena usato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72967"/>
                <a:gridCol w="2817629"/>
                <a:gridCol w="3698138"/>
                <a:gridCol w="2905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Famiglia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Aritmetica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 due registri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t0, t1, t2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and, or, xor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 bit a bit su due registri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t0, t1, t2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addi, andi, ori, xori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e una piccola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lw, sw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o memorizza una parola di 32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0(t0)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call, ret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 a una funzione e ritorna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prg32_gfx_rect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istruzioni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Pseudo-istruzioni: scorciatoie che l'assemblatore espande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4622673"/>
                <a:gridCol w="369813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Scrivete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L'assemblatore emette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 t0, 42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t0, zero, 42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una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mv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t0, t1, 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un 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xori t0, t1, -1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counter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auipc t0, ... + addi t0, t0, 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l'indirizzo di un'etichetta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jalr zero, 0(ra)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salta all'indirizzo in 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beqz t0, skip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 t0, zero, skip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salta se t0 vale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pseudo-istruzioni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Un'istruzione è un numero a 32 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560320"/>
            <a:ext cx="3806308" cy="73152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346704"/>
            <a:ext cx="38063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costante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2322576"/>
            <a:ext cx="1903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17554" y="2322576"/>
            <a:ext cx="1866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20708" y="2560320"/>
            <a:ext cx="1585962" cy="73152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720708" y="334670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è x6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57284" y="232257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513689" y="232257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6670" y="2560320"/>
            <a:ext cx="1164317" cy="73152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306670" y="3346704"/>
            <a:ext cx="11643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43246" y="2322576"/>
            <a:ext cx="5821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888828" y="2322576"/>
            <a:ext cx="545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470987" y="2560320"/>
            <a:ext cx="1585962" cy="73152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470987" y="334670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è x6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07563" y="232257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263968" y="232257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056949" y="2560320"/>
            <a:ext cx="2220347" cy="73152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9056949" y="3346704"/>
            <a:ext cx="22203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registro-immediato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093525" y="2322576"/>
            <a:ext cx="11101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0167122" y="2322576"/>
            <a:ext cx="1073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206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0x00130313</a:t>
            </a:r>
            <a:endParaRPr lang="en-US" sz="3400" dirty="0"/>
          </a:p>
        </p:txBody>
      </p:sp>
      <p:sp>
        <p:nvSpPr>
          <p:cNvPr id="25" name="Shape 23"/>
          <p:cNvSpPr/>
          <p:nvPr/>
        </p:nvSpPr>
        <p:spPr>
          <a:xfrm>
            <a:off x="548640" y="50749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120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L'assembly è una scrittura leggibile del codice macchina. L'assemblatore traduce ogni riga in una parola di 32 bit; il processore legge i campi con circuiti logici che più avanti nel corso progetteremo noi stessi.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175451" y="91440"/>
            <a:ext cx="5467604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202883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02883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2883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3467" y="128016"/>
            <a:ext cx="201168" cy="20116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6559499" y="91440"/>
            <a:ext cx="5046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formati delle istruzioni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19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014677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01467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693" y="128016"/>
            <a:ext cx="201168" cy="201168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2398725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un'istruzione è un numero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un microscopio per i registri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Esegue la stessa cartuccia sul vostro computer, un'istruzione alla volta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000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78328"/>
            <a:ext cx="54681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ferma tra due istruzioni qualsiasi e mostra tutti i registri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0894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67480"/>
            <a:ext cx="54681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first_update passo-passo e guardate cambiare t0 e t1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1785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6632"/>
            <a:ext cx="546811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la scheda quando volete la verità sul tempo, PRG32-QT quando volete la verità su un registro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2245"/>
            <a:ext cx="4876495" cy="336782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debugger di PRG32-QT: codice, registri, memoria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Tracciare a mano: tre frame di first_update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13452"/>
                <a:gridCol w="2253553"/>
                <a:gridCol w="2426903"/>
                <a:gridCol w="2600254"/>
                <a:gridCol w="26002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lw: t1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addi: t1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sw: counter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Larghezza barra (andi 255)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frame 256 il contatore continua a crescere, ma i suoi otto bit bassi tornano a zero: la barra ricomincia.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460691" y="91440"/>
            <a:ext cx="418236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6069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707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844739" y="91440"/>
            <a:ext cx="376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seguire a mano l'esecuzione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Domande che il vostro programma ha già sollevato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57786"/>
                <a:gridCol w="4652497"/>
                <a:gridCol w="26841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Avete visto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domanda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Risposta 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0x07e0, 0xffff, 255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i programmatori scrivono i numeri in esadecimale?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04 e 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una posizione sotto zero mostrata come 0xFFFFFFFF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un registro a contenere un numero negativo?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una palla che si muove meno di un pixel per frame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si rappresentano le frazioni senza FPU?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a2, t1, 255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 AND a trentadue bit in un colpo solo?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08 e 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Quale circuito somma davvero due numeri?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09: gli addizionatori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 pulsante premuto è un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che cosa è fatto, fisicamente, un bit?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counter sopravvive tra i frame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un circuito a ricordare un bit?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13 e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0x00130313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il processore a decodificarla ed eseguirla?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18 e 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tre funzioni e un rettangolo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Posso farci un gioco intero?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Verm1: 07, 12, 17, 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726121" y="91440"/>
            <a:ext cx="3916934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5" name="Shape 2"/>
          <p:cNvSpPr/>
          <p:nvPr/>
        </p:nvSpPr>
        <p:spPr>
          <a:xfrm>
            <a:off x="7753553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53553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53553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4137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10169" y="91440"/>
            <a:ext cx="3496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Lezioni 04–19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Dopo la t0, counter e lw t1, 0(t0), che cosa contiene t0?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valore del contatore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del contatore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Zero, perché la azzera il registro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di ritorno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funzione che chiama prg32_gfx_clear deve salvare un registro prima della chiamata. Quale?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a0, perché porta l'argomento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sp, perché lo stack si sposta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ra, perché call lo sovrascrive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t0, perché è temporaneo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 contiene 300. Che cosa lascia in a2 l'istruzione andi a2, t1, 255?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84133"/>
                <a:gridCol w="2863075"/>
                <a:gridCol w="2684133"/>
                <a:gridCol w="28630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pila (stack)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/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caricare / memorizzare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alla pila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address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 (costante)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calling convention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convenzione di chiamata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 condizionato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code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etichetta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RISC-V è fatto di trentadue registri e di un piccolo insieme di istruzioni che calcolano, spostano e saltano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7586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69439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PRG32 sono tre funzioni; gli argomenti viaggiano in a0-a7; una funzione che ne chiama un'altra salva ra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4279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2155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vivono in memoria: la per l'indirizzo, lw e sw per il valore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392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32809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un numero a 32 bit; l'assembly è la sua scrittura leggibile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6504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44060"/>
            <a:ext cx="10710367" cy="162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5: First Contact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capitolo 2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Repository di PRG32: docs/learn/tutorial_ascii_game.md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Primo contatto: l'assembly RISC-V su PRG32</dc:title>
  <dc:subject>Lezione 02</dc:subject>
  <dc:creator>Raffaele Montella</dc:creator>
  <cp:lastModifiedBy>Raffaele Montella</cp:lastModifiedBy>
  <cp:revision>1</cp:revision>
  <dcterms:created xsi:type="dcterms:W3CDTF">2026-10-16T15:51:38Z</dcterms:created>
  <dcterms:modified xsi:type="dcterms:W3CDTF">2026-10-16T15:51:38Z</dcterms:modified>
</cp:coreProperties>
</file>