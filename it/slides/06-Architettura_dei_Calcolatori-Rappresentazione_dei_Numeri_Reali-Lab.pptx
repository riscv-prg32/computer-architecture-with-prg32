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35020a8-e101-43b3-47bc-5ca9820cb68c}">
          <p14:sldIdLst>
            <p14:sldId id="256"/>
            <p14:sldId id="257"/>
          </p14:sldIdLst>
        </p14:section>
        <p14:section name="Riscaldamento sulla macchina" id="{4743bbe2-e84d-d975-d0f3-8f5f0e20b19c}">
          <p14:sldIdLst>
            <p14:sldId id="258"/>
          </p14:sldIdLst>
        </p14:section>
        <p14:section name="Virgola fissa" id="{20f88146-7ef6-d31e-af96-f07519204305}">
          <p14:sldIdLst>
            <p14:sldId id="259"/>
          </p14:sldIdLst>
        </p14:section>
        <p14:section name="Virgola mobile" id="{43350f12-9b27-6b07-d993-50baa1e4826e}">
          <p14:sldIdLst>
            <p14:sldId id="260"/>
          </p14:sldIdLst>
        </p14:section>
        <p14:section name="Il programma completo" id="{03e98c5c-e753-d6a5-74ec-b41499b064fe}">
          <p14:sldIdLst>
            <p14:sldId id="261"/>
            <p14:sldId id="262"/>
            <p14:sldId id="263"/>
          </p14:sldIdLst>
        </p14:section>
        <p14:section name="Eseguire e provare" id="{24bf99e9-22bd-7b64-1252-4e52c8265eca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4df13e1b-625f-00ef-e408-3983600c544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06.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la virgola fissa; complemento a uno ed eccesso k; la virgola mobile IEEE 754; il nome RV32IMAC. DA UTILIZZARE OGGI: il programma completo, gli strumenti di PRG32 (si usa, non si studia, in questo corso). DA COMPRENDERE PIÙ AVANTI: niente. Una slide senza etichetta è contesto: una storia, un esempio, una domanda, un esercizio.
Percorso. I risultati di oggi: (1) rappresentare un numero reale in virgola fissa e calcolarci con le istruzioni intere; (2) decodificare un numero IEEE 754 in precisione singola; (3) leggere il nome RV32IMAC e dire che cosa il kit sa e non sa calcolare in hardware. Si appoggia su: solo ciò che ha preparato la Lezione 01. Prossimo passo: Lezione 07, Verm1, parte 1: una testa che attraversa il mondo.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~/arc12/code/l06.S;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~/arc12/code/l06.S;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 pone il problema. Un pixel per frame è troppo veloce, e zero non è affatto un moto: la pallina richiede 0,375 pixel per frame, su un processore con sole istruzioni intere. La soluzione è memorizzare la posizione moltiplicata per 256. ball_update aggiunge 96 a ogni frame, e 96/256 = 0,375. ball_draw ha bisogno di un pixel intero, quindi fa scorrere il valore a destra di otto posizioni, dividendo per 256, con srai, lo scorrimento aritmetico che conserva il segno. Tutta l'aritmetica si svolge con istruzioni intere. Il suffisso _q8 nei nomi ricorda che il valore porta otto bit frazionari, una disciplina di denominazione che impedisce di confondere grandezze scalate e non scalate.
DA COMPRENDERE OGGI: la virgola fissa.
Per il docente: Scritto per questa lezione nello stile degli esempi del libro di PRG32; la stessa idea sta dietro prg32_playfield_parallax(layer, x_q8, y_q8) nell'API di PRG32. Eseguirlo con SPEED_Q8 = 96, poi 16, poi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pallina esaminata bit per bit. La parola 0x00002A60 si divide in una parte intera a 24 bit, 0x2A, cioè 42 pixel, e in una frazione a 8 bit, 0x60, cioè 96/256 = 0,375. Letta come intero la parola vale 10848, e 10848/256 = 42,375, il che conferma l'interpretazione. La tabella enuncia le regole dell'aritmetica in virgola fissa: somma e sottrazione funzionano esattamente come per gli interi, perché le virgole binarie sono allineate; i pixel interi si ottengono con uno scorrimento a destra di f; e dopo una moltiplicazione serve uno scorrimento a destra di f, perché il prodotto porta il doppio dei bit frazionari dei fattori.
DA COMPRENDERE OGGI: la virgola fissa.
Per il docente: 42 x 256 = 10752; 10752 + 96 = 10848 = 0x2A60. Dopo un altro frame il valore è 0x2AC0 (42,75), poi 0x2B20 (43,125): la palla attraversa il confine di un pixel ogni due o tre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in virgola mobile si comportano quasi come i reali, e quel "quasi" è fonte di errori veri. 0,1 non ha uno sviluppo binario finito ed è memorizzato in modo approssimato, così che 0,1 + 0,2 non vale esattamente 0,3, come dimostra il codice. Ne segue la regola pratica: due risultati in virgola mobile non si confrontano mai per uguaglianza, ma se ne confronta la differenza con una tolleranza. La somma non è nemmeno associativa, quindi l'ordine delle operazioni influisce sul risultato. Per gli importi monetari e per le posizioni in un gioco, gli interi scalati, cioè la virgola fissa, sono spesso lo strumento appropriato.
DA COMPRENDERE OGGI: la virgola mobile IEEE 754.
Per il docente: La somma in doppia precisione 0,1 + 0,2 vale 0,30000000000000004. Provatela in qualunque linguaggio.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code/l06.S,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Su carta: scrivere -6 nelle quattro codifiche con segno; codificare 10,5 e 0,15625 in IEEE 754 a precisione singola; decodificare 0xBF800000. Su PRG32: far muovere la pallina a tre velocità diverse e stabilire dopo quanti frame avanza di un pixel, confrontando l'osservazione con il valore previsto dalla risoluzione; poi darle una velocità verticale e farla rimbalzare ai bordi cambiando segno alla velocità con neg. I risultati sono nel riquadro verde, da consultare solo dopo aver ricavato le proprie risposte.
Per il docente: -6: 1110, 1001, 1010, 0010. 10,5 = 1010,1 = 1,0101 x 2^3: E = 130. 0,15625 = 0,00101 = 1,01 x 2^-3: E = 124. 0xBF800000: S = 1, E = 127, F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06: Rappresentazione dei numeri (reali)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06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Rappresentazione dei numeri: i reali: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06-Architettura_dei_Calcolatori-Rappresentazione_dei_Numeri_Reali.pptx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06,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code/l06.S, 47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ottavi di pixel, con soli interi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pixel per frame è troppo veloce, zero è troppo lento: alla palla serve 0,375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del kit è RV32IMAC: solo istruzioni intere, niente virgola mobile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Trucco: si memorizza la posizione moltiplicata per 256, e si divide per 256 solo per disegnare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è la virgola fissa. Da dove viene il trucco, e quando non basta?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palla, bit per bit: Q24.8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 = 0x00002A60 = 10848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2331720"/>
            <a:ext cx="7319271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0000 0000 0000 0000 0010 1010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3118104"/>
            <a:ext cx="73192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intera: 24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0x00002A = 42 pixel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093976"/>
            <a:ext cx="3659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6916" y="2093976"/>
            <a:ext cx="3623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416551" y="2331720"/>
            <a:ext cx="2677864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0110 0000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416551" y="3118104"/>
            <a:ext cx="267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frazione: 8 bit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0x60 = 96/256 = 0,375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453127" y="2093976"/>
            <a:ext cx="13389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755483" y="2093976"/>
            <a:ext cx="1302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10848 / 256 = 42,375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177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49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virgola fissa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somma, sottrazione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interi: le virgole sono allineate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sub, addi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interi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 di f, conservando il segno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srai a0, t1, 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moltiplica, poi si scorre a destra di 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mul, poi srai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virgola mobile non è l'insieme dei reali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 non ha uno sviluppo binario finito: è memorizzato in modo approssimato, come 0,8 nella Lezione 05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6195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857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confrontare per uguaglianza due risultati in virgola mobile: si confronta la loro differenza con una tolleranza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982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somma non è associativa: (a + b) + c può differire da a + (b + c)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321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4119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Sommare un numero molto piccolo a uno molto grande può lasciare invariato quello grande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3334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42560"/>
            <a:ext cx="54681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denaro e per le posizioni in un gioco, gli interi scalati sono spesso lo strumento giusto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3108960"/>
          </a:xfrm>
          <a:prstGeom prst="roundRect">
            <a:avLst>
              <a:gd name="adj" fmla="val 235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a = 0.1 + 0.2;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== 0.3 ?   false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= 0.30000000000000004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better: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fabs(a - 0.3) &lt; 1e-9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mobile IEEE 754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06: Number Representation: Real Numbers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l06.S: three-eighths of a pixel per frame, with integers only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white square that crosses the screen slowly from the left: one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pixel every 2.67 frames.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l06.S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l06 --name l06 --out l06.prg32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96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96 / 256 = 0.375 pixel per frame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l06_init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l06_update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l06_draw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l06_init: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position, in 1/256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pixel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l06.S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l06_draw: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ball_x_q8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srai a0, t1, 8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in whole pixels: drop 8 bits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ball_x_q8: .word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Q24.8: 24 bits of pixels, 8 bits of fraction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bianco che attraversa lentamente lo schermo da sinistra: un pixel ogni 2,67 frame.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l06 --out l06.prg32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l06-qemu.prg32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~/arc12/code/l06.S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l06 --name l06 --architecture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l06-esp32c6.prg32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l06-esp32c6.prg32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l06;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-6 su quattro bit in segno e modulo, complemento a uno, complemento a due ed eccesso 8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Codificate 10,5 e 0,15625 in IEEE 754 a singola precisione; date il risultato in esadecimale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Decodificate 0xBF800000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palla con SPEED_Q8 = 96, 16 e 1. Dopo quanti frame si sposta di un pixel in ciascun caso?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alla palla anche una velocità verticale, e fatela rimbalzare: cambiate segno alla velocità con neg quando raggiunge un bordo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0x41280000, 0x3E200000 e -1,0. Su PRG32: la palla avanza di un pixel ogni 2,67, 16 e 256 frame; con il rimbalzo si muove in diagonale e resta sullo schermo.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Rappresentazione dei numeri: i reali: il codice</dc:title>
  <dc:subject>Lezione 06</dc:subject>
  <dc:creator>Raffaele Montella</dc:creator>
  <cp:lastModifiedBy>Raffaele Montella</cp:lastModifiedBy>
  <cp:revision>1</cp:revision>
  <dcterms:created xsi:type="dcterms:W3CDTF">2026-10-17T07:16:49Z</dcterms:created>
  <dcterms:modified xsi:type="dcterms:W3CDTF">2026-10-17T07:16:49Z</dcterms:modified>
</cp:coreProperties>
</file>