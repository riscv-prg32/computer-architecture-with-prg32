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b663490-7e3c-166d-5953-5bb9b4825138}">
          <p14:sldIdLst>
            <p14:sldId id="256"/>
            <p14:sldId id="257"/>
          </p14:sldIdLst>
        </p14:section>
        <p14:section name="I listati" id="{8c1364ad-93fe-0ae1-0c63-a932687cd4b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Il programma completo" id="{46fd093e-d40d-f87e-9223-597f849a71d0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seguire e provare" id="{115813d5-428a-e9e8-1d1d-1c23f7c9984c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511d0983-df6f-d06a-009c-3da1baca9463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08.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prg32_input_read restituisce in a0 tutti i pulsanti insieme, un bit per pulsante. andi t3, t0, 0x01 conserva il bit 0 e forza a zero tutti gli altri; il risultato è diverso da zero esattamente quando LEFT è premuto, e in caso contrario beqz salta il movimento. Lo stesso schema, con 0x02, esamina RIGHT. La costante usata con andi si chiama maschera. L'ultima nota pone la domanda della lezione: andi sono trentadue porte AND che lavorano fianco a fianco; che cos'è dunque un AND?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dai pulsanti è una parola in cui ogni bit ha un significato: il bit 0 è LEFT, il bit 1 RIGHT, il bit 2 UP, il bit 3 DOWN, i bit 4 e 5 sono A e B, il bit 6 è START. Tenendo premuti insieme RIGHT e A si ottiene 0x12, cioè 0001 0010. Nell'immagine ogni lampada è un bit di questa parola. Ogni domanda che si può fare sul joystick, come «LEFT è premuto ma RIGHT no?», è un'espressione booleana su queste sette variabili.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porta a ogni coppia di bit corrispondenti di due registri, in tutte le posizioni insieme. La terza colonna svolge un esempio su otto bit: con a uguale a 1100 1010 e b uguale a 0000 1111, AND dà 0000 1010, OR dà 1100 1111, XOR dà 1100 0101. L'ultima colonna mostra gli stessi operatori in C. not è una pseudo-istruzione: è xori con meno 1, perché meno 1 in complemento a due è fatto di tutti uni.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standard di una maschera, ciascuno fondato su una legge dell'algebra. Per esaminare un bit, AND con una maschera che ha 1 in quella posizione: x AND 1 è x, x AND 0 è 0. Per porlo a 1, OR con la stessa maschera. Per azzerarlo, AND con la maschera complementata. Per invertirlo, XOR con la maschera. Negli ultimi tre casi gli altri bit restano invariati, ed è proprio questo il punto: una maschera agisce sui bit scelti e lascia stare gli altri.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Morgan in un programma. Il giocatore è fermo quando non è premuto né LEFT né RIGHT. La versione breve usa una maschera con due bit, 0x03: il risultato è zero solo se entrambi i bit sono zero, cioè NOT (LEFT OR RIGHT). La versione lunga esamina ogni pulsante separatamente: (NOT LEFT) AND (NOT RIGHT). La seconda legge di De Morgan dice che le due sono la stessa condizione. Due istruzioni invece di cinque: semplificare un'espressione è utile nel software come nell'hardware.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leggere il bit numero n di una parola quando n sta in un registro: si scorre la parola a destra di n posizioni, così il bit voluto arriva in posizione 0, poi si maschera con 1. Qui s0 contiene il numero della lampada, srl scorre la parola dei pulsanti, andi isola il bit, e il colore si sceglie di conseguenza: grigio per spenta, giallo per accesa. Scorrere e mascherare è uno degli idiomi più comuni della programmazione a basso livello.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Dimostrate con una tabella di verità la seconda legge di De Morgan. Semplificate un'espressione, nominando la legge a ogni passo. Scrivete la maschera e il test per «A e B premuti insieme»: notate che verificare un risultato diverso da zero significherebbe A oppure B. Modificate le lampade perché mostrino il complemento dei pulsanti. E convertite una lettera tra maiuscola e minuscola con una sola istruzione, ricordando dalla Lezione 04 che le due differiscono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 listati della Lezione 08,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code/l08.S,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08: Elements of Boolean Algebra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l08.S: one lamp per button, a marker that moves, and De Morgan at the joystick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seven lamps, one per button (LEFT on the left), lit while the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held; a white marker that LEFT and RIGHT move; a square that is green when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neither LEFT nor RIGHT is pressed and red otherwise.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l08.S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l08 --name l08 --out l08.prg32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l08_draw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t0, 0(t1)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them for 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la   t1, idle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s0,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48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48 + 32 * bit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marker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idle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of De Morgan's 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buttons:  .word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idle:     .word 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36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sette lampade, una per pulsante (LEFT a sinistra), accese mentre il pulsante è premuto; un segnalino bianco mosso da LEFT e RIGHT; un quadrato verde quando né LEFT né RIGHT è premuto, rosso altrimenti.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5399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418076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e RIGHT muovono il segnalino; provate anche A e B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l08 --out l08.prg32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08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