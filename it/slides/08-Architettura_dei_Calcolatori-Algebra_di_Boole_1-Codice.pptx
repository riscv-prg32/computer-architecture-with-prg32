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a9064a1-5e9f-63b2-e826-a52c5dbc9f4e}">
          <p14:sldIdLst>
            <p14:sldId id="256"/>
            <p14:sldId id="257"/>
          </p14:sldIdLst>
        </p14:section>
        <p14:section name="Riscaldamento sulla macchina" id="{9c693047-74ac-8a86-08bd-9c3b853b695b}">
          <p14:sldIdLst>
            <p14:sldId id="258"/>
            <p14:sldId id="259"/>
          </p14:sldIdLst>
        </p14:section>
        <p14:section name="Ritorno alla macchina" id="{fb13b91c-8e61-1a48-4fd8-c5eb9c214879}">
          <p14:sldIdLst>
            <p14:sldId id="260"/>
            <p14:sldId id="261"/>
            <p14:sldId id="262"/>
            <p14:sldId id="263"/>
          </p14:sldIdLst>
        </p14:section>
        <p14:section name="Il programma completo" id="{50dff76f-af4f-82b0-b635-ded7619ac33e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Eseguire e provare" id="{15361c4f-b057-04b9-8ff9-63e333fb3d4b}">
          <p14:sldIdLst>
            <p14:sldId id="270"/>
            <p14:sldId id="271"/>
            <p14:sldId id="272"/>
            <p14:sldId id="273"/>
            <p14:sldId id="274"/>
          </p14:sldIdLst>
        </p14:section>
        <p14:section name="Esercizi" id="{c41a8330-301a-9268-c484-4897851f9d70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08.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prg32_input_read restituisce in a0 tutti i pulsanti insieme, un bit per pulsante. andi t3, t0, 0x01 conserva il bit 0 e forza a zero tutti gli altri; il risultato è diverso da zero esattamente quando LEFT è premuto, e in caso contrario beqz salta il movimento. Lo stesso schema, con 0x02, esamina RIGHT. La costante usata con andi si chiama maschera. L'ultima nota pone la domanda della lezione: andi sono trentadue porte AND che lavorano fianco a fianco; che cos'è dunque un AND?
Per il docente: Dal capitolo 6 (State and Input) e dal laboratorio 06-asm-state-and-input del libro di PRG32. La costante usata con andi si chiama maschera.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valore restituito dai pulsanti è una parola in cui ogni bit ha un significato: il bit 0 è LEFT, il bit 1 RIGHT, il bit 2 UP, il bit 3 DOWN, i bit 4 e 5 sono A e B, il bit 6 è START. Tenendo premuti insieme RIGHT e A si ottiene 0x12, cioè 0001 0010. Nell'immagine ogni lampada è un bit di questa parola. Ogni domanda che si può fare sul joystick, come «LEFT è premuto ma RIGHT no?», è un'espressione booleana su queste sette variabili.
Per il docente: Costanti dei pulsanti da prg32.h (PRG32_BTN_*). Il secondo giocatore usa la stessa disposizione nei bit più alti.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and, or, xor e not applicano una porta a ogni coppia di bit corrispondenti di due registri, in tutte le posizioni insieme. La terza colonna svolge un esempio su otto bit: con a uguale a 1100 1010 e b uguale a 0000 1111, AND dà 0000 1010, OR dà 1100 1111, XOR dà 1100 0101. L'ultima colonna mostra gli stessi operatori in C. not è una pseudo-istruzione: è xori con meno 1, perché meno 1 in complemento a due è fatto di tutti uni.
Per il docente: Ogni istruzione applica la stessa porta a tutte e trentadue le coppie di bit insieme (ne sono mostrate otto). Le forme con immediato andi, ori e xori prendono una costante di 12 bit; not è la pseudo-istruzione xori t0, a, -1, perché -1 è fatto di tutti uni.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quattro usi standard di una maschera, ciascuno fondato su una legge dell'algebra. Per esaminare un bit, AND con una maschera che ha 1 in quella posizione: x AND 1 è x, x AND 0 è 0. Per porlo a 1, OR con la stessa maschera. Per azzerarlo, AND con la maschera complementata. Per invertirlo, XOR con la maschera. Negli ultimi tre casi gli altri bit restano invariati, ed è proprio questo il punto: una maschera agisce sui bit scelti e lascia stare gli altri.
Per il docente: Le leggi dell'elemento neutro e dell'elemento nullo sono esattamente ciò che fa funzionare una maschera: un 1 nella maschera lascia passare il bit (AND) oppure lo forza (OR); uno 0 fa il contrario. ~0x10 è 0xFFFFFFEF, che l'assemblatore codifica come immediato -17.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Morgan in un programma. Il giocatore è fermo quando non è premuto né LEFT né RIGHT. La versione breve usa una maschera con due bit, 0x03: il risultato è zero solo se entrambi i bit sono zero, cioè NOT (LEFT OR RIGHT). La versione lunga esamina ogni pulsante separatamente: (NOT LEFT) AND (NOT RIGHT). La seconda legge di De Morgan dice che le due sono la stessa condizione. Due istruzioni invece di cinque: semplificare un'espressione è utile nel software come nell'hardware.
Per il docente: (x + y)' = x' . y'. Due istruzioni invece di cinque: la minimizzazione non riguarda solo l'hardware.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leggere il bit numero n di una parola quando n sta in un registro: si scorre la parola a destra di n posizioni, così il bit voluto arriva in posizione 0, poi si maschera con 1. Qui s0 contiene il numero della lampada, srl scorre la parola dei pulsanti, andi isola il bit, e il colore si sceglie di conseguenza: grigio per spenta, giallo per accesa. Scorrere e mascherare è uno degli idiomi più comuni della programmazione a basso livello.
Per il docente: Sorgente: laboratorio 06-asm-state-and-input del libro di PRG32, step1_lamps.S (dentro lamp_loop). srl è uno scorrimento logico a destra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Dimostrate con una tabella di verità la seconda legge di De Morgan. Semplificate un'espressione, nominando la legge a ogni passo. Scrivete la maschera e il test per «A e B premuti insieme»: notate che verificare un risultato diverso da zero significherebbe A oppure B. Modificate le lampade perché mostrino il complemento dei pulsanti. E convertite una lettera tra maiuscola e minuscola con una sola istruzione, ricordando dalla Lezione 04 che le due differiscono per un bit.
Per il docente: Esercizio 2: x y + x y' z + x' y = y (x + x') + x y' z = y + x y' z = y + x z. Esercizio 3: andi t1, t0, 0x30 e poi confronto con 0x30 (li t2, 0x30; beq t1, t2, both): verificare che sia diverso da zero significherebbe A OR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08: Algebra di Boole (1)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08-Architettura_dei_Calcolatori-Algebra_di_Boole_1.pptx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3 listati della Lezione 08,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code/l08.S,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è premuto?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restituisce tutti i pulsanti insieme: un bit per pulsante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con 0x01 conserva il bit 0 e forza a zero tutti gli altri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diverso da zero esattamente quando LEFT è premuto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sono trentadue porte AND che lavorano fianco a fianco: che cos'è, esattamente, un AND?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bit per pulsante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0x01, RIGHT 0x02, UP 0x04, DOWN 0x08: bit da 0 a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0x10, B 0x20, START / SELECT 0x40: bit da 4 a 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premuti insieme RIGHT e A si ottiene 0x12 = 0001 0010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lampada del laboratorio è un bit della maschera: accesa quando il bit vale 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domanda sul joystick è un'espressione booleana su queste variabili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06, passo 1: sette lampade, una per ogni bit dei pulsanti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bit a bit: l'algebra su un registro intero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2728135"/>
                <a:gridCol w="3819389"/>
                <a:gridCol w="181875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1100 1010, b = 0000 1111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0000 1010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&amp;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 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1100 1111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|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^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 t0, 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complementa ogni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applica una porta a tutte le posizioni di bit insieme. not è una pseudo-istruzione: xori con -1, cioè con tutti uni.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cose da fare con una maschera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80203"/>
                <a:gridCol w="3120304"/>
                <a:gridCol w="3293655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usata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(bit 4 = pulsante 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 sugli altri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Esaminare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x,  x . 0 =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t1,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forzati a 0 nel risultato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un bit 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1,  x + 0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ori 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Azzerare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0,  x . 1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t0, t0, ~0x10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Invertire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xor 1 = x',  x xor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Morgan al joystick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idle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long way: test each button, the result is the same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idle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LEFT' . RIGHT'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maschera con due bit esamina due pulsanti con una sola istruzione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zero solo se entrambi i bit sono zero: NOT (LEFT OR RIGHT)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 equivale a (NOT LEFT) AND (NOT RIGHT): la via lunga, qui sotto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dice che i due programmi sono equivalenti, e qual è il più economico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lampada per bit: scorrere e mascherare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217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prg32_gfx_rect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470648" y="1399032"/>
            <a:ext cx="4245559" cy="2708339"/>
          </a:xfrm>
          <a:prstGeom prst="roundRect">
            <a:avLst>
              <a:gd name="adj" fmla="val 2701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pic>
        <p:nvPicPr>
          <p:cNvPr id="6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472184"/>
            <a:ext cx="4099255" cy="25620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43800" y="4180523"/>
            <a:ext cx="4099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Schermata: questo passo, compilato ed eseguito su PRG32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70648" y="4527995"/>
            <a:ext cx="4245559" cy="1644205"/>
          </a:xfrm>
          <a:prstGeom prst="roundRect">
            <a:avLst>
              <a:gd name="adj" fmla="val 444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4637723"/>
            <a:ext cx="3824935" cy="142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Scorrere, poi mascherare con 1: il modo standard di leggere il bit numero n di una parola.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08: Elements of Boolean Algebra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l08.S: one lamp per button, a marker that moves, and De Morgan at the joystick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seven lamps, one per button (LEFT on the left), lit while the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held; a white marker that LEFT and RIGHT move; a square that is green when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neither LEFT nor RIGHT is pressed and red otherwise.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l08.S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l08 --name l08 --out l08.prg32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l08_draw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buttons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t0, 0(t1)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them for 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la   t1, idle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s0, 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48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48 + 32 * bit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7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marker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idle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result of De Morgan's test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3f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a0, 152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150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buttons:  .word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idle:     .word 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360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sette lampade, una per pulsante (LEFT a sinistra), accese mentre il pulsante è premuto; un segnalino bianco mosso da LEFT e RIGHT; un quadrato verde quando né LEFT né RIGHT è premuto, rosso altrimenti.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5399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418076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e RIGHT muovono il segnalino; provate anche A e B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l08 --out l08.prg32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Dimostrate con una tabella di verità la seconda legge di De Morgan, (x + y)' = x' . y'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Semplificate con l'algebra: x . y + x . y' . z + x' . y, nominando la legge usata a ogni passo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la maschera e l'istruzione che verificano se A e B sono premuti insieme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Modificate il programma delle lampade perché mostrino il complemento dei pulsanti (accese quando rilasciati)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Convertite una lettera da maiuscola a minuscola e viceversa con una sola istruzione bit a bit (suggerimento: ASCII, Lezione 04)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tutte e sette le lampade accese a riposo, ognuna si spegne mentre il suo pulsante è premuto. Per la lettera: xori con 0x20 inverte il bit 5.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08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