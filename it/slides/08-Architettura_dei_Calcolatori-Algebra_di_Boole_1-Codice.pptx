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77ec0d8-6948-9c24-0c7f-b96893c3fd9f}">
          <p14:sldIdLst>
            <p14:sldId id="256"/>
            <p14:sldId id="257"/>
          </p14:sldIdLst>
        </p14:section>
        <p14:section name="Riscaldamento sulla macchina" id="{4a7b56fb-9f20-48a8-854b-1a63e3a2d20f}">
          <p14:sldIdLst>
            <p14:sldId id="258"/>
            <p14:sldId id="259"/>
          </p14:sldIdLst>
        </p14:section>
        <p14:section name="Ritorno alla macchina" id="{e3b50ac2-79a1-691d-0d0a-5f9cc6c21d40}">
          <p14:sldIdLst>
            <p14:sldId id="260"/>
            <p14:sldId id="261"/>
            <p14:sldId id="262"/>
            <p14:sldId id="263"/>
          </p14:sldIdLst>
        </p14:section>
        <p14:section name="Il programma completo" id="{5efbae44-65b4-de01-4891-5889c5ea41c0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Eseguire e provare" id="{6735297a-b9bb-9ce8-f1c6-cf4e8204db58}">
          <p14:sldIdLst>
            <p14:sldId id="270"/>
            <p14:sldId id="271"/>
            <p14:sldId id="272"/>
            <p14:sldId id="273"/>
            <p14:sldId id="274"/>
          </p14:sldIdLst>
        </p14:section>
        <p14:section name="Esercizi" id="{5c47762d-f083-2472-18a6-7a69244b272f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08.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le maschere di bit; l'architettura di von Neumann; analisi e sintesi; l'algebra di Boole; le porte logiche. DA UTILIZZARE OGGI: il programma completo, gli strumenti di PRG32 (si usa, non si studia, in questo corso). DA COMPRENDERE PIÙ AVANTI: minimizzazione, Karnaugh (Lezione 09).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~/arc12/code/l08.S;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~/arc12/code/l08.S;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prg32_input_read restituisce in a0 tutti i pulsanti insieme, un bit per pulsante. andi t3, t0, 0x01 conserva il bit 0 e forza a zero tutti gli altri; il risultato è diverso da zero esattamente quando LEFT è premuto, e in caso contrario beqz salta il movimento. Lo stesso schema, con 0x02, esamina RIGHT. La costante usata con andi si chiama maschera. L'ultima nota pone la domanda della lezione: andi sono trentadue porte AND che lavorano fianco a fianco; che cos'è dunque un AND?
DA COMPRENDERE OGGI: le maschere di bit.
Per il docente: Dal capitolo 6 (State and Input) e dal laboratorio 06-asm-state-and-input del libro di PRG32. La costante usata con andi si chiama maschera.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valore restituito dai pulsanti è una parola in cui ogni bit ha un significato: il bit 0 è LEFT, il bit 1 RIGHT, il bit 2 UP, il bit 3 DOWN, i bit 4 e 5 sono A e B, il bit 6 è START. Tenendo premuti insieme RIGHT e A si ottiene 0x12, cioè 0001 0010. Nell'immagine ogni lampada è un bit di questa parola. Ogni domanda che si può fare sul joystick, come «LEFT è premuto ma RIGHT no?», è un'espressione booleana su queste sette variabili.
DA COMPRENDERE OGGI: le maschere di bit.
Per il docente: Costanti dei pulsanti da prg32.h (PRG32_BTN_*). Il secondo giocatore usa la stessa disposizione nei bit più alti.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and, or, xor e not applicano una porta a ogni coppia di bit corrispondenti di due registri, in tutte le posizioni insieme. La terza colonna svolge un esempio su otto bit: con a uguale a 1100 1010 e b uguale a 0000 1111, AND dà 0000 1010, OR dà 1100 1111, XOR dà 1100 0101. L'ultima colonna mostra gli stessi operatori in C. not è una pseudo-istruzione: è xori con meno 1, perché meno 1 in complemento a due è fatto di tutti uni.
DA COMPRENDERE OGGI: le maschere di bit.
Per il docente: Ogni istruzione applica la stessa porta a tutte e trentadue le coppie di bit insieme (ne sono mostrate otto). Le forme con immediato andi, ori e xori prendono una costante di 12 bit; not è la pseudo-istruzione xori t0, a, -1, perché -1 è fatto di tutti uni.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quattro usi standard di una maschera, ciascuno fondato su una legge dell'algebra. Per esaminare un bit, AND con una maschera che ha 1 in quella posizione: x AND 1 è x, x AND 0 è 0. Per porlo a 1, OR con la stessa maschera. Per azzerarlo, AND con la maschera complementata. Per invertirlo, XOR con la maschera. Negli ultimi tre casi gli altri bit restano invariati, ed è proprio questo il punto: una maschera agisce sui bit scelti e lascia stare gli altri.
DA COMPRENDERE OGGI: le maschere di bit.
Per il docente: Le leggi dell'elemento neutro e dell'elemento nullo sono esattamente ciò che fa funzionare una maschera: un 1 nella maschera lascia passare il bit (AND) oppure lo forza (OR); uno 0 fa il contrario. ~0x10 è 0xFFFFFFEF, che l'assemblatore codifica come immediato -17.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Morgan in un programma. Il giocatore è fermo quando non è premuto né LEFT né RIGHT. La versione breve usa una maschera con due bit, 0x03: il risultato è zero solo se entrambi i bit sono zero, cioè NOT (LEFT OR RIGHT). La versione lunga esamina ogni pulsante separatamente: (NOT LEFT) AND (NOT RIGHT). La seconda legge di De Morgan dice che le due sono la stessa condizione. Due istruzioni invece di cinque: semplificare un'espressione è utile nel software come nell'hardware.
DA COMPRENDERE OGGI: le maschere di bit.
Per il docente: (x + y)' = x' . y'. Due istruzioni invece di cinque: la minimizzazione non riguarda solo l'hardware.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 leggere il bit numero n di una parola quando n sta in un registro: si scorre la parola a destra di n posizioni, così il bit voluto arriva in posizione 0, poi si maschera con 1. Qui s0 contiene il numero della lampada, srl scorre la parola dei pulsanti, andi isola il bit, e il colore si sceglie di conseguenza: grigio per spenta, giallo per accesa. Scorrere e mascherare è uno degli idiomi più comuni della programmazione a basso livello.
DA COMPRENDERE OGGI: le maschere di bit.
Per il docente: Sorgente: laboratorio 06-asm-state-and-input del libro di PRG32, step1_lamps.S (dentro lamp_loop). srl è uno scorrimento logico a destra (Lezione 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code/l08.S,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Dimostrate con una tabella di verità la seconda legge di De Morgan. Semplificate un'espressione, nominando la legge a ogni passo. Scrivete la maschera e il test per «A e B premuti insieme»: notate che verificare un risultato diverso da zero significherebbe A oppure B. Modificate le lampade perché mostrino il complemento dei pulsanti. E convertite una lettera tra maiuscola e minuscola con una sola istruzione, ricordando dalla Lezione 04 che le due differiscono per un bit.
Per il docente: Esercizio 2: x y + x y' z + x' y = y (x + x') + x y' z = y + x y' z = y + x z. Esercizio 3: andi t1, t0, 0x30 e poi confronto con 0x30 (li t2, 0x30; beq t1, t2, both): verificare che sia diverso da zero significherebbe A OR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08: Algebra di Boole (1)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08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Elementi di algebra di Boole: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08-Architettura_dei_Calcolatori-Algebra_di_Boole_1.pptx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80535"/>
            <a:ext cx="2834640" cy="17716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3 listati della Lezione 08,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code/l08.S, 107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è premuto?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all the buttons, one bit each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our own copy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0x01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0: LEFT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zero: LEFT is not pressed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0x02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1: RIGHT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2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right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prg32_input_read restituisce tutti i pulsanti insieme: un bit per pulsante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con 0x01 conserva il bit 0 e forza a zero tutti gli altri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è diverso da zero esattamente quando LEFT è premuto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andi sono trentadue porte AND che lavorano fianco a fianco: che cos'è, esattamente, un AND?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bit per pulsante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23746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0x01, RIGHT 0x02, UP 0x04, DOWN 0x08: bit da 0 a 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542032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435606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0x10, B 0x20, START / SELECT 0x40: bit da 4 a 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56031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453892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Tenendo premuti insieme RIGHT e A si ottiene 0x12 = 0001 0010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457860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472178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lampada del laboratorio è un bit della maschera: accesa quando il bit vale 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559689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490464"/>
            <a:ext cx="656539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domanda sul joystick è un'espressione booleana su queste variabili</a:t>
            </a:r>
            <a:endParaRPr lang="en-US" sz="2200" dirty="0"/>
          </a:p>
        </p:txBody>
      </p:sp>
      <p:pic>
        <p:nvPicPr>
          <p:cNvPr id="13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385155"/>
            <a:ext cx="3779215" cy="236201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863840" y="5788152"/>
            <a:ext cx="37792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06, passo 1: sette lampade, una per ogni bit dei pulsanti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Istruzioni bit a bit: l'algebra su un registro intero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728135"/>
                <a:gridCol w="2728135"/>
                <a:gridCol w="3819389"/>
                <a:gridCol w="181875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Operazione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1100 1010, b = 0000 1111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  t0, a,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bit a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0000 1010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&amp;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   t0, a,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bit a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1100 1111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|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  t0, a,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bit a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1100 0101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 ^ b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  t0, a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 ogni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0011 0101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~a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istruzione applica una porta a tutte le posizioni di bit insieme. not è una pseudo-istruzione: xori con -1, cioè con tutti uni.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Quattro cose da fare con una maschera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2080203"/>
                <a:gridCol w="3120304"/>
                <a:gridCol w="3293655"/>
                <a:gridCol w="260025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Legge usata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Istruzione (bit 4 = pulsante A)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Effetto sugli altri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Esaminare un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1 = x,  x . 0 = 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t1, t0, 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forzati a 0 nel risultato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Porre un bit a 1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+ 1 = 1,  x + 0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ori  t0, t0, 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Azzerare un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. 0 = 0,  x . 1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andi t0, t0, ~0x10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Invertire un bit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xor 1 = x',  x xor 0 = x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xori t0, t0, 0x10</a:t>
                      </a:r>
                      <a:endParaRPr lang="en-US" sz="2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invariati</a:t>
                      </a:r>
                      <a:endParaRPr lang="en-US" sz="2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Morgan al joystick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"idle" when NEITHER LEFT NOR RIGHT is pressed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0x03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0x03 = LEFT | RIGHT: keep both bits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idle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zero: (LEFT + RIGHT)' is true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long way: test each button, the result is the same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0x01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moving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 pressed: not idle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t3, moving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RIGHT pressed: not idle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   idle  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LEFT' . RIGHT'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maschera con due bit esamina due pulsanti con una sola istruzione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è zero solo se entrambi i bit sono zero: NOT (LEFT OR RIGHT)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 Morgan equivale a (NOT LEFT) AND (NOT RIGHT): la via lunga, qui sotto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L'algebra dice che i due programmi sono equivalenti, e qual è il più economico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lampada per bit: scorrere e mascherare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67512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bit number, 0 to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buttons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button mask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t1, s0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bit number s0 down to bit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call prg32_gfx_rect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70648" y="1399032"/>
            <a:ext cx="4245559" cy="2708339"/>
          </a:xfrm>
          <a:prstGeom prst="roundRect">
            <a:avLst>
              <a:gd name="adj" fmla="val 2701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pic>
        <p:nvPicPr>
          <p:cNvPr id="6" name="Image 0" descr="/Users/raffaelemontella/devel/riscv-prg32/computer-architecture-with-prg32/tools/assets/lab2_step1_lam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0" y="1472184"/>
            <a:ext cx="4099255" cy="25620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543800" y="4180523"/>
            <a:ext cx="4099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Schermata: questo passo, compilato ed eseguito su PRG32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70648" y="4527995"/>
            <a:ext cx="4245559" cy="1644205"/>
          </a:xfrm>
          <a:prstGeom prst="roundRect">
            <a:avLst>
              <a:gd name="adj" fmla="val 444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80960" y="4637723"/>
            <a:ext cx="3824935" cy="1424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Scorrere, poi mascherare con 1: il modo standard di leggere il bit numero n di una parola.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051622" y="91440"/>
            <a:ext cx="3591433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051622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638" y="12801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435670" y="91440"/>
            <a:ext cx="317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le maschere di bit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(1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08: Elements of Boolean Algebra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l08.S: one lamp per button, a marker that moves, and De Morgan at the joystick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seven lamps, one per button (LEFT on the left), lit while the button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 held; a white marker that LEFT and RIGHT move; a square that is green when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neither LEFT nor RIGHT is pressed and red otherwise.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l08.S --portable \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l08 --name l08 --out l08.prg32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 0xffff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RED,    0xf800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l08_init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l08_update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l08_draw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(2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l08_init: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l08_update: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all the buttons, one bit each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mv   t0, a0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our own copy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buttons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t0, 0(t1)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them for draw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t1, marker_x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t2, 0(t1)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0x01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0: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zero: LEFT is not pressed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-2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left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0x02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only bit 1: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2f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t2, t2, 2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right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t2, 0(t1)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(3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"idle" when NEITHER LEFT NOR RIGHT is pressed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1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idle =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t0, 0x03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0x03 = LEFT | RIGHT: keep both bits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3f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zero: (LEFT + RIGHT)' is true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t4, 0 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idle =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la   t1, idle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t4, 0(t1)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(4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l08_draw: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s0, 8(sp)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s0, 0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s0 = bit number, 0 to 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la   t0, buttons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t1 = the button mask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srl  t1, t1, s0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bring bit number s0 down to bit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t1, t1, 1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keep it, clear all the others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2f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lamp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slli a0, s0, 5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48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 = 48 + 32 * bit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40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24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s0, s0, 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t0, 7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blt  s0, t0, 1b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(5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marker_x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marker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WHITE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idle            </a:t>
            </a:r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result of De Morgan's 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RED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3f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  li   a0, 152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150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s0, 8(sp)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l08.S (6 di 6)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buttons:  .word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marker_x: .word 152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idle:     .word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36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sette lampade, una per pulsante (LEFT a sinistra), accese mentre il pulsante è premuto; un segnalino bianco mosso da LEFT e RIGHT; un quadrato verde quando né LEFT né RIGHT è premuto, rosso altrimenti.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539996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418076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LEFT e RIGHT muovono il segnalino; provate anche A e B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l08 --name l08 --out l08.prg32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l08.prg32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l08 --name l08 --architecture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l08-qemu.prg32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~/arc12/code/l08.S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l08 --name l08 --architecture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l08-esp32c6.prg32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l08-esp32c6.prg32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l08;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 PRG32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Dimostrate con una tabella di verità la seconda legge di De Morgan, (x + y)' = x' . y'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Semplificate con l'algebra: x . y + x . y' . z + x' . y, nominando la legge usata a ogni passo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Scrivete la maschera e l'istruzione che verificano se A e B sono premuti insieme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31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13328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Modificate il programma delle lampade perché mostrino il complemento dei pulsanti (accese quando rilasciati)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05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72280"/>
            <a:ext cx="10436047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Convertite una lettera da maiuscola a minuscola e viceversa con una sola istruzione bit a bit (suggerimento: ASCII, Lezione 04)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PRG32: tutte e sette le lampade accese a riposo, ognuna si spegne mentre il suo pulsante è premuto. Per la lettera: xori con 0x20 inverte il bit 5.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Elementi di algebra di Boole: il codice</dc:title>
  <dc:subject>Lezione 08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