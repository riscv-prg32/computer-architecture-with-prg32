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1c31745-9fa9-26d4-b3fb-b2847ea7f9fa}">
          <p14:sldIdLst>
            <p14:sldId id="256"/>
            <p14:sldId id="257"/>
          </p14:sldIdLst>
        </p14:section>
        <p14:section name="Riscaldamento sulla macchina" id="{9333450f-76d1-f6fc-8cac-cd46b6e1550a}">
          <p14:sldIdLst>
            <p14:sldId id="258"/>
          </p14:sldIdLst>
        </p14:section>
        <p14:section name="Numeri naturali e overflow" id="{1c713062-7699-ca8a-0f1d-0418dcbc42fc}">
          <p14:sldIdLst>
            <p14:sldId id="259"/>
          </p14:sldIdLst>
        </p14:section>
        <p14:section name="Interi con segno" id="{96c8ca9f-64c1-73e7-0b59-8b8f56c91802}">
          <p14:sldIdLst>
            <p14:sldId id="260"/>
          </p14:sldIdLst>
        </p14:section>
        <p14:section name="Ritorno alla macchina" id="{43f8da0f-85c1-95ce-71d6-cd6b8c4ea220}">
          <p14:sldIdLst>
            <p14:sldId id="261"/>
            <p14:sldId id="262"/>
            <p14:sldId id="263"/>
            <p14:sldId id="264"/>
          </p14:sldIdLst>
        </p14:section>
        <p14:section name="Il programma completo" id="{19bd16b7-04ac-3574-eecd-88d2c3cdc7d4}">
          <p14:sldIdLst>
            <p14:sldId id="265"/>
            <p14:sldId id="266"/>
            <p14:sldId id="267"/>
            <p14:sldId id="268"/>
            <p14:sldId id="269"/>
          </p14:sldIdLst>
        </p14:section>
        <p14:section name="Eseguire e provare" id="{b2c786da-b6f6-2b87-4ed0-a0ba998bacd4}">
          <p14:sldIdLst>
            <p14:sldId id="270"/>
            <p14:sldId id="271"/>
            <p14:sldId id="272"/>
            <p14:sldId id="273"/>
            <p14:sldId id="274"/>
          </p14:sldIdLst>
        </p14:section>
        <p14:section name="Esercizi" id="{2ace0bb7-eea5-bdef-974e-b8ec2593a703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05.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~/arc12/code/l05.S;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~/arc12/code/l05.S;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codice legge i pulsanti, carica marker_x dalla memoria, sottrae 1 se LEFT è premuto e riscrive il valore: il load, modify, store della Lezione 02. Tenete premuto LEFT e il valore stampato fa 00000002, 00000001, 00000000, e poi FFFFFFFF. È un bug? FFFFFFFF è il numero 4.294.967.295, oppure è meno uno? La quarta nota anticipa la risposta: entrambi, a seconda di come si leggono i bit. Il resto della lezione è l'insieme di regole che sta dietro a quella frase.
Per il docente: Adattato dal laboratorio 06-asm-state-and-input del libro di PRG32 (step2_move.S) con SPEED 1 e una stampa sulla console. Dove guardare: sulla scheda e in QEMU la console è disegnata sullo schermo, come 0x00000002 ... 0xffffffff; PRG32-QT non disegna la console, la raccoglie nel suo log, come 00000002 ... FFFFFFFF. Eseguirlo dal vivo prima di ogni teoria, e scrivere alla lavagna le ipotesi degli studenti.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proprietà delle stringhe binarie, ciascuna con un uso. Aggiungere zeri a sinistra non cambia il valore. Scorrere a sinistra di k posizioni moltiplica per 2 alla k: 00101, cinque, diventa 01010, dieci. Scorrere a destra di k divide per 2 alla k e scarta il resto. Per un circuito uno scorrimento costa molto meno di una moltiplicazione, e il codice a destra mostra il trucco usato dai compilatori: dieci volte x è otto volte x più due volte x, due scorrimenti e una somma.
Per il docente: Nella Lezione 04 avete usato slli t1, t1, 2 per moltiplicare per quattro l'indice di un vettore. Gli scorrimenti sono anche la base dell'aritmetica in virgola fissa (Lezione 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cambiare segno a un numero ci sono due metodi. Il primo: si complementa ogni bit, poi si somma 1; sei, 0110, diventa 1001 e poi 1010, meno sei. Il secondo, più rapido a mano: partendo da destra si copiano i bit fino al primo 1 compreso, e si complementano tutti gli altri. Il codice mostra che a RISC-V non serve nemmeno un'istruzione apposita: neg è una pseudo-istruzione per sub dal registro zero. Un'eccezione: il numero più negativo non ha un compagno positivo, e cambiandogli segno si riottiene il numero stesso.
Per il docente: Perché il metodo 1 funziona: il complemento di x è (2^n - 1) - x, quindi sommando 1 si ottiene 2^n - x. La slide originale descriveva il metodo 2 «da sinistra»; la regola scorre da destra.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 il riscaldamento si può spiegare per intero. Il segnalino era a 0, e addi con meno 1 ha fatto un passo indietro su una ruota di 2 alla 32 posizioni: il registro contiene ora trentadue uni. Letti senza segno valgono 4.294.967.295; in complemento a due valgono meno 1. La funzione che stampa mostra la configurazione e non prende posizione. Il segnalino scompare perché in entrambe le letture viene disegnato fuori schermo. Non è mai stato un bug del processore: al programma mancava una decisione.
Per il docente: Non è un bug del processore: è una decisione che manca nel programma. La correzione è nelle prossime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registri RISC-V non hanno tipo: trentadue bit sono con segno o senza segno solo per l'istruzione che li legge. La tabella mostra dove le due letture richiedono istruzioni diverse. Somma, sottrazione e parte bassa del prodotto sono le stesse. Confronti, salti condizionati, scorrimenti a destra, caricamenti di un byte e divisioni vanno a coppie: slt e sltu, blt e bltu, sra e srl, lb e lbu, div e divu. La lettera u nel nome significa sempre unsigned, senza segno. Scegliere il membro sbagliato della coppia è un errore classico.
Per il docente: I registri RISC-V non hanno tipo. Gli stessi 32 bit sono con segno o senza segno solo agli occhi dell'istruzione che li legge.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programma corretto tiene il segnalino sullo schermo. Dopo i due possibili passi, bgez chiede se la posizione è maggiore o uguale a zero, leggendola come numero con segno: se no, la posizione viene posta a 0. Poi ble la confronta con il massimo, 304, sempre con segno, e la limita. Si chiama clamping. Notate il metodo: un gioco non rileva l'overflow a cose fatte; tiene i valori in un intervallo in cui l'overflow non può avvenire. Una sola sw alla fine memorizza il valore corretto.
Per il docente: Sorgente: laboratorio 06-asm-state-and-input del libro di PRG32, step3_clamp.S. Chiedere che cosa accade con bgeu o bltu al loro posto: un bug istruttivo da provare.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Molti processori hanno un flag di riporto e uno di overflow; RISC-V non ha né l'uno né l'altro, e un overflow si rileva con un confronto. Senza segno: dopo add, se la somma è minore di uno degli operandi, la somma ha fatto il giro; sltu lo verifica con una sola istruzione. Con segno: sommare un numero negativo deve rendere la somma minore, sommarne uno non negativo no; se i due fatti non concordano, c'è stato overflow. Confrontate con la ruota: il primo test rileva l'attraversamento in alto, il secondo quello in basso.
Per il docente: Entrambi gli idiomi sono quelli suggeriti nella specifica RISC-V. Confrontare con la ruota: sltu rileva l'attraversamento in alto, il test con segno quello in basso.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esercizi, tre su carta e due sulla macchina. Convertite 2026 e la frazione 0,1; scrivete meno 100 in due rappresentazioni; calcolate tre somme su otto bit e dite quali danno overflow. Poi, nel codice del clamp, sostituite i salti con segno con quelli senza segno e prevedete il comportamento prima di eseguire: è un bug istruttivo. Infine scrivete una update che somma 0x10000000 a ogni frame e segnala l'overflow con segno. I risultati attesi sono nel riquadro verde: copritelo finché non avete i vostri.
Per il docente: 2026 = 3752 ottale. -100: segno e modulo 1110 0100, complemento a due 1001 1100. 90 + 60 = 150 dà overflow; -90 - 60 = -150 dà overflow; 90 - 60 = 30 no. 0,1 = 0,00011001(1001...).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05: Rappresentazione dei numeri (interi)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Rappresentazione dei numeri: gli interi: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05-Architettura_dei_Calcolatori-Rappresentazione_dei_Numeri_Interi.pptx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lab2_step2_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5 listati della Lezione 05,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code/l05.S, 93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Tenete premuto LEFT e guardate il numero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steer_update: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 mask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marker_x, starts at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BTN_LEFT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LEFT pressed?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-1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step to the left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sw   t2, 0(t1)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prints marker_x with prg32_console_hex32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Tenete premuto LEFT: il valore mostrato fa 00000002, 00000001, 00000000 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e poi FFFFFFFF. È un bug?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0xFFFFFFFF è il numero 4.294.967.295 oppure il numero -1?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Entrambi. Dipende da come si leggono i bit: questa lezione dà le regole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Proprietà delle stringhe binarie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101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L'estensione a sinistra con zeri non cambia il valore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5 = 101 = 00101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6970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63283"/>
            <a:ext cx="5468112" cy="101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Moltiplicare per 2^k è uno scorrimento a sinistra di k posizioni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00101 x 2 = 01010: cinque diventa dieci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81567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709247"/>
            <a:ext cx="5468112" cy="1307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divisione intera per 2^k è uno scorrimento a destra di k posizioni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00101 / 2 = 00010: cinque diventa due, il resto si perde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52560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149596"/>
            <a:ext cx="546811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scorrimenti costano molto meno delle moltiplicazioni: i compilatori li usano ogni volta che possono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66560" y="1417320"/>
            <a:ext cx="4876495" cy="3566160"/>
          </a:xfrm>
          <a:prstGeom prst="roundRect">
            <a:avLst>
              <a:gd name="adj" fmla="val 2051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1600200"/>
            <a:ext cx="44192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multiply by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slli t0, t0,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divide by 2 (unsigned)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srli t0, t0,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* 10 = x*8 + x*2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slli t1, t0,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slli t2, t0,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t0, t1, t2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Cambiare segno a un numero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definizione -x è rappresentato da 2^n - 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7676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85831"/>
            <a:ext cx="5468112" cy="91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1: si complementa ogni bit, poi si somma 1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6 = 0110, complemento 1001, più uno: 1010 = -6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4524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4315"/>
            <a:ext cx="5468112" cy="122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2: da destra, si copiano i bit fino al primo 1 compreso e si complementano tutti gli altri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5 = 0101 dà 1011 = -5; 1 = 0001 dà 1111 = -1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502361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932680"/>
            <a:ext cx="5468112" cy="123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Cambiando segno due volte si torna al numero di partenza, con un'eccezione: il numero più negativo non ha un compagno positivo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66560" y="1417320"/>
            <a:ext cx="4876495" cy="2468880"/>
          </a:xfrm>
          <a:prstGeom prst="roundRect">
            <a:avLst>
              <a:gd name="adj" fmla="val 2963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1600200"/>
            <a:ext cx="44192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neg t0, t1 is a pseudo-instruction: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 t0, zero, t1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thing by hand: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 t0, t1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complement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t0, t0, 1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plus 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riscaldamento, spiegato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marker_x valeva 0; addi t2, t2, -1 ha fatto un passo indietro su una ruota con 2^32 posizioni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3818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83143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registro contiene ora trentadue uni: 0xFFFFFFFF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4764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48965"/>
            <a:ext cx="6565392" cy="966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Letto senza segno vale 4.294.967.295; letto in complemento a due vale -1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l'addizionatore ha fatto la stessa cosa nei due casi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42893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330256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prg32_console_hex32 stampa la configurazione, non un'interpretazione: non è né giusta né sbagliata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29475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196078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segnalino scompare perché a prg32_gfx_rect si chiede di disegnare a una x enorme, oppure a -1: in ogni caso fuori schermo</a:t>
            </a:r>
            <a:endParaRPr lang="en-US" sz="2100" dirty="0"/>
          </a:p>
        </p:txBody>
      </p:sp>
      <p:pic>
        <p:nvPicPr>
          <p:cNvPr id="13" name="Image 0" descr="/Users/raffaelemontella/devel/riscv-prg32/computer-architecture-with-prg32/tools/assets/lab2_step2_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85155"/>
            <a:ext cx="3779215" cy="23620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06, passo 2: sette lampade per i bit dei pulsanti e un segnalino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segno o senza? Si sceglie con l'istruzione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64384"/>
                <a:gridCol w="2182508"/>
                <a:gridCol w="2182508"/>
                <a:gridCol w="4365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segno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Senza segno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 differiscono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somma, sottrazione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add, addi, sub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 stesse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complemento a due: un addizionatore per entrambe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 (parola bassa)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stessa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32 bit bassi non dipendono dal segno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confronto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slt, slti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sltu, sltiu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0xFFFFFFFF è minore di 0? sì, se con segno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salto condizionato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blt, bge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bltu, bgeu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stessa domanda, come salto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scorrimento a destra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sra, srai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srl, srli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 il bit di segno, oppure inserisce zeri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caricamento di un byte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lb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lbu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estensione del segno o estensione con zeri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divisione, resto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div, rem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divu, remu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moduli si leggono in modo diverso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Tenere il segnalino sullo schermo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BTN_LEFT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-SPEED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t0, BTN_RIGHT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SPEED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3f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&lt; 0 ?  clamp to 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t3, MAX_X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.equ MAX_X, 304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t3, 4f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&gt; 304 ?  clamp to 304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store, after all adjustments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bgez legge t2 come numero con segno: ne esamina il bit di segno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ble è un confronto con segno: -1 è minore di 304. Con bleu, 0xFFFFFFFF sarebbe molto maggiore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non rileva l'overflow a cose fatte: tiene i valori in un intervallo in cui l'overflow non può avvenire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-SPEED è un immediato: dodici bit in complemento a due, da -2048 a +2047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Rilevare l'overflow senza flag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unsigned: did the sum wrap around?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t0, t1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t0 + t1   (modulo 2^32)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sltu t3, t2, t0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t3 = 1 if the sum is smaller than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an operand: a carry was lost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signed: did the sign come out wrong?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t0, t1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slti t3, t1, 0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t3 = 1 if t1 is negative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slt  t4, t2, t0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t4 = 1 if the sum is less than t0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t3, t4, overflow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they must agree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non ha flag di carry né di overflow: meno stati nascosti, un processore più semplice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306933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0649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segno: una somma che ha fatto il giro è sempre minore di ciascun operando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472135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85851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segno: sommare un negativo deve rendere la somma minore; sommare un non negativo 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l05.S (1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05: Number Representation: Integers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l05.S: hold LEFT and watch a number go below zero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the 32 bits of marker_x as lamps. It starts at 2 (one lamp); each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frame with LEFT held subtracts 1: after 2, 1 and 0 every lamp lights up, 0xFFFFFFFF,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is -1.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l05.S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l05 --name l05 --out l05.prg32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BTN_LEFT,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l05_init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l05_update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l05_draw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l05_init: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l05.S (2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l05_update: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 mask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marker_x, starts at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BTN_LEFT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LEFT pressed?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-1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step to the left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sw   t2, 0(t1)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l05.S (3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l05_draw: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prg32_console_clear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number in hexadecimal, on the console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marker_x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(the board and QEMU show it on the screen,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PRG32-QT in its log)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prg32_console_hex32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marker_x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the same number, bit by bit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lamps32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l05.S (4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lamps32: show the 32 bits of a word as a row of lamps, bit 31 on the left.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a0 = the word, a1 = y of the row.  A lamp is yellow for 1, grey for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lamps32: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s1, a1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s2,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number, 0 on the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t0, 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t0, t0,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i shows bit 31 -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s0, t0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that bit down to bit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slli a0, s2,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a0, a0,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16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16 + 9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l05.S (5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s2, s2,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s2,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marker_x: .word 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03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 32 bit di marker_x come lampade. Parte da 2 (una lampada); ogni frame con LEFT premuto sottrae 1: dopo 2, 1 e 0 si accendono tutte le lampade, 0xFFFFFFFF, cioè -1.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2146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092702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tenete premuto LEFT per qualche frame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l05 --name l05 --out l05.prg32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l05.prg32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l05 --name l05 --architecture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l05-qemu.prg32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l05-qemu.prg32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l05 --name l05 --architecture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l05-esp32c6.prg32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l05-esp32c6.prg32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l05;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Convertite 2026 in binario, ottale ed esadecimale; convertite 0,1 in binario fino a otto bit frazionari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-100 su 8 bit in segno e modulo e in complemento a due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726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54376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Calcolate su 8 bit in complemento a due: 90 + 60, -90 - 60, 90 - 60. Quali danno overflow?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codice del clamp sostituite bgez e ble con le versioni senza segno, prevedete il comportamento, poi eseguite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una update che somma 0x10000000 a un contatore a ogni frame e accende un rettangolo rosso quando la somma con segno dà overflow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2026 = 0x7EA = 111 1110 1010. Su PRG32: il rettangolo rosso lampeggia una volta ogni sedici frame, quando il contatore passa da 0x7... a 0x8...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Rappresentazione dei numeri: gli interi: il codice</dc:title>
  <dc:subject>Lezione 05</dc:subject>
  <dc:creator>Raffaele Montella</dc:creator>
  <cp:lastModifiedBy>Raffaele Montella</cp:lastModifiedBy>
  <cp:revision>1</cp:revision>
  <dcterms:created xsi:type="dcterms:W3CDTF">2026-10-13T10:41:33Z</dcterms:created>
  <dcterms:modified xsi:type="dcterms:W3CDTF">2026-10-13T10:41:33Z</dcterms:modified>
</cp:coreProperties>
</file>