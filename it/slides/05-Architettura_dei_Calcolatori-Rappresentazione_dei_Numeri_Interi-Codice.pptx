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94467e6-551a-20f9-fd3d-1098adc9789b}">
          <p14:sldIdLst>
            <p14:sldId id="256"/>
            <p14:sldId id="257"/>
          </p14:sldIdLst>
        </p14:section>
        <p14:section name="Riscaldamento sulla macchina" id="{6fd99aa2-b8d4-754e-fdeb-595216f85153}">
          <p14:sldIdLst>
            <p14:sldId id="258"/>
          </p14:sldIdLst>
        </p14:section>
        <p14:section name="Numeri naturali e overflow" id="{7509a20e-160d-5caa-ccb5-7ce100d232ad}">
          <p14:sldIdLst>
            <p14:sldId id="259"/>
          </p14:sldIdLst>
        </p14:section>
        <p14:section name="Interi con segno" id="{2b5f3f7d-7f76-c67c-89d8-e6a3652498f2}">
          <p14:sldIdLst>
            <p14:sldId id="260"/>
          </p14:sldIdLst>
        </p14:section>
        <p14:section name="Ritorno alla macchina" id="{6c61894d-bca1-f64f-c3d2-4af40c9d05fc}">
          <p14:sldIdLst>
            <p14:sldId id="261"/>
            <p14:sldId id="262"/>
            <p14:sldId id="263"/>
            <p14:sldId id="264"/>
          </p14:sldIdLst>
        </p14:section>
        <p14:section name="Il programma completo" id="{ecb77fd1-1565-e341-8777-6537f690ec57}">
          <p14:sldIdLst>
            <p14:sldId id="265"/>
            <p14:sldId id="266"/>
            <p14:sldId id="267"/>
            <p14:sldId id="268"/>
            <p14:sldId id="269"/>
          </p14:sldIdLst>
        </p14:section>
        <p14:section name="Eseguire e provare" id="{177dc7f2-189c-6d39-3bf0-7cdaba6d55be}">
          <p14:sldIdLst>
            <p14:sldId id="270"/>
            <p14:sldId id="271"/>
            <p14:sldId id="272"/>
            <p14:sldId id="273"/>
            <p14:sldId id="274"/>
          </p14:sldIdLst>
        </p14:section>
        <p14:section name="Esercizi" id="{55897815-a79d-6276-9d55-9fc470830d5e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05.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complemento a due; i cambi di base; naturali e overflow; shift come moltiplicazione; segno e modulo; istruzioni con o senza segno; l'estensione del segno. DA UTILIZZARE OGGI: le chiamate del runtime PRG32,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codice legge i pulsanti, carica marker_x dalla memoria, sottrae 1 se LEFT è premuto e riscrive il valore: il load, modify, store della Lezione 02. Tenete premuto LEFT e il valore stampato fa 00000002, 00000001, 00000000, e poi FFFFFFFF. È un bug? FFFFFFFF è il numero 4.294.967.295, oppure è meno uno? La quarta nota anticipa la risposta: entrambi, a seconda di come si leggono i bit. Il resto della lezione è l'insieme di regole che sta dietro a quella frase.
DA COMPRENDERE OGGI: il complemento a due. DA UTILIZZARE OGGI: le chiamate del runtime PRG32 (si usa, non si studia, in questo corso).
Per il docente: Adattato dal laboratorio 06-asm-state-and-input del libro di PRG32 (step2_move.S) con SPEED 1 e una stampa sulla console. Dove guardare: sulla scheda e in QEMU la console è disegnata sullo schermo, come 0x00000002 ... 0xffffffff; PRG32-QT non disegna la console, la raccoglie nel suo log, come 00000002 ... FFFFFFFF. Eseguirlo dal vivo prima di ogni teoria, e scrivere alla lavagna le ipotesi degli studenti.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proprietà delle stringhe binarie, ciascuna con un uso. Aggiungere zeri a sinistra non cambia il valore. Scorrere a sinistra di k posizioni moltiplica per 2 alla k: 00101, cinque, diventa 01010, dieci. Scorrere a destra di k divide per 2 alla k e scarta il resto. Per un circuito uno scorrimento costa molto meno di una moltiplicazione, e il codice a destra mostra il trucco usato dai compilatori: dieci volte x è otto volte x più due volte x, due scorrimenti e una somma.
DA COMPRENDERE OGGI: shift come moltiplicazione.
Per il docente: Nella Lezione 04 avete usato slli t1, t1, 2 per moltiplicare per quattro l'indice di un vettore. Gli scorrimenti sono anche la base dell'aritmetica in virgola fissa (Lezione 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cambiare segno a un numero ci sono due metodi. Il primo: si complementa ogni bit, poi si somma 1; sei, 0110, diventa 1001 e poi 1010, meno sei. Il secondo, più rapido a mano: partendo da destra si copiano i bit fino al primo 1 compreso, e si complementano tutti gli altri. Il codice mostra che a RISC-V non serve nemmeno un'istruzione apposita: neg è una pseudo-istruzione per sub dal registro zero. Un'eccezione: il numero più negativo non ha un compagno positivo, e cambiandogli segno si riottiene il numero stesso.
DA COMPRENDERE OGGI: il complemento a due.
Per il docente: Perché il metodo 1 funziona: il complemento di x è (2^n - 1) - x, quindi sommando 1 si ottiene 2^n - x. La slide originale descriveva il metodo 2 «da sinistra»; la regola scorre da destra.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il riscaldamento si può spiegare per intero. Il segnalino era a 0, e addi con meno 1 ha fatto un passo indietro su una ruota di 2 alla 32 posizioni: il registro contiene ora trentadue uni. Letti senza segno valgono 4.294.967.295; in complemento a due valgono meno 1. La funzione che stampa mostra la configurazione e non prende posizione. Il segnalino scompare perché in entrambe le letture viene disegnato fuori schermo. Non è mai stato un bug del processore: al programma mancava una decisione.
DA COMPRENDERE OGGI: istruzioni con o senza segno.
Per il docente: Non è un bug del processore: è una decisione che manca nel programma. La correzione è nelle prossime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RISC-V non hanno tipo: trentadue bit sono con segno o senza segno solo per l'istruzione che li legge. La tabella mostra dove le due letture richiedono istruzioni diverse. Somma, sottrazione e parte bassa del prodotto sono le stesse. Confronti, salti condizionati, scorrimenti a destra, caricamenti di un byte e divisioni vanno a coppie: slt e sltu, blt e bltu, sra e srl, lb e lbu, div e divu. La lettera u nel nome significa sempre unsigned, senza segno. Scegliere il membro sbagliato della coppia è un errore classico.
DA COMPRENDERE OGGI: istruzioni con o senza segno.
Per il docente: I registri RISC-V non hanno tipo. Gli stessi 32 bit sono con segno o senza segno solo agli occhi dell'istruzione che li legge.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programma corretto tiene il segnalino sullo schermo. Dopo i due possibili passi, bgez chiede se la posizione è maggiore o uguale a zero, leggendola come numero con segno: se no, la posizione viene posta a 0. Poi ble la confronta con il massimo, 304, sempre con segno, e la limita. Si chiama clamping. Notate il metodo: un gioco non rileva l'overflow a cose fatte; tiene i valori in un intervallo in cui l'overflow non può avvenire. Una sola sw alla fine memorizza il valore corretto.
DA COMPRENDERE OGGI: istruzioni con o senza segno.
Per il docente: Sorgente: laboratorio 06-asm-state-and-input del libro di PRG32, step3_clamp.S. Chiedere che cosa accade con bgeu o bltu al loro posto: un bug istruttivo da provare.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flag di riporto e uno di overflow; RISC-V non ha né l'uno né l'altro, e un overflow si rileva con un confronto. Senza segno: dopo add, se la somma è minore di uno degli operandi, la somma ha fatto il giro; sltu lo verifica con una sola istruzione. Con segno: sommare un numero negativo deve rendere la somma minore, sommarne uno non negativo no; se i due fatti non concordano, c'è stato overflow. Confrontate con la ruota: il primo test rileva l'attraversamento in alto, il secondo quello in basso.
DA COMPRENDERE OGGI: istruzioni con o senza segno.
Per il docente: Entrambi gli idiomi sono quelli suggeriti nella specifica RISC-V. Confrontare con la ruota: sltu rileva l'attraversamento in alto, il test con segno quello in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esercizi, tre su carta e due sulla macchina. Convertite 2026 e la frazione 0,1; scrivete meno 100 in due rappresentazioni; calcolate tre somme su otto bit e dite quali danno overflow. Poi, nel codice del clamp, sostituite i salti con segno con quelli senza segno e prevedete il comportamento prima di eseguire: è un bug istruttivo. Infine scrivete una update che somma 0x10000000 a ogni frame e segnala l'overflow con segno. I risultati attesi sono nel riquadro verde: copritelo finché non avete i vostri.
Per il docente: 2026 = 3752 ottale. -100: segno e modulo 1110 0100, complemento a due 1001 1100. 90 + 60 = 150 dà overflow; -90 - 60 = -150 dà overflow; 90 - 60 = 30 no. 0,1 = 0,00011001(1001...).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05: Rappresentazione dei numeri (interi)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gli interi: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05-Architettura_dei_Calcolatori-Rappresentazione_dei_Numeri_Interi.pptx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5 listati della Lezione 05,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code/l05.S, 93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Tenete premuto LEFT e guardate il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 prints marker_x with prg32_console_hex32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LEFT: il valore mostrato fa 00000002, 00000001, 00000000 ...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 poi FFFFFFFF. È un bug?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0xFFFFFFFF è il numero 4.294.967.295 oppure il numero -1?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Entrambi. Dipende da come si leggono i bit: questa lezione dà le regole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15987" y="91440"/>
            <a:ext cx="4227068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15987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085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4003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800035" y="91440"/>
            <a:ext cx="3806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chiamate del runtime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583508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58350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1524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967556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delle stringhe binarie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L'estensione a sinistra con zeri non cambia il valore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101 = 00101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697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63283"/>
            <a:ext cx="5468112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Moltiplicare per 2^k è uno scorrimento a sinistra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x 2 = 01010: cinque diventa dieci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8156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09247"/>
            <a:ext cx="5468112" cy="1307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divisione intera per 2^k è uno scorrimento a destra di k posizioni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00101 / 2 = 00010: cinque diventa due, il resto si perde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49596"/>
            <a:ext cx="546811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scorrimenti costano molto meno delle moltiplicazioni: i compilatori li usano ogni volta che possono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3566160"/>
          </a:xfrm>
          <a:prstGeom prst="roundRect">
            <a:avLst>
              <a:gd name="adj" fmla="val 2051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multiply by 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t0, t0,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divide by 2 (unsigned)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srli t0,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* 10 = x*8 + x*2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t1, t0, 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 t2, t0,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 t0, t1, t2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shift come moltiplicazione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Cambiare segno a un numero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definizione -x è rappresentato da 2^n - 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767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5831"/>
            <a:ext cx="5468112" cy="919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1: si complementa ogni bit, poi si somma 1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6 = 0110, complemento 1001, più uno: 1010 = -6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4524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4315"/>
            <a:ext cx="5468112" cy="1229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2: da destra, si copiano i bit fino al primo 1 compreso e si complementano tutti gli altri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5 = 0101 dà 1011 = -5; 1 = 0001 dà 1111 = -1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0236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93268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Cambiando segno due volte si torna al numero di partenza, con un'eccezione: il numero più negativo non ha un compagno positivo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766560" y="1417320"/>
            <a:ext cx="4876495" cy="2468880"/>
          </a:xfrm>
          <a:prstGeom prst="roundRect">
            <a:avLst>
              <a:gd name="adj" fmla="val 296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95160" y="1600200"/>
            <a:ext cx="44192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neg t0, t1 is a pseudo-instruction: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  t0, zero,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same thing by hand: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 t0, t1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complement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t0, t0, 1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plus one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complemento a due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riscaldamento, spiegato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marker_x valeva 0; addi t2, t2, -1 ha fatto un passo indietro su una ruota con 2^32 posizioni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81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314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contiene ora trentadue uni: 0xFFFFFFFF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764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8965"/>
            <a:ext cx="65653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Letto senza segno vale 4.294.967.295; letto in complemento a due vale -1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l'addizionatore ha fatto la stessa cosa nei due casi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289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025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prg32_console_hex32 stampa la configurazione, non un'interpretazione: non è né giusta né sbagliata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segnalino scompare perché a prg32_gfx_rect si chiede di disegnare a una x enorme, oppure a -1: in ogni caso fuori schermo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ab2_step2_mo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06, passo 2: sette lampade per i bit dei pulsanti e un segnalino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segno o senza? Si sceglie con l'istruzione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2182508"/>
                <a:gridCol w="218250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Senza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differiscono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addi,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 stesse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due: un addizionatore per entrambe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(parola bassa)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stessa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32 bit bassi non dipendono dal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confronto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sltu, sltiu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0xFFFFFFFF è minore di 0? sì, se con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blt, bge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bltu, bgeu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stessa domanda, come salto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sra, srai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srli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il bit di segno, oppure inserisce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di un byte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lbu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estensione del segno o estensione con zeri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divisione, resto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div, rem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divu, remu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moduli si leggono in modo diverso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Tenere il segnalino sullo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BTN_RIGHT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SPEED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3f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&lt; 0 ?  clamp to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MAX_X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.equ MAX_X,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&gt; 304 ?  clamp to 304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store, after all adjustments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legge t2 come numero con segno: ne esamina il bit di segno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ble è un confronto con segno: -1 è minore di 304. Con bleu, 0xFFFFFFFF sarebbe molto maggiore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non rileva l'overflow a cose fatte: tiene i valori in un intervallo in cui l'overflow non può avvenire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-SPEED è un immediato: dodici bit in complemento a due, da -2048 a +2047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Rilevare l'overflow senza flag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unsigned: did the sum wrap around?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t0 + t1   (modulo 2^32)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sltu t3,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the sum is smaller than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an operand: a carry was lost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signed: did the sign come out wrong?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t0, t1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slti t3, t1, 0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1 if t1 is negative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slt  t4, t2, t0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t4 = 1 if the sum is less than 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t3, t4, overflow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they must agree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non ha flag di carry né di overflow: meno stati nascosti, un processore più semplice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segno: una somma che ha fatto il giro è sempre minore di ciascun operando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segno: sommare un negativo deve rendere la somma minore; sommare un non negativo 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istruzioni con o senza segno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05: Number Representation: Integers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l05.S: hold LEFT and watch a number go below zero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32 bits of marker_x as lamps. It starts at 2 (one lamp); each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frame with LEFT held subtracts 1: after 2, 1 and 0 every lamp lights up, 0xFFFFFFFF,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is -1.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l05 --name l05 --out l05.prg32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 mask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marker_x, starts at 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BTN_LEFT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LEFT pressed?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step to the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number in hexadecimal, on the console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(the board and QEMU show it on the screen,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PRG32-QT in its log)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the same number, bit by bit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bit di marker_x come lampade. Parte da 2 (una lampada); ogni frame con LEFT premuto sottrae 1: dopo 2, 1 e 0 si accendono tutte le lampade, 0xFFFFFFFF, cioè -1.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tenete premuto LEFT per qualche frame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l05 --out l05.prg32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l05 --name l05 --architecture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Convertite 2026 in binario, ottale ed esadecimale; convertite 0,1 in binario fino a otto bit frazionari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-100 su 8 bit in segno e modulo e in complemento a due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su 8 bit in complemento a due: 90 + 60, -90 - 60, 90 - 60. Quali danno overflow?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codice del clamp sostituite bgez e ble con le versioni senza segno, prevedete il comportamento, poi eseguite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una update che somma 0x10000000 a un contatore a ogni frame e accende un rettangolo rosso quando la somma con segno dà overflow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2026 = 0x7EA = 111 1110 1010. Su PRG32: il rettangolo rosso lampeggia una volta ogni sedici frame, quando il contatore passa da 0x7... a 0x8...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gli interi: il codice</dc:title>
  <dc:subject>Lezione 05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