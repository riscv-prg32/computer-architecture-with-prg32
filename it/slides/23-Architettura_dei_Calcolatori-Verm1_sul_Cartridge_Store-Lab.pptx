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e2d6189b-df8a-eaa3-2601-ac635d2a30e6}">
          <p14:sldIdLst>
            <p14:sldId id="256"/>
            <p14:sldId id="257"/>
          </p14:sldIdLst>
        </p14:section>
        <p14:section name="Passo 1: un sorgente, due cartucce" id="{765a11ab-2fc2-4c88-ae18-b17acab4c4e8}">
          <p14:sldIdLst>
            <p14:sldId id="258"/>
            <p14:sldId id="259"/>
          </p14:sldIdLst>
        </p14:section>
        <p14:section name="Passo 2: un'identità" id="{eca0461b-296e-241a-941d-75da209317de}">
          <p14:sldIdLst>
            <p14:sldId id="260"/>
            <p14:sldId id="261"/>
          </p14:sldIdLst>
        </p14:section>
        <p14:section name="Passo 3: la cartuccia porta con sé i documenti" id="{6ba1637b-268a-c00f-500a-a9fda3749754}">
          <p14:sldIdLst>
            <p14:sldId id="262"/>
            <p14:sldId id="263"/>
          </p14:sldIdLst>
        </p14:section>
        <p14:section name="Passo 4: il bundle" id="{4a76c7bd-92da-3c7b-66c1-59f799e98fd1}">
          <p14:sldIdLst>
            <p14:sldId id="264"/>
            <p14:sldId id="265"/>
          </p14:sldIdLst>
        </p14:section>
        <p14:section name="Passo 5: la pubblicazione" id="{cda10ca0-5639-2988-2fb6-00deb5742214}">
          <p14:sldIdLst>
            <p14:sldId id="266"/>
          </p14:sldIdLst>
        </p14:section>
        <p14:section name="Eseguire e provare" id="{5f2727a2-906c-e550-ffd7-7a2da8382864}">
          <p14:sldIdLst>
            <p14:sldId id="267"/>
            <p14:sldId id="268"/>
            <p14:sldId id="269"/>
            <p14:sldId id="270"/>
            <p14:sldId id="271"/>
          </p14:sldIdLst>
        </p14:section>
        <p14:section name="Esercizi" id="{8b0d7b5b-d51d-14fd-6add-f96371000e4a}">
          <p14:sldIdLst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è la presentazione del codice della Lezione 23. Mentre la presentazione della lezione sviluppa i concetti, questa raccoglie tutto ciò che si scrive e si esegue: ogni listato con il suo commento, il programma completo della lezione, il risultato che deve produrre, e la procedura per provarlo su ciascuno dei tre host. Le due presentazioni vanno lette insieme: i concetti spiegano il codice, e il codice dà ai concetti una conseguenza osservabile.
Stato di apprendimento: DA COMPRENDERE OGGI, alla fine di questa lezione lo spiegate, lo seguite passo passo e lo applicate da soli; DA UTILIZZARE OGGI, oggi seguite e usate la ricetta; come funziona dentro si spiega più avanti, o non fa parte del corso; DA COMPRENDERE PIÙ AVANTI, riconoscete il nome e lo scopo; lo spiega una lezione successiva. Una slide senza etichetta è contesto: una storia, un esempio, una domanda, un esercizio.
Stato di apprendimento di questa lezione. DA COMPRENDERE OGGI: impacchettare e pubblicare; la cartuccia portabile. DA UTILIZZARE OGGI: gli strumenti di PRG32 (si usa, non si studia, in questo corso). DA COMPRENDERE PIÙ AVANTI: niente. Una slide senza etichetta è contesto: una storia, un esempio, una domanda, un esercizio.
Percorso. I risultati di oggi: (1) compilare cartucce portabili e verificarle; (2) impacchettare un bundle con i metadati e pubblicarlo in sicurezza. Si appoggia su: solo ciò che ha preparato la Lezione 01. Prossimo passo: Lezione 24, Oltre un solo core: RISC-V superscalare, HPC, GPU e FPGA.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contenuto della presentazione, nell'ordine delle slide. Il programma della lezione è un file sorgente completo, che si può compilare ed eseguire così com'è. Il percorso consigliato è eseguirlo per primo, osservarne il comportamento, e poi tornare ai singoli listati per capire come ciascuna parte contribuisce a quel comportamento. tools/tests/verm1_store.py compila le due cartucce, allega i metadati e impacchetta il bundle; non viene caricato niente.
Per il docente: Procurarsi il codice una volta: git clone https://github.com/riscv-prg32/computer-architecture-with-prg32 ~/arc12. tools/tests/verm1_store.py compila le due cartucce, allega i metadati e impacchetta il bundle; non viene caricato niente. Ogni listato di queste slide è letto dalla compilazione da un file provato, o verificato da tools/tests: si veda il suo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comando di compilazione di ogni lezione, con un'opzione in più: --architecture nomina il target per cui si produce il file, prima esp32c6 e poi qemu. I file prodotti seguono una regola di denominazione: il nome del gioco, un trattino, l'architettura. Il sorgente è identico per entrambi. La dimensione riportata dal compilatore merita di essere notata: l'intero gioco finito ammonta a circa sei kilobyte di codice.
DA COMPRENDERE OGGI: la cartuccia portabile. DA UTILIZZARE OGGI: gli strumenti di PRG32 (si usa, non si studia, in questo corso).
Per il docente: Il builder risponde: built verm1-esp32c6.prg32 name=verm1 load=0x40800000, e code=6216 per il gioco di riferimento. Sei kilobyte: meno di questa slide come immagine.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cartridge summary stampa ciò che un file di cartuccia dichiara di sé. Una riga è decisiva: import_model deve valere abi-table. Significa che la cartuccia raggiunge le funzioni del runtime attraverso una tabella, non attraverso gli indirizzi fissi di una particolare immagine del firmware. Una cartuccia così è portabile: continua a funzionare quando il firmware viene aggiornato, perché l'interfaccia è la tabella, non gli indirizzi. È il principio dell'interfaccia stabile incontrato per la prima volta nella Lezione 01. Lo Store accetta cartucce portabili, e la verifica si ripete sul secondo file.
DA COMPRENDERE OGGI: la cartuccia portabile.
Per il docente: Una cartuccia non portabile è collegata agli indirizzi di una specifica immagine del firmware e si rompe al primo aggiornamento. La tabella è l'ABI di PRG32: prg32_gfx_rect e le altre ne sono voci. Ripetete il controllo sul file per QEMU.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manifesto è un file JSON che descrive il gioco; JSON è un formato di testo semplice per dati strutturati, in cui ogni valore si scrive dopo il suo nome, tra parentesi graffe. I suoi campi vanno letti uno per uno. id è un nome unico al mondo. version consiste di tre numeri. title è ciò che il giocatore legge. summary è una descrizione di una riga per lo scaffale, description un paragrafo. Seguono autori, licenza e tag. In fondo, assets nomina l'icona e architectures dice quale file di cartuccia serve quale target. Il file si crea con un editor di testo nella cartella del gioco.
DA COMPRENDERE OGGI: impacchettare e pubblicare.
Per il docente: Create il file in ~/verm1 con un editor di testo. Nella slide la descrizione è tagliata. La riga abi dice di quale versione del formato dei metadati si tratta.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colophon è la pagina dei crediti della cartuccia; la parola viene dalla tipografia, dove indica la nota alla fine di un libro che registra chi l'ha fatto. Elenca ruoli e nomi, i comandi, cioè che cosa fa ogni ingresso per il giocatore, e i ringraziamenti, in cui resta citato il gioco di riferimento da cui lo studente è partito. Il nome segnaposto si sostituisce ovunque e si imposta la data.
DA COMPRENDERE OGGI: impacchettare e pubblicare.
Per il docente: Colophon è la parola dei tipografi per la nota in fondo a un libro che dice chi l'ha realizzato. Sostituite ovunque Your Name, e impostate la data di pubblicazione.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 prepara prima metadata.json: una copia del manifesto senza le due voci assets e architectures, che riguardano il bundle e non una singola cartuccia. store attach-metadata scrive poi metadati, icona e colophon dentro la cartuccia, una volta per file, ciascuno con la sua architettura. Il programma stesso non viene toccato; l'informazione si accoda dopo di esso. Da quel momento una cartuccia copiata a mano dichiara ancora che cosa è e chi l'ha fatta.
DA COMPRENDERE OGGI: la cartuccia portabile.
Per il docente: Lo strumento risponde: wrote verm1-esp32c6.prg32 legacy=6316 blocks=3. I tre blocchi sono i metadati, l'icona e il colophon, aggiunti in coda al programma; il programma in sé non viene toccato. Attenzione: dare il manifest completo a --metadata fa fallire lo strumento, per via della voce assets.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 una scrittura non riletta non ci si deve mai fidare. store inspect-metadata stampa ciò che la cartuccia contiene: si verificano identificatore, titolo, versione e architettura, insieme a trailer_present uguale a true. La cartuccia si esegue poi ancora una volta e deve comportarsi esattamente come prima. Rileggere ciò che si è scritto è un'abitudine coltivata per tutto il corso, dalla vista della memoria del debugger a questo comando.
DA COMPRENDERE OGGI: la cartuccia portabile.
Per il docente: Output abbreviato. Rileggere ciò che si è scritto è l'abitudine di tutto il corso: la vista della memoria nel debugger, e ora questo.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store pack-bundle legge il manifesto, raccoglie i file che nomina e produce un file ZIP il cui nome porta la versione. Se un file manca o ha un nome sbagliato, lo strumento si ferma qui, sul computer dello studente, e non più tardi allo Store, così che gli errori si colgano dove correggerli costa meno. L'elenco che stampa mostra il manifesto, l'icona e le due cartucce: l'intero gioco, per due macchine, occupa circa sedici kilobyte.
DA COMPRENDERE OGGI: impacchettare e pubblicare.
Per il docente: Output reale per il gioco di riferimento, da tools/tests/verm1_store.py. I file devono stare nella stessa cartella del manifest.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 prova il bundle, non la cartella di lavoro. Lo si decomprime in una cartella vuota e lo si usa da lì: la cartuccia ESP32-C6 si importa in PRG32-QT per verificare che titolo, icona e crediti siano quelli dell'autore; l'altra si carica su QEMU e si gioca una partita; su un kit si prova il joystick vero. Si chiede poi a un collega di ripetere la procedura su un altro computer. Questo coglie l'errore classico di un bundle costruito prima dell'ultima correzione.
Per il docente: Provare i file confezionati, e non quelli della cartella di lavoro, intercetta l'errore classico: un bundle costruito prima dell'ultima correzione.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 azioni. L'autore accede allo Store e crea un token, lo tiene in una variabile d'ambiente della shell, e propone il bundle con store publish-bundle. Il token rappresenta il suo titolare: chi lo possiede pubblica a nome del titolare. È quindi un segreto, e non va né nel sorgente, né in alcun file sotto controllo di versione, né in una schermata. Un token perso o esposto per errore si revoca e si sostituisce. È l'unico passo non eseguito per queste slide, perché richiede un account personale.
DA COMPRENDERE OGGI: impacchettare e pubblicare.
Per il docente: È l'unico passo che non è stato eseguito per queste slide: richiede un account personale. Fatelo dal vivo con un volontario, con il token del volontario, e non proiettate mai il token.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comportamento atteso del programma, e l'ingresso che richiede. Il risultato va previsto prima di eseguire: ogni differenza tra la previsione e lo schermo è un'informazione sul proprio modello della macchina, e conviene spiegarla prima di correggerla. L'immagine è stata prodotta dal test automatico, non disegnata a mano.
Per il docente: L'immagine è il frame che l'esecutore senza interfaccia di PRG32-QT ha prodotto nel test di questo programma. Su QEMU e sulla scheda l'area di gioco è la stessa, 320 per 200 pixel, tra le due bande di stato.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via più diretta: PRG32-QT sul proprio computer, in quattro passi, ciascuno con il suo comando. Per gli strumenti PRG32-QT si presenta come una scheda in ascolto sulla porta 8080, ed è per questo che il comando di caricamento nomina l'esp32c6. Con la modalità debug attiva si può fermare l'esecuzione su qualsiasi istruzione e ispezionare registri e memoria.
DA UTILIZZARE OGGI: gli strumenti di PRG32 (si usa, non si studia, in questo corso).
Per il docente: Eseguito dai test: la cartuccia di questa slide è compilata con questo comando ed eseguita sull'esecutore senza interfaccia di PRG32-QT. Senza la toolchain: importate il file .prg32 in PRG32-QT e scegliete Run Cartridge. Tasti: frecce o WASD per il joystick, Z o J per A, X o K per B, Invio per Start, Esc per tornare a Setup.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sull'emulatore. QEMU esegue il firmware vero su un chip emulato, quindi la cartuccia va compilata per l'architettura qemu e caricata mentre QEMU non è in esecuzione. Il firmware si avvia sul menu Setup, da cui si scelgono Run Cartridge e lo slot. La tastiera è letta dal terminale da cui QEMU è stato avviato, non dalla finestra che mostra l'immagine.
DA UTILIZZARE OGGI: gli strumenti di PRG32 (si usa, non si studia, in questo corso).
Per il docente: Verificato dai test fino al caricamento: la cartuccia è compilata per l'architettura qemu e accettata nell'immagine flash dell'emulatore. Ciò che l'emulatore poi mostra non è verificato automaticamente: il QEMU di Espressif ha bisogno della sua finestra. Dall'ottobre 2026 il firmware parte da Setup: scegliete Run Cartridge, poi cart0.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 kit fisico. Il firmware si scrive una volta, via USB; da quel momento le cartucce viaggiano sul Wi-Fi con lo stesso comando di caricamento usato per PRG32-QT, indirizzato alla scheda. È l'unico host non esercitato dai test automatici, quindi le osservazioni fatte sulla scheda sono particolarmente preziose e vanno riferite.
DA UTILIZZARE OGGI: gli strumenti di PRG32 (si usa, non si studia, in questo corso).
Per il docente: Non eseguito dai test: sulla macchina di prova non c'è una scheda. La cartuccia per l'architettura esp32c6 è compilata dai test; i passi sono quelli della documentazione di PRG32. Se la porta seriale non viene trovata, passatela esplicitamente. Per usare il Wi-Fi dell'aula: python3 -m prg32 wifi set --ssid NOME --password PASSWORD --mode 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cinque sintomi più frequenti, il loro significato e il rimedio. Il messaggio di errore va letto per intero prima di cambiare qualsiasi cosa: quasi sempre nomina la causa. Quando si chiede aiuto, vanno riportati alla lettera il comando e il messaggio completo.
DA UTILIZZARE OGGI: gli strumenti di PRG32 (si usa, non si studia, in questo corso).
Per il docente: Le prime tre righe coprono la maggior parte dei casi. Quando chiedete aiuto, incollate il comando e l'intero messaggio come testo. docs/usage/troubleshooting.md del repository di PRG32 ha l'elenco completo.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rilascio. Lo studente sceglie un identificatore e un titolo, scrive il manifesto e il colophon della sua variante, e disegna l'icona. Poi si compila la cartuccia, si allegano i metadati, si ispeziona e si impacchetta, e si completa la lista di controllo con un collega nel ruolo di revisore. Il bundle è il prodotto consegnato del progetto. La pubblicazione vera e propria è facoltativa e personale: chi desidera che il proprio gioco stia sullo scaffale lo pubblica e ne condivide il collegamento con la classe.
Per il docente: La pubblicazione è facoltativa e personale; il bundle è il prodotto da consegnare per il progetto.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23: Verm1: lo Store (codice)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23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Verm1 sul Cartridge Store: il codice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codice: ogni listato spiegato, il programma completo, e come provarlo su PRG32-QT, su QEMU e sulla scheda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Implementazione di riferimento di Verm1: contributo di Giuseppe Coviello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codice. I concetti, le figure e le domande sono nella presentazione della lezione: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23-Architettura_dei_Calcolatori-Verm1_sul_Cartridge_Store.pptx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4" name="Image 0" descr="/Users/raffaelemontella/devel/riscv-prg32/computer-architecture-with-prg32/tools/assets/prg32qt_sto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10822" y="4251960"/>
            <a:ext cx="2646947" cy="1828800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8910777" y="91440"/>
            <a:ext cx="2732278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16" name="Shape 13"/>
          <p:cNvSpPr/>
          <p:nvPr/>
        </p:nvSpPr>
        <p:spPr>
          <a:xfrm>
            <a:off x="8938209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938209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938209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8793" y="128016"/>
            <a:ext cx="201168" cy="201168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9294825" y="91440"/>
            <a:ext cx="23116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6675069" y="91440"/>
            <a:ext cx="2125980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67506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672993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085" y="128016"/>
            <a:ext cx="201168" cy="201168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7059117" y="91440"/>
            <a:ext cx="17053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4352747" y="91440"/>
            <a:ext cx="221259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435274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763" y="128016"/>
            <a:ext cx="201168" cy="201168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4736795" y="91440"/>
            <a:ext cx="17919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questa presentazione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3713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41884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8 listati della Lezione 23, uno per slide: leggete il codice, poi le osservazioni numerate a fianco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57606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55778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file del bundle: manifesto, metadati, colophon, icona, e una cartuccia per architettura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71500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69671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dovreste vedere quando gira, verificato sull'esecutore senza interfaccia di PRG32-QT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85394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83565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provarlo, passo per passo: su PRG32-QT, su QEMU, sulla scheda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75005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731764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esercizi: modificare il programma, prevedere, eseguire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Compilare per il kit e per QEMU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~/PRG32         </a:t>
            </a:r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# your PRG32 folder, toolchain active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~/verm1/verm1.S --portable \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verm1 --name verm1 \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--architecture esp32c6 --out ~/verm1/verm1-esp32c6.prg32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~/verm1/verm1.S --portable \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verm1 --name verm1 \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--architecture qemu --out ~/verm1/verm1-qemu.prg32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comando di ogni lezione, con un'opzione in più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--architecture indica il target del file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nomi seguono una regola: gioco-architettura.prg32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Verm1 finito è circa 6 kilobyte di codice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3911803" y="91440"/>
            <a:ext cx="3854069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3911803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9819" y="128016"/>
            <a:ext cx="201168" cy="201168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4295851" y="91440"/>
            <a:ext cx="343344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la cartuccia portabile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Controllo: è portabile?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summary ~/verm1/verm1-esp32c6.prg32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...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"import_model": "abi-table",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...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stampa ciò che il file dichiara di sé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abi-table: la cartuccia raggiunge il runtime tramite una tabella di funzioni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Quindi non dipende da una specifica build del firmware: è portabile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Store accetta cartucce portabili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788986" y="91440"/>
            <a:ext cx="3854069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88986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17002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8173034" y="91440"/>
            <a:ext cx="343344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la cartuccia portabile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manifest.json: chi è questo gioco?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"abi": "prg32-metadata-1.0",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"id": "it.uniparthenope.arc12.verm1",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"title": "Verm1",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"version": "1.0.0",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"summary": "A hungry worm on a 40 by 24 grid: a tribute to Snake.",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"description": "Verm1 (say \"vermone\") is the course-long project of ...",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"authors": [{"name": "Your Name"}],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"license": "MIT",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"tags": ["arcade", "snake", "assembly", "education"],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"assets": {"icon": "icon.png"},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"architectures": [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{"id": "esp32c6", "file": "verm1-esp32c6.prg32"},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{"id": "qemu", "file": "verm1-qemu.prg32"}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]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id: un nome unico al mondo, e per sempre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version: tre numeri, 1.0.0 per una prima versione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summary: una riga per lo scaffale; description: un paragrafo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architectures: quale file serve quale target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526350" y="91440"/>
            <a:ext cx="4116705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526350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54366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7910398" y="91440"/>
            <a:ext cx="36960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impacchettare e pubblicare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colophon.json: crediti e comandi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"abi": "prg32-colophon-1.0",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"title": "Verm1",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"subtitle": "A tribute to Snake, in RISC-V assembly",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"version": "1.0.0",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"release_date": "2026-12-18",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"developer": {"name": "Your Name"},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"authors": [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{"role": "game design", "name": "Your Name"},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{"role": "programming", "name": "Your Name"}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],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"license": "MIT",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"copyright": "Copyright 2026 Your Name",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"acknowledgements": [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"Giuseppe Coviello, reference implementation of Verm1",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"ARC12 Computer Architecture, University of Naples Parthenope",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"The PRG32 community"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],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"controls": [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{"input": "JOYSTICK", "action": "Steer the worm"},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{"input": "A", "action": "Start, and return to the title after game over"}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],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"start_prompt": "Press A to play"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colophon è la pagina dei crediti della cartuccia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Ruoli e nomi: riconoscete il lavoro di tutti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controls: che cosa fa ogni ingresso, per il giocatore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acknowledgements: chi ringraziate; il gioco di riferimento da cui siete partiti resta lì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526350" y="91440"/>
            <a:ext cx="4116705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526350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54366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7910398" y="91440"/>
            <a:ext cx="36960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impacchettare e pubblicare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metadata.json, e attach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metadata.json = manifest.json WITHOUT the "assets" and "architectures" entries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store attach-metadata ~/verm1/verm1-esp32c6.prg32 \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--metadata ~/verm1/metadata.json --icon ~/verm1/icon.png \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--colophon ~/verm1/colophon.json --architecture esp32c6 \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~/verm1/verm1-esp32c6.prg32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store attach-metadata ~/verm1/verm1-qemu.prg32 \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--metadata ~/verm1/metadata.json --icon ~/verm1/icon.png \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--colophon ~/verm1/colophon.json --architecture qemu \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~/verm1/verm1-qemu.prg32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Copiate il manifest e cancellate due voci: assets, architectures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scrive titolo, icona e crediti dentro la cartuccia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cartuccia copiata a mano dice ancora che cos'è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volta per file, con la sua architettura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88986" y="91440"/>
            <a:ext cx="3854069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88986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17002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8173034" y="91440"/>
            <a:ext cx="343344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la cartuccia portabile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Rileggere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store inspect-metadata ~/verm1/verm1-esp32c6.prg32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...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"id": "it.uniparthenope.arc12.verm1",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"license": "MIT",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"runtime": { "architecture": "esp32c6", ... },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"summary": "A hungry worm on a 40 by 24 grid: a tribute to Snake.",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"title": "Verm1",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"version": "1.0.0"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...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"trailer_present": true,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"unknown_blocks": []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 fidarsi di una scrittura che non si è riletta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Controllate id, titolo, versione e architettura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trailer_present: i documenti sono nel file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Eseguite ancora una volta la cartuccia: deve funzionare come prima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788986" y="91440"/>
            <a:ext cx="3854069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88986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17002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8173034" y="91440"/>
            <a:ext cx="343344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la cartuccia portabile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Confezionare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store pack-bundle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--manifest ~/verm1/manifest.json --out ~/verm1/verm1-1.0.0.zip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Bundle: ~/verm1/verm1-1.0.0.zip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manifest.json                   0.7 KB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icon.png                        0.1 KB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verm1-esp32c6.prg32             7.8 KB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verm1-qemu.prg32                7.8 KB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Total: 16.4 KB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strumento legge il manifest e raccoglie i file che nomina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file mancante o con il nome sbagliato lo ferma qui, non allo Store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nome porta la versione: verm1-1.0.0.zip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vostro intero gioco, per due macchine: 16 kilobyte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526350" y="91440"/>
            <a:ext cx="4116705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526350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54366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7910398" y="91440"/>
            <a:ext cx="36960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impacchettare e pubblicare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provate il bundle, non la vostra cartella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Estraete verm1-1.0.0.zip in una cartella vuota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01244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199415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PRG32-QT importate verm1-esp32c6.prg32 da quella cartella ed eseguitelo: titolo, icona e crediti devono essere i vostri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83210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281381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Caricate verm1-qemu.prg32 su QEMU e giocate una partita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40893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339064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avete un kit, caricate il file per ESP32-C6 e giocate con il joystick vero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22859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207008" y="421030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Chiedete a un collega di fare lo stesso su un altro calcolatore: il primo utente che non siete voi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gioco gira dai file contenuti nel bundle, su ogni target dichiarato, su un calcolatore che non è il vostro.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Pubblicare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sign in to the Store and create a token on the Tokens page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keep it in the environment of your shell: never in a file, never in Git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PRG32_STORE_URL="https://store.prg32.uniparthenope.it"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PRG32_STORE_TOKEN="paste-your-token-here"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submit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store publish-bundle ~/verm1/verm1-1.0.0.zip \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--store-url "$PRG32_STORE_URL" --token "$PRG32_STORE_TOKEN"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token siete voi: chi lo possiede pubblica a vostro nome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È un segreto: non nel sorgente, non in una schermata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L'invio resta in attesa finché un redattore non lo approva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 o mostrato per errore: revocatelo e createne uno nuovo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526350" y="91440"/>
            <a:ext cx="4116705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526350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54366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7910398" y="91440"/>
            <a:ext cx="36960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impacchettare e pubblicare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che cosa dovreste vedere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2212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600200"/>
            <a:ext cx="5468112" cy="13845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Sullo schermo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Verm1, avviato dai file del bundle: su ogni host il titolo, l'icona e i crediti sono quelli del manifesto.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356387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3441954"/>
            <a:ext cx="5468112" cy="1059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premere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A avvia una partita; guidate con il joystick</a:t>
            </a:r>
            <a:endParaRPr lang="en-US" sz="2400" dirty="0"/>
          </a:p>
        </p:txBody>
      </p:sp>
      <p:pic>
        <p:nvPicPr>
          <p:cNvPr id="7" name="Image 0" descr="/Users/raffaelemontella/devel/riscv-prg32/computer-architecture-with-prg32/tools/assets/verm1_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55968" y="1417320"/>
            <a:ext cx="4297680" cy="42976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frame scritto dal test automatico su PRG32-QT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PRG32-QT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start PRG32-QT on this computer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unzip the bundle into an empty folder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mkdir ~/verm1-test &amp;&amp; cd ~/verm1-test &amp;&amp; unzip ~/verm1/verm1-1.0.0.zip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in PRG32-QT: import verm1-esp32c6.prg32 from that folder, Run Cartridge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or, from the PRG32 folder: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~/verm1-test/verm1-esp32c6.prg32 \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http://localhost:8080 --slot cart0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the title, the icon and the credits must be those of your manifest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deve essere in esecuzione: risponde sulla porta 8080, come una scheda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compila una volta, dalla cartella PRG32, con ESP-IDF attivo nel terminale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upload-and-run memorizza la cartuccia nello slot cart0 e la avvia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Modalità debug, in Settings: fermare il programma, leggere registri e memoria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QEMU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once: build the firmware for QEMU (several minutes)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build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read back what the cartridge for QEMU declares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store inspect-metadata ~/verm1-test/verm1-qemu.prg32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with QEMU closed, stage it into the flash image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upload ~/verm1-test/verm1-qemu.prg32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start the emulator; on Setup choose Run Cartridge, then cart0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run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L'emulatore esegue il firmware vero su un chip emulato: si compila una volta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cartuccia è compilata per l'architettura qemu: lo stesso sorgente, un altro file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carica la cartuccia con QEMU chiuso, poi lo si avvia e si sceglie Run Cartridge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tasti vanno al terminale: frecce o WASD, Z o J per A, X o K per B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sulla scheda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 per board: write the firmware through the USB cable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build-and-flash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join the Wi-Fi network of the board: PRG32, password prg32game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send the cartridge of the bundle for the board, and start it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~/verm1-test/verm1-esp32c6.prg32 \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http://192.168.4.1 --slot cart0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play one whole game with the real joystick and speaker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firmware si scrive una volta per scheda, attraverso il cavo USB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scheda crea la rete Wi-Fi PRG32: collegatevi con il vostro computer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comando di caricamento di PRG32-QT, con l'indirizzo della scheda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Schermo nero: confrontate il cablaggio del display con il firmware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non funziona</a:t>
            </a:r>
            <a:endParaRPr lang="en-US" sz="3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025750"/>
                <a:gridCol w="3866236"/>
                <a:gridCol w="420243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Vedete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così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manca un punto di ingresso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prefisso non è quello del sorgente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--entry-prefix verm1; controllate le tre righe .global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idf.py: command not found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ESP-IDF non è attivo in questo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eseguite export.sh, o aprite ESP-IDF PowerShell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upload: connection refused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l'host non ascolta a quell'indirizzo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avviate PRG32-QT; usate l'indirizzo della sua schermata Setup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schermo nero, o di nuovo il menu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funzione non ritorna, o ra non è stato salvato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modalità debug: passo-passo in init, update, draw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QEMU ignora i tasti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tastiera va al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clic sul terminale che ha lanciato QEMU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vostra release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Scegliete il vostro id e il vostro titolo, scrivete manifest e colophon per la vostra variante di Verm1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4475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429256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Disegnate la vostra icona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1546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3136392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Compilate, allegate, ispezionate, confezionate: producete il vostro bundle e superate la lista di controllo con un collega come revisore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16661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4148328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volete il vostro gioco sullo scaffale: pubblicatelo, e mandate il link alla classe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bundle del vostro gioco, rivisto da un collega con la lista di controllo.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Verm1 sul Cartridge Store: il codice</dc:title>
  <dc:subject>Lezione 23</dc:subject>
  <dc:creator>Raffaele Montella</dc:creator>
  <cp:lastModifiedBy>Raffaele Montella</cp:lastModifiedBy>
  <cp:revision>1</cp:revision>
  <dcterms:created xsi:type="dcterms:W3CDTF">2026-10-17T07:16:50Z</dcterms:created>
  <dcterms:modified xsi:type="dcterms:W3CDTF">2026-10-17T07:16:50Z</dcterms:modified>
</cp:coreProperties>
</file>