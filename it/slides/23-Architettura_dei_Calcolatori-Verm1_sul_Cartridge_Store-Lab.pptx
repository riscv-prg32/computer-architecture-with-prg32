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a0fc15d-c272-ba77-8ddb-660b8cc03131}">
          <p14:sldIdLst>
            <p14:sldId id="256"/>
            <p14:sldId id="257"/>
          </p14:sldIdLst>
        </p14:section>
        <p14:section name="Passo 1: un sorgente, due cartucce" id="{41870e77-a57f-81bc-571d-db64555eb8bd}">
          <p14:sldIdLst>
            <p14:sldId id="258"/>
            <p14:sldId id="259"/>
          </p14:sldIdLst>
        </p14:section>
        <p14:section name="Passo 2: un'identità" id="{782403c3-a6e1-8f58-2f0c-259a5c72690e}">
          <p14:sldIdLst>
            <p14:sldId id="260"/>
            <p14:sldId id="261"/>
          </p14:sldIdLst>
        </p14:section>
        <p14:section name="Passo 3: la cartuccia porta con sé i documenti" id="{b3c9b401-ca4d-c706-9f4f-6378d33a7fe6}">
          <p14:sldIdLst>
            <p14:sldId id="262"/>
            <p14:sldId id="263"/>
          </p14:sldIdLst>
        </p14:section>
        <p14:section name="Passo 4: il bundle" id="{7b8a4575-85c1-dd9c-dd8f-5e524ff83287}">
          <p14:sldIdLst>
            <p14:sldId id="264"/>
            <p14:sldId id="265"/>
          </p14:sldIdLst>
        </p14:section>
        <p14:section name="Passo 5: la pubblicazione" id="{83e41d6a-1a2d-8702-3529-8bcb082d3a7a}">
          <p14:sldIdLst>
            <p14:sldId id="266"/>
          </p14:sldIdLst>
        </p14:section>
        <p14:section name="Eseguire e provare" id="{42dd8ae2-0f17-b34f-2450-06e3dba301c1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b9395c9d-a170-2d41-560f-bd92671387df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23.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tools/tests/verm1_store.py compila le due cartucce, allega i metadati e impacchetta il bundle; non viene caricato niente.
Per il docente: Procurarsi il codice una volta: git clone https://github.com/riscv-prg32/computer-architecture-with-prg32 ~/arc12. tools/tests/verm1_store.py compila le due cartucce, allega i metadati e impacchetta il bundle; non viene caricato niente.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di compilazione di ogni lezione, con un'opzione in più: --architecture nomina il target per cui si produce il file, prima esp32c6 e poi qemu. I file prodotti seguono una regola di denominazione: il nome del gioco, un trattino, l'architettura. Il sorgente è identico per entrambi. La dimensione riportata dal compilatore merita di essere notata: l'intero gioco finito ammonta a circa sei kilobyte di codice.
DA COMPRENDERE OGGI: la cartuccia portabile. DA UTILIZZARE OGGI: gli strumenti di PRG32 (si usa, non si studia, in questo corso).
Per il docente: Il builder risponde: built verm1-esp32c6.prg32 name=verm1 load=0x40800000, e code=6216 per il gioco di riferimento. Sei kilobyte: meno di questa slide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summary stampa ciò che un file di cartuccia dichiara di sé. Una riga è decisiva: import_model deve valere abi-table. Significa che la cartuccia raggiunge le funzioni del runtime attraverso una tabella, non attraverso gli indirizzi fissi di una particolare immagine del firmware. Una cartuccia così è portabile: continua a funzionare quando il firmware viene aggiornato, perché l'interfaccia è la tabella, non gli indirizzi. È il principio dell'interfaccia stabile incontrato per la prima volta nella Lezione 01. Lo Store accetta cartucce portabili, e la verifica si ripete sul secondo file.
DA COMPRENDERE OGGI: la cartuccia portabile.
Per il docente: Una cartuccia non portabile è collegata agli indirizzi di una specifica immagine del firmware e si rompe al primo aggiornamento. La tabella è l'ABI di PRG32: prg32_gfx_rect e le altre ne sono voci. Ripetete il controllo sul file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manifesto è un file JSON che descrive il gioco; JSON è un formato di testo semplice per dati strutturati, in cui ogni valore si scrive dopo il suo nome, tra parentesi graffe. I suoi campi vanno letti uno per uno. id è un nome unico al mondo. version consiste di tre numeri. title è ciò che il giocatore legge. summary è una descrizione di una riga per lo scaffale, description un paragrafo. Seguono autori, licenza e tag. In fondo, assets nomina l'icona e architectures dice quale file di cartuccia serve quale target. Il file si crea con un editor di testo nella cartella del gioco.
DA COMPRENDERE OGGI: impacchettare e pubblicare.
Per il docente: Create il file in ~/verm1 con un editor di testo. Nella slide la descrizione è tagliata. La riga abi dice di quale versione del formato dei metadati si tratta.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colophon è la pagina dei crediti della cartuccia; la parola viene dalla tipografia, dove indica la nota alla fine di un libro che registra chi l'ha fatto. Elenca ruoli e nomi, i comandi, cioè che cosa fa ogni ingresso per il giocatore, e i ringraziamenti, in cui resta citato il gioco di riferimento da cui lo studente è partito. Il nome segnaposto si sostituisce ovunque e si imposta la data.
DA COMPRENDERE OGGI: impacchettare e pubblicare.
Per il docente: Colophon è la parola dei tipografi per la nota in fondo a un libro che dice chi l'ha realizzato. Sostituite ovunque Your Name, e impostate la data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prepara prima metadata.json: una copia del manifesto senza le due voci assets e architectures, che riguardano il bundle e non una singola cartuccia. store attach-metadata scrive poi metadati, icona e colophon dentro la cartuccia, una volta per file, ciascuno con la sua architettura. Il programma stesso non viene toccato; l'informazione si accoda dopo di esso. Da quel momento una cartuccia copiata a mano dichiara ancora che cosa è e chi l'ha fatta.
DA COMPRENDERE OGGI: la cartuccia portabile.
Per il docente: Lo strumento risponde: wrote verm1-esp32c6.prg32 legacy=6316 blocks=3. I tre blocchi sono i metadati, l'icona e il colophon, aggiunti in coda al programma; il programma in sé non viene toccato. Attenzione: dare il manifest completo a --metadata fa fallire lo strumento, per via della voce assets.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 una scrittura non riletta non ci si deve mai fidare. store inspect-metadata stampa ciò che la cartuccia contiene: si verificano identificatore, titolo, versione e architettura, insieme a trailer_present uguale a true. La cartuccia si esegue poi ancora una volta e deve comportarsi esattamente come prima. Rileggere ciò che si è scritto è un'abitudine coltivata per tutto il corso, dalla vista della memoria del debugger a questo comando.
DA COMPRENDERE OGGI: la cartuccia portabile.
Per il docente: Output abbreviato. Rileggere ciò che si è scritto è l'abitudine di tutto il corso: la vista della memoria nel debugger, e ora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 pack-bundle legge il manifesto, raccoglie i file che nomina e produce un file ZIP il cui nome porta la versione. Se un file manca o ha un nome sbagliato, lo strumento si ferma qui, sul computer dello studente, e non più tardi allo Store, così che gli errori si colgano dove correggerli costa meno. L'elenco che stampa mostra il manifesto, l'icona e le due cartucce: l'intero gioco, per due macchine, occupa circa sedici kilobyte.
DA COMPRENDERE OGGI: impacchettare e pubblicare.
Per il docente: Output reale per il gioco di riferimento, da tools/tests/verm1_store.py. I file devono stare nella stessa cartella del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prova il bundle, non la cartella di lavoro. Lo si decomprime in una cartella vuota e lo si usa da lì: la cartuccia ESP32-C6 si importa in PRG32-QT per verificare che titolo, icona e crediti siano quelli dell'autore; l'altra si carica su QEMU e si gioca una partita; su un kit si prova il joystick vero. Si chiede poi a un collega di ripetere la procedura su un altro computer. Questo coglie l'errore classico di un bundle costruito prima dell'ultima correzione.
Per il docente: Provare i file confezionati, e non quelli della cartella di lavoro, intercetta l'errore classico: un bundle costruito prima dell'ultima correzione.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azioni. L'autore accede allo Store e crea un token, lo tiene in una variabile d'ambiente della shell, e propone il bundle con store publish-bundle. Il token rappresenta il suo titolare: chi lo possiede pubblica a nome del titolare. È quindi un segreto, e non va né nel sorgente, né in alcun file sotto controllo di versione, né in una schermata. Un token perso o esposto per errore si revoca e si sostituisce. È l'unico passo non eseguito per queste slide, perché richiede un account personale.
DA COMPRENDERE OGGI: impacchettare e pubblicare.
Per il docente: È l'unico passo che non è stato eseguito per queste slide: richiede un account personale. Fatelo dal vivo con un volontario, con il token del volontario, e non proiettate mai il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rilascio. Lo studente sceglie un identificatore e un titolo, scrive il manifesto e il colophon della sua variante, e disegna l'icona. Poi si compila la cartuccia, si allegano i metadati, si ispeziona e si impacchetta, e si completa la lista di controllo con un collega nel ruolo di revisore. Il bundle è il prodotto consegnato del progetto. La pubblicazione vera e propria è facoltativa e personale: chi desidera che il proprio gioco stia sullo scaffale lo pubblica e ne condivide il collegamento con la classe.
Per il docente: La pubblicazione è facoltativa e personale; il bundle è il prodotto da consegnare per il progetto.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8 listati della Lezione 23,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file del bundle: manifesto, metadati, colophon, icona, e una cartuccia per architettura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Compilare per il kit e per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~/PRG32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your PRG32 folder, toolchain active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esp32c6 --out ~/verm1/verm1-esp32c6.prg32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qemu --out ~/verm1/verm1-qemu.prg32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 ogni lezione, con un'opzione in più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--architecture indica il target del file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nomi seguono una regola: gioco-architettura.prg32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Verm1 finito è circa 6 kilobyte di codice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911803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91180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819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295851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Controllo: è portabile?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~/verm1/verm1-esp32c6.prg32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"import_model": "abi-table",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stampa ciò che il file dichiara di sé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abi-table: la cartuccia raggiunge il runtime tramite una tabella di funzioni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non dipende da una specifica build del firmware: è portabile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Store accetta cartucce portabili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manifest.json: chi è questo gioco?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"it.uniparthenope.arc12.verm1",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"A hungry worm on a 40 by 24 grid: a tribute to Snake.",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"Verm1 (say \"vermone\") is the course-long project of ...",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"snake", "assembly", "education"],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"verm1-esp32c6.prg32"},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"verm1-qemu.prg32"}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un nome unico al mondo, e per sempre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version: tre numeri, 1.0.0 per una prima versione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una riga per lo scaffale; description: un paragrafo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architectures: quale file serve quale target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colophon.json: crediti e comandi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"prg32-colophon-1.0",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"subtitle": "A tribute to Snake, in RISC-V assembly",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"release_date": "2026-12-18",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"developer": {"name":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"game design", 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"programming", "name": "Your Name"}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"copyright": "Copyright 2026 Your 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"acknowledgements":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"Giuseppe Coviello, reference implementation of 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"ARC12 Computer Architecture, University of Naples Parthenope",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"The PRG32 community"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"controls":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"JOYSTICK", "action": "Steer the worm"},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"A", "action": "Start, and return to the title after game over"}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"start_prompt": "Press A to play"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colophon è la pagina dei crediti della cartuccia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e nomi: riconoscete il lavoro di tutti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che cosa fa ogni ingresso, per il giocatore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acknowledgements: chi ringraziate; il gioco di riferimento da cui siete partiti resta lì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metadata.json, e attach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metadata.json = manifest.json WITHOUT the "assets" and "architectures" entries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~/verm1/verm1-esp32c6.prg32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esp32c6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~/verm1/verm1-esp32c6.prg32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~/verm1/verm1-qemu.prg32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qemu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~/verm1/verm1-qemu.prg32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Copiate il manifest e cancellate due voci: assets, architectures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scrive titolo, icona e crediti dentro la cartuccia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copiata a mano dice ancora che cos'è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per file, con la sua architettura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Rileggere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~/verm1/verm1-esp32c6.prg32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"id": "it.uniparthenope.arc12.verm1",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"license": "MIT",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"runtime": { "architecture": "esp32c6", ...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"summary": "A hungry worm on a 40 by 24 grid: a tribute to Snake.",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"title": "Verm1",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"version": "1.0.0"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"trailer_present": true,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"unknown_blocks": []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fidarsi di una scrittura che non si è riletta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Controllate id, titolo, versione e architettura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trailer_present: i documenti sono nel file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ancora una volta la cartuccia: deve funzionare come prima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Confezionare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--manifest ~/verm1/manifest.json --out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Bundle: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manifest.json                   0.7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icon.png                        0.1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verm1-esp32c6.prg32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verm1-qemu.prg32   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16.4 KB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strumento legge il manifest e raccoglie i file che nomina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file mancante o con il nome sbagliato lo ferma qui, non allo 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 porta la versione: verm1-1.0.0.zip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intero gioco, per due macchine: 16 kilobyte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provate il bundle, non la vostra cartella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Estraete verm1-1.0.0.zip in una cartella vuota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244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415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importate verm1-esp32c6.prg32 da quella cartella ed eseguitelo: titolo, icona e crediti devono essere i vostri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21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138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verm1-qemu.prg32 su QEMU e giocate una partita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0893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39064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avete un kit, caricate il file per ESP32-C6 e giocate con il joystick vero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a un collega di fare lo stesso su un altro calcolatore: il primo utente che non siete voi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gira dai file contenuti nel bundle, su ogni target dichiarato, su un calcolatore che non è il vostro.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Pubblicare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sign in to the Store and create a token on the Tokens 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keep it in the environment of your shell: never in a file, never in 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PRG32_STORE_URL="https://store.prg32.uniparthenope.it"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PRG32_STORE_TOKEN="paste-your-token-here"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submit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~/verm1/verm1-1.0.0.zip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--store-url "$PRG32_STORE_URL" --token "$PRG32_STORE_TOKEN"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token siete voi: chi lo possiede pubblica a vostro nome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segreto: non nel sorgente, non in una schermata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L'invio resta in attesa finché un redattore non lo approva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 o mostrato per errore: revocatelo e createne uno nuovo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Verm1, avviato dai file del bundle: su ogni host il titolo, l'icona e i crediti sono quelli del manifesto.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5968" y="1417320"/>
            <a:ext cx="4297680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unzip the bundle into an empty folder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~/verm1-test &amp;&amp; cd ~/verm1-test &amp;&amp; unzip ~/verm1/verm1-1.0.0.zip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in PRG32-QT: import verm1-esp32c6.prg32 from that folder, Run Cartridge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or, from the PRG32 folder: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the title, the icon and the credits must be those of your manifest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read back what the cartridge for QEMU declares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it into the flash image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the cartridge of the bundle for the board, and start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play one whole game with the real joystick and speaker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vostra release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il vostro id e il vostro titolo, scrivete manifest e colophon per la vostra variante di Verm1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vostra icona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Compilate, allegate, ispezionate, confezionate: producete il vostro bundle e superate la lista di controllo con un collega come revisore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volete il vostro gioco sullo scaffale: pubblicatelo, e mandate il link alla classe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 del vostro gioco, rivisto da un collega con la lista di controllo.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Store: il codice</dc:title>
  <dc:subject>Lezione 23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