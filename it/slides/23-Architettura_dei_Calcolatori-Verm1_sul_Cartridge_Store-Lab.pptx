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971e8819-1bea-fdf9-addc-4bf4f319c4dd}">
          <p14:sldIdLst>
            <p14:sldId id="256"/>
            <p14:sldId id="257"/>
          </p14:sldIdLst>
        </p14:section>
        <p14:section name="Passo 1: un sorgente, due cartucce" id="{2b5d29de-63db-fbe2-7b99-c6041e89dfdd}">
          <p14:sldIdLst>
            <p14:sldId id="258"/>
            <p14:sldId id="259"/>
          </p14:sldIdLst>
        </p14:section>
        <p14:section name="Passo 2: un'identità" id="{3e255ab8-5d6d-de7a-c5f1-3b6b3b4e8c81}">
          <p14:sldIdLst>
            <p14:sldId id="260"/>
            <p14:sldId id="261"/>
          </p14:sldIdLst>
        </p14:section>
        <p14:section name="Passo 3: la cartuccia porta con sé i documenti" id="{210c96ef-1537-3078-61d1-85ec5be65de9}">
          <p14:sldIdLst>
            <p14:sldId id="262"/>
            <p14:sldId id="263"/>
          </p14:sldIdLst>
        </p14:section>
        <p14:section name="Passo 4: il bundle" id="{542534c0-f9da-c421-8e08-959a8e4a0ddd}">
          <p14:sldIdLst>
            <p14:sldId id="264"/>
            <p14:sldId id="265"/>
          </p14:sldIdLst>
        </p14:section>
        <p14:section name="Passo 5: la pubblicazione" id="{bfdacd6c-d0e8-421c-1ae0-bedd81530c1d}">
          <p14:sldIdLst>
            <p14:sldId id="266"/>
          </p14:sldIdLst>
        </p14:section>
        <p14:section name="Eseguire e provare" id="{dd09bc2b-0cee-ca1c-f47d-3f0944a66514}">
          <p14:sldIdLst>
            <p14:sldId id="267"/>
            <p14:sldId id="268"/>
            <p14:sldId id="269"/>
            <p14:sldId id="270"/>
            <p14:sldId id="271"/>
          </p14:sldIdLst>
        </p14:section>
        <p14:section name="Esercizi" id="{ace376eb-a625-2ec1-dbff-5bc9759a1661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23. Mentre la presentazione della lezione sviluppa i concetti, questa raccoglie tutto ciò che si scrive e si esegue: ogni listato con il suo commento, il programma completo della lezione, il risultato che deve produrre, e la procedura per provarlo su ciascuno dei tre host. Le due presentazioni vanno lette insieme: i concetti spiegano il codice, e il codice dà ai concetti una conseguenza osservabile.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impacchettare e pubblicare; la cartuccia portabile. DA UTILIZZARE OGGI: gli strumenti di PRG32 (si usa, non si studia, in questo corso). DA COMPRENDERE PIÙ AVANTI: niente.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contenuto della presentazione, nell'ordine delle slide. Il programma della lezione è un file sorgente completo, che si può compilare ed eseguire così com'è. Il percorso consigliato è eseguirlo per primo, osservarne il comportamento, e poi tornare ai singoli listati per capire come ciascuna parte contribuisce a quel comportamento. tools/tests/verm1_store.py compila le due cartucce, allega i metadati e impacchetta il bundle; non viene caricato niente.
Per il docente: Procurarsi il codice una volta: git clone https://github.com/riscv-prg32/computer-architecture-with-prg32 ~/arc12. tools/tests/verm1_store.py compila le due cartucce, allega i metadati e impacchetta il bundle; non viene caricato niente.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comando di compilazione di ogni lezione, con un'opzione in più: --architecture nomina il target per cui si produce il file, prima esp32c6 e poi qemu. I file prodotti seguono una regola di denominazione: il nome del gioco, un trattino, l'architettura. Il sorgente è identico per entrambi. La dimensione riportata dal compilatore merita di essere notata: l'intero gioco finito ammonta a circa sei kilobyte di codice.
DA COMPRENDERE OGGI: la cartuccia portabile. DA UTILIZZARE OGGI: gli strumenti di PRG32 (si usa, non si studia, in questo corso).
Per il docente: Il builder risponde: built verm1-esp32c6.prg32 name=verm1 load=0x40800000, e code=6216 per il gioco di riferimento. Sei kilobyte: meno di questa slide come immagine.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cartridge summary stampa ciò che un file di cartuccia dichiara di sé. Una riga è decisiva: import_model deve valere abi-table. Significa che la cartuccia raggiunge le funzioni del runtime attraverso una tabella, non attraverso gli indirizzi fissi di una particolare immagine del firmware. Una cartuccia così è portabile: continua a funzionare quando il firmware viene aggiornato, perché l'interfaccia è la tabella, non gli indirizzi. È il principio dell'interfaccia stabile incontrato per la prima volta nella Lezione 01. Lo Store accetta cartucce portabili, e la verifica si ripete sul secondo file.
DA COMPRENDERE OGGI: la cartuccia portabile.
Per il docente: Una cartuccia non portabile è collegata agli indirizzi di una specifica immagine del firmware e si rompe al primo aggiornamento. La tabella è l'ABI di PRG32: prg32_gfx_rect e le altre ne sono voci. Ripetete il controllo sul file per QEMU.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manifesto è un file JSON che descrive il gioco, e i suoi campi vanno letti uno per uno. id è un nome unico al mondo. version consiste di tre numeri. title è ciò che il giocatore legge. summary è una descrizione di una riga per lo scaffale, description un paragrafo. Seguono autori, licenza e tag. In fondo, assets nomina l'icona e architectures dice quale file di cartuccia serve quale target. Il file si crea con un editor di testo nella cartella del gioco.
DA COMPRENDERE OGGI: impacchettare e pubblicare.
Per il docente: Create il file in ~/verm1 con un editor di testo. Nella slide la descrizione è tagliata. La riga abi dice di quale versione del formato dei metadati si tratta.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colophon è la pagina dei crediti della cartuccia; la parola viene dalla tipografia, dove indica la nota alla fine di un libro che registra chi l'ha fatto. Elenca ruoli e nomi, i comandi, cioè che cosa fa ogni ingresso per il giocatore, e i ringraziamenti, in cui resta citato il gioco di riferimento da cui lo studente è partito. Il nome segnaposto si sostituisce ovunque e si imposta la data.
DA COMPRENDERE OGGI: impacchettare e pubblicare.
Per il docente: Colophon è la parola dei tipografi per la nota in fondo a un libro che dice chi l'ha realizzato. Sostituite ovunque Your Name, e impostate la data di pubblicazione.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prepara prima metadata.json: una copia del manifesto senza le due voci assets e architectures, che riguardano il bundle e non una singola cartuccia. store attach-metadata scrive poi metadati, icona e colophon dentro la cartuccia, una volta per file, ciascuno con la sua architettura. Il programma stesso non viene toccato; l'informazione si accoda dopo di esso. Da quel momento una cartuccia copiata a mano dichiara ancora che cosa è e chi l'ha fatta.
DA COMPRENDERE OGGI: la cartuccia portabile.
Per il docente: Lo strumento risponde: wrote verm1-esp32c6.prg32 legacy=6316 blocks=3. I tre blocchi sono i metadati, l'icona e il colophon, aggiunti in coda al programma; il programma in sé non viene toccato. Attenzione: dare il manifest completo a --metadata fa fallire lo strumento, per via della voce assets.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 una scrittura non riletta non ci si deve mai fidare. store inspect-metadata stampa ciò che la cartuccia contiene: si verificano identificatore, titolo, versione e architettura, insieme a trailer_present uguale a true. La cartuccia si esegue poi ancora una volta e deve comportarsi esattamente come prima. Rileggere ciò che si è scritto è un'abitudine coltivata per tutto il corso, dalla vista della memoria del debugger a questo comando.
DA COMPRENDERE OGGI: la cartuccia portabile.
Per il docente: Output abbreviato. Rileggere ciò che si è scritto è l'abitudine di tutto il corso: la vista della memoria nel debugger, e ora questo.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store pack-bundle legge il manifesto, raccoglie i file che nomina e produce un file ZIP il cui nome porta la versione. Se un file manca o ha un nome sbagliato, lo strumento si ferma qui, sul computer dello studente, e non più tardi allo Store, così che gli errori si colgano dove correggerli costa meno. L'elenco che stampa mostra il manifesto, l'icona e le due cartucce: l'intero gioco, per due macchine, occupa circa sedici kilobyte.
DA COMPRENDERE OGGI: impacchettare e pubblicare.
Per il docente: Output reale per il gioco di riferimento, da tools/tests/verm1_store.py. I file devono stare nella stessa cartella del manifest.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prova il bundle, non la cartella di lavoro. Lo si decomprime in una cartella vuota e lo si usa da lì: la cartuccia ESP32-C6 si importa in PRG32-QT per verificare che titolo, icona e crediti siano quelli dell'autore; l'altra si carica su QEMU e si gioca una partita; su un kit si prova il joystick vero. Si chiede poi a un collega di ripetere la procedura su un altro computer. Questo coglie l'errore classico di un bundle costruito prima dell'ultima correzione.
Per il docente: Provare i file confezionati, e non quelli della cartella di lavoro, intercetta l'errore classico: un bundle costruito prima dell'ultima correzione.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azioni. L'autore accede allo Store e crea un token, lo tiene in una variabile d'ambiente della shell, e propone il bundle con store publish-bundle. Il token rappresenta il suo titolare: chi lo possiede pubblica a nome del titolare. È quindi un segreto, e non va né nel sorgente, né in alcun file sotto controllo di versione, né in una schermata. Un token perso o esposto per errore si revoca e si sostituisce. È l'unico passo non eseguito per queste slide, perché richiede un account personale.
DA COMPRENDERE OGGI: impacchettare e pubblicare.
Per il docente: È l'unico passo che non è stato eseguito per queste slide: richiede un account personale. Fatelo dal vivo con un volontario, con il token del volontario, e non proiettate mai il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comportamento atteso del programma, e l'ingresso che richiede. Il risultato va previsto prima di eseguire: ogni differenza tra la previsione e lo schermo è un'informazione sul proprio modello della macchina, e conviene spiegarla prima di correggerla. L'immagine è stata prodotta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diretta: PRG32-QT sul proprio computer, in quattro passi, ciascuno con il suo comando. Per gli strumenti PRG32-QT si presenta come una scheda in ascolto sulla porta 8080, ed è per questo che il comando di caricamento nomina l'esp32c6. Con la modalità debug attiva si può fermare l'esecuzione su qualsiasi istruzione e ispezionare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 e caricata mentre QEMU non è in esecuzione. Il firmware si avvia sul menu Setup, da cui si scelgono Run Cartridge e lo slot. La tastiera è letta dal terminale da cui QEMU è stato avviato, non dalla finestra che mostra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 fisico. Il firmware si scrive una volta, via USB; da quel momento le cartucce viaggiano sul Wi-Fi con lo stesso comando di caricamento usato per PRG32-QT, indirizzato alla scheda. È l'unico host non esercitato dai test automatici, quindi le osservazioni fatte sulla scheda sono particolarmente preziose e vanno riferite.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frequenti, il loro significato e il rimedio. Il messaggio di errore va letto per intero prima di cambiare qualsiasi cosa: quasi sempre nomina la causa. Quando si chiede aiuto, vanno riportati alla lettera il comando e il messaggio completo.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rilascio. Lo studente sceglie un identificatore e un titolo, scrive il manifesto e il colophon della sua variante, e disegna l'icona. Poi si compila la cartuccia, si allegano i metadati, si ispeziona e si impacchetta, e si completa la lista di controllo con un collega nel ruolo di revisore. Il bundle è il prodotto consegnato del progetto. La pubblicazione vera e propria è facoltativa e personale: chi desidera che il proprio gioco stia sullo scaffale lo pubblica e ne condivide il collegamento con la classe.
Per il docente: La pubblicazione è facoltativa e personale; il bundle è il prodotto da consegnare per il progetto.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23: Verm1: lo Store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23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Verm1 sul Cartridge Store: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Implementazione di riferimento di Verm1: contributo di Giuseppe Coviello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23-Architettura_dei_Calcolatori-Verm1_sul_Cartridge_Store.pptx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4" name="Image 0" descr="/Users/raffaelemontella/devel/riscv-prg32/computer-architecture-with-prg32/tools/assets/prg32qt_st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0822" y="4251960"/>
            <a:ext cx="2646947" cy="18288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3713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41884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8 listati della Lezione 23, uno per slide: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7606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557780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file del bundle: manifesto, metadati, colophon, icona, e una cartuccia per architettura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1500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69671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539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8356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7500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731764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Compilare per il kit e per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~/PRG32         </a:t>
            </a:r>
            <a:pPr indent="0" marL="0">
              <a:buNone/>
            </a:pPr>
            <a:r>
              <a:rPr lang="en-US" sz="16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your PRG32 folder, toolchain active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--architecture esp32c6 --out ~/verm1/verm1-esp32c6.prg32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~/verm1/verm1.S --portable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verm1 --name verm1 \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--architecture qemu --out ~/verm1/verm1-qemu.prg32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comando di ogni lezione, con un'opzione in più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--architecture indica il target del file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nomi seguono una regola: gioco-architettura.prg32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Verm1 finito è circa 6 kilobyte di codice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911803" y="91440"/>
            <a:ext cx="3854069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911803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819" y="128016"/>
            <a:ext cx="201168" cy="20116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4295851" y="91440"/>
            <a:ext cx="34334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cartuccia portabile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Controllo: è portabile?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summary ~/verm1/verm1-esp32c6.prg32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"import_model": "abi-table",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stampa ciò che il file dichiara di sé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abi-table: la cartuccia raggiunge il runtime tramite una tabella di funzioni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Quindi non dipende da una specifica build del firmware: è portabile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Store accetta cartucce portabili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88986" y="91440"/>
            <a:ext cx="3854069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8986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7002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173034" y="91440"/>
            <a:ext cx="34334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cartuccia portabile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manifest.json: chi è questo gioco?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"abi": "prg32-metadata-1.0",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"it.uniparthenope.arc12.verm1",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"Verm1",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"version": "1.0.0",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"summary": "A hungry worm on a 40 by 24 grid: a tribute to Snake.",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"description": "Verm1 (say \"vermone\") is the course-long project of ...",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"authors": [{"name": "Your Name"}],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"license": "MIT",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"tags": ["arcade", "snake", "assembly", "education"],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"assets": {"icon": "icon.png"},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"architectures": [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"esp32c6", "file": "verm1-esp32c6.prg32"},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{"id": "qemu", "file": "verm1-qemu.prg32"}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un nome unico al mondo, e per sempre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tre numeri, 1.0.0 per una prima versione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una riga per lo scaffale; description: un paragrafo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architectures: quale file serve quale target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26350" y="91440"/>
            <a:ext cx="411670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2635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4366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910398" y="91440"/>
            <a:ext cx="36960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impacchettare e pubblicare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colophon.json: crediti e comandi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"abi": "prg32-colophon-1.0",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"title": "Verm1",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"subtitle": "A tribute to Snake, in RISC-V assembly",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"version": "1.0.0",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"release_date": "2026-12-18",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"developer": {"name": "Your Name"},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"authors":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"game design", "name": "Your Name"},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{"role": "programming", "name": "Your Name"}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"license": "MIT",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"copyright": "Copyright 2026 Your Name",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"acknowledgements":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"Giuseppe Coviello, reference implementation of Verm1",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"ARC12 Computer Architecture, University of Naples Parthenope",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"The PRG32 community"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"controls":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{"input": "JOYSTICK", "action": "Steer the worm"},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{"input": "A", "action": "Start, and return to the title after game over"}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"start_prompt": "Press A to play"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colophon è la pagina dei crediti della cartuccia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Ruoli e nomi: riconoscete il lavoro di tutti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controls: che cosa fa ogni ingresso, per il giocatore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acknowledgements: chi ringraziate; il gioco di riferimento da cui siete partiti resta lì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26350" y="91440"/>
            <a:ext cx="411670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2635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4366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910398" y="91440"/>
            <a:ext cx="36960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impacchettare e pubblicare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metadata.json, e attach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metadata.json = manifest.json WITHOUT the "assets" and "architectures" entries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attach-metadata ~/verm1/verm1-esp32c6.prg32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--metadata ~/verm1/metadata.json --icon ~/verm1/icon.png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--colophon ~/verm1/colophon.json --architecture esp32c6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~/verm1/verm1-esp32c6.prg32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attach-metadata ~/verm1/verm1-qemu.prg32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--metadata ~/verm1/metadata.json --icon ~/verm1/icon.png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--colophon ~/verm1/colophon.json --architecture qemu \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~/verm1/verm1-qemu.prg32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Copiate il manifest e cancellate due voci: assets, architectures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scrive titolo, icona e crediti dentro la cartuccia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cartuccia copiata a mano dice ancora che cos'è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volta per file, con la sua architettura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88986" y="91440"/>
            <a:ext cx="3854069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8986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7002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173034" y="91440"/>
            <a:ext cx="34334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cartuccia portabile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Rileggere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inspect-metadata ~/verm1/verm1-esp32c6.prg32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"id": "it.uniparthenope.arc12.verm1",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"license": "MIT",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"runtime": { "architecture": "esp32c6", ... },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"summary": "A hungry worm on a 40 by 24 grid: a tribute to Snake.",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"title": "Verm1",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"version": "1.0.0"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"trailer_present": true,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"unknown_blocks": []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fidarsi di una scrittura che non si è riletta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Controllate id, titolo, versione e architettura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trailer_present: i documenti sono nel file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Eseguite ancora una volta la cartuccia: deve funzionare come prima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88986" y="91440"/>
            <a:ext cx="3854069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8986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7002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173034" y="91440"/>
            <a:ext cx="343344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la cartuccia portabile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Confezionare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pack-bundle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--manifest ~/verm1/manifest.json --out ~/verm1/verm1-1.0.0.zip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Bundle: ~/verm1/verm1-1.0.0.zip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manifest.json                   0.7 KB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icon.png                        0.1 KB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verm1-esp32c6.prg32             7.8 KB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verm1-qemu.prg32                7.8 KB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Total: 16.4 KB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strumento legge il manifest e raccoglie i file che nomina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file mancante o con il nome sbagliato lo ferma qui, non allo Store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nome porta la versione: verm1-1.0.0.zip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vostro intero gioco, per due macchine: 16 kilobyte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26350" y="91440"/>
            <a:ext cx="411670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2635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4366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910398" y="91440"/>
            <a:ext cx="36960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impacchettare e pubblicare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provate il bundle, non la vostra cartella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Estraete verm1-1.0.0.zip in una cartella vuota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244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99415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PRG32-QT importate verm1-esp32c6.prg32 da quella cartella ed eseguitelo: titolo, icona e crediti devono essere i vostri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3210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81381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Caricate verm1-qemu.prg32 su QEMU e giocate una partita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40893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39064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avete un kit, caricate il file per ESP32-C6 e giocate con il joystick vero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28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210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Chiedete a un collega di fare lo stesso su un altro calcolatore: il primo utente che non siete voi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gioco gira dai file contenuti nel bundle, su ogni target dichiarato, su un calcolatore che non è il vostro.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Pubblicare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sign in to the Store and create a token on the Tokens page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keep it in the environment of your shell: never in a file, never in Git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PRG32_STORE_URL="https://store.prg32.uniparthenope.it"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PRG32_STORE_TOKEN="paste-your-token-here"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submit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publish-bundle ~/verm1/verm1-1.0.0.zip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--store-url "$PRG32_STORE_URL" --token "$PRG32_STORE_TOKEN"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token siete voi: chi lo possiede pubblica a vostro nome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un segreto: non nel sorgente, non in una schermata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L'invio resta in attesa finché un redattore non lo approva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 o mostrato per errore: revocatelo e createne uno nuovo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526350" y="91440"/>
            <a:ext cx="4116705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26350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4366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910398" y="91440"/>
            <a:ext cx="36960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impacchettare e pubblicare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138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Verm1, avviato dai file del bundle: su ogni host il titolo, l'icona e i crediti sono quelli del manifesto.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3563874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3441954"/>
            <a:ext cx="5468112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A avvia una partita; guidate con il joystick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verm1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5968" y="1417320"/>
            <a:ext cx="4297680" cy="42976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unzip the bundle into an empty folder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~/verm1-test &amp;&amp; cd ~/verm1-test &amp;&amp; unzip ~/verm1/verm1-1.0.0.zip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in PRG32-QT: import verm1-esp32c6.prg32 from that folder, Run Cartridge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or, from the PRG32 folder: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~/verm1-test/verm1-esp32c6.prg32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the title, the icon and the credits must be those of your manifest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read back what the cartridge for QEMU declares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store inspect-metadata ~/verm1-test/verm1-qemu.prg32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it into the flash image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~/verm1-test/verm1-qemu.prg32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the cartridge of the bundle for the board, and start 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~/verm1-test/verm1-esp32c6.prg32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play one whole game with the real joystick and speaker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verm1;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vostra release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Scegliete il vostro id e il vostro titolo, scrivete manifest e colophon per la vostra variante di Verm1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47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429256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Disegnate la vostra icona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546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3136392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Compilate, allegate, ispezionate, confezionate: producete il vostro bundle e superate la lista di controllo con un collega come revisore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1666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4148328"/>
            <a:ext cx="10436047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volete il vostro gioco sullo scaffale: pubblicatelo, e mandate il link alla classe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bundle del vostro gioco, rivisto da un collega con la lista di controllo.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Verm1 sul Cartridge Store: il codice</dc:title>
  <dc:subject>Lezione 23</dc:subject>
  <dc:creator>Raffaele Montella</dc:creator>
  <cp:lastModifiedBy>Raffaele Montella</cp:lastModifiedBy>
  <cp:revision>1</cp:revision>
  <dcterms:created xsi:type="dcterms:W3CDTF">2026-10-16T20:22:26Z</dcterms:created>
  <dcterms:modified xsi:type="dcterms:W3CDTF">2026-10-16T20:22:26Z</dcterms:modified>
</cp:coreProperties>
</file>