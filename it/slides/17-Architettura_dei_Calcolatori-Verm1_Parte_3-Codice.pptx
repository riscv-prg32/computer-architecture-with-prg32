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1dccb343-d94f-90e8-6d2e-5f2268664b7e}">
          <p14:sldIdLst>
            <p14:sldId id="256"/>
            <p14:sldId id="257"/>
          </p14:sldIdLst>
        </p14:section>
        <p14:section name="I listati" id="{1cd903a2-7722-3394-c3ef-c78d8cd5e835}">
          <p14:sldIdLst>
            <p14:sldId id="258"/>
          </p14:sldIdLst>
        </p14:section>
        <p14:section name="Passo 1: la memoria del gioco" id="{3c345c91-c2f8-0841-eaac-958e00e3b618}">
          <p14:sldIdLst>
            <p14:sldId id="259"/>
            <p14:sldId id="260"/>
            <p14:sldId id="261"/>
          </p14:sldIdLst>
        </p14:section>
        <p14:section name="Passo 2: tre stati" id="{61147961-89b6-9948-06dc-4b8cf7719ace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asso 3: un verme in memoria" id="{34f3c044-ca4e-aa72-148e-85810c57df38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asso 4: le regole" id="{2218eab7-2c6c-8470-a4a5-16318cc65a04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Passo 5: guardare la memoria muoversi" id="{0d35dba8-fb10-49b2-dd29-b3b3a564a41d}">
          <p14:sldIdLst>
            <p14:sldId id="284"/>
            <p14:sldId id="285"/>
            <p14:sldId id="286"/>
          </p14:sldIdLst>
        </p14:section>
        <p14:section name="Eseguire e provare" id="{1f1d1c5e-7ea6-7cbd-06a6-b78ae4bc22dd}">
          <p14:sldIdLst>
            <p14:sldId id="287"/>
            <p14:sldId id="288"/>
            <p14:sldId id="289"/>
            <p14:sldId id="290"/>
            <p14:sldId id="291"/>
          </p14:sldIdLst>
        </p14:section>
        <p14:section name="Esercizi" id="{39ccc54a-a09a-d26d-f995-88a727bd62d8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17.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gli array in memoria; macchine a stati finiti; .text, .rodata, .data; latch e flip-flop; la virgola fissa. DA UTILIZZARE OGGI: la convenzione di chiamata (Lezione 18) e, usati senza essere studiati nel corso, gli strumenti di PRG32, il debugger di PRG32-QT.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riferimento è ~/arc12/verm1/verm1_part3.S; tools/tests/verm1_check.py lo compila e lo gioca con un giocatore programmato, e verm1_steps.py esegue i punti di controllo intermedi.
Per il docente: Procurarsi il codice una volta: git clone https://github.com/riscv-prg32/computer-architecture-with-prg32 ~/arc12. Il programma di riferimento è ~/arc12/verm1/verm1_part3.S; tools/tests/verm1_check.py lo compila e lo gioca con un giocatore programmato, e verm1_steps.py esegue i punti di controllo intermedi.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soliti due comandi. Oggi il file cambia moltissimo, quindi non aspettate la fine per compilare: compilate ed eseguite dopo ogni slide intitolata «Eseguite». Se qualcosa si rompe, l'errore sta nelle righe aggiunte dopo l'ultima esecuzione.
DA UTILIZZARE OGGI: gli strumenti di PRG32 (si usa, non si studia, in questo corso).
Per il docente: Gli stessi due comandi. Oggi il file cambia molto: compilare dopo ogni slide che dice Eseguite, non solo alla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nuove costanti sostituiscono quelle della Parte 2. BODY è un verde più scuro per i segmenti dietro la testa. BTN_A è la maschera del pulsante A, il bit 4 della parola dei pulsanti. I tre stati sono semplicemente i numeri 0, 1 e 2, con un nome. Le righe .section e .global, che chiudevano questo blocco, passano alla slide successiva.
DA COMPRENDERE OGGI: macchine a stati finiti.
Per il docente: Sostituite le costanti della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sezione di sola lettura: tre stringhe, per il titolo, l'invito e il game over, e le due tabelle dx e dy della Parte 2. Il programma qui non scrive mai. Sulla scheda questa sezione potrebbe restare nella flash; è la parte della cartuccia che sopravvivrebbe a uno spegnimento.
DA COMPRENDERE OGGI: .text, .rodata, .data.
Per il docente: Sostituite la .rodata della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sezione delle variabili. head_x e head_y sono sparite: la testa ora vive nell'anello. La direttiva .space riserva un certo numero di byte senza dare un nome a ciascuno: 256 per body_x, 256 per body_y, 960 per la mappa. best contiene il punteggio migliore: sopravvive da una partita alla successiva, ma non a uno spegnimento, perché vive in RAM. Una cartuccia portabile non ha una memoria permanente propria: un limite onesto.
DA COMPRENDERE OGGI: .text, .rodata, .data.
Per il docente: Sostituite la .data della Parte 2. Tutto ciò che sta qui si perde quando la cartuccia viene scaricata: Lezione 16. Un punteggio migliore che sopravviva richiede memoria permanente, che una cartuccia portabile non ha: un limite 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verm1_init ora fa una cosa sola: sceglie il primo stato, TITLE. Preparare la partita è compito di una funzione nuova, new_game, chiamata quando il giocatore preme A. Cancellate dal vostro file le vecchie verm1_update, step e verm1_draw: le prossime slide le sostituiscono. Tenete place_food, eat_sound e draw_cell.
DA COMPRENDERE OGGI: macchine a stati finiti.
Per il docente: Sostituite verm1_init. Cancellate dal vostro file verm1_update, step e verm1_draw della Parte 2: le prossime slide le sostituiscono. Tenete place_food, eat_sound e draw_cell.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metà della nuova verm1_update legge i pulsanti e ne calcola i fronti. s0 contiene i pulsanti di questo frame; prev_btn, in memoria, quelli del frame precedente. L'espressione «adesso AND NOT prima» dà un 1 solo nelle posizioni in cui una pressione è appena cominciata, e il risultato va in s1. Poi si aggiorna prev_btn. È il rilevatore di fronte della Lezione 13: un registro che ritarda di un clock, e una porta AND con un ingresso invertito.
DA COMPRENDERE OGGI: latch e flip-flop. DA UTILIZZARE OGGI: la convenzione di chiamata (si studia nella Lezione 18).
Per il docente: Il rilevatore di fronte della Lezione 13: un flip-flop e una porta AND con un ingresso invertito. Qui il flip-flop è una parola di memoria e il clock è il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seconda metà è la tabella delle transizioni, riga per riga. Lo stato si legge per primo, e decide chi guarda gli ingressi. In TITLE una nuova pressione di A chiama new_game. In OVER una nuova pressione di A memorizza TITLE. In PLAY si passano a play_update i pulsanti tenuti premuti, i livelli e non i fronti, perché la guida deve funzionare mentre un pulsante resta giù. Qui le etichette hanno un nome, u_play, u_start, u_done, perché con i numeri sarebbe difficile orientarsi.
DA COMPRENDERE OGGI: macchine a stati finiti.
Per il docente: È il resto di verm1_update: la tabella delle transizioni, riga per riga. Da OVER a TITLE si memorizza soltanto il nuovo stato; da TITLE a PLAY si chiama new_game, che memorizza PLAY da 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verm1_draw mostra un'immagine diversa in ogni stato. La riga del titolo si disegna sempre. In TITLE compare solo l'invito PRESS A, centrato: 132 è la x che centra sette caratteri da 8 pixel. In PLAY e OVER la funzione disegna punteggio, verme e cibo. Notate che draw non modifica nulla: la sua uscita dipende solo dallo stato e dalla memoria, come in una macchina di Moore.
DA COMPRENDERE OGGI: macchine a stati finiti.
Per il docente: Sostituite verm1_draw. L'uscita dipende solo dallo stato e dalla memoria: draw non modifica nulla.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fine di verm1_draw: nello stato OVER si scrivono due parole sopra la scena. Una piccola funzione di servizio, draw_text, riempie i due argomenti di colore, bianco su nero, e lascia passare i primi tre, così ogni chiamata per disegnare testo richiede due righe in meno. Funzioni di servizio come questa rendono un programma più corto e più facile da modificare.
DA COMPRENDERE OGGI: macchine a stati finiti.
Per il docente: La fine di verm1_draw, e una piccola funzione di servizio che toglie due righe da ogni chiamata di testo.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stub: funzioni che esistono solo di nome e ritornano subito, tranne new_game, che memorizza soltanto PLAY. Grazie a loro il programma si compila e la macchina si può provare prima che le sue parti siano scritte. È il metodo della prima lezione: si parte da funzioni che non fanno nulla, poi si aggiunge una cosa alla volta.
Per il docente: Si parte da funzioni che ritornano senza fare nulla, poi si aggiunge una cosa alla volta: il metodo della prima lezione. Questo programma intermedio è compilato ed eseguito da tests/verm1_steps.py.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Eseguite. Vedete la riga del titolo e PRESS A. Premete A: l'invito scompare e nell'angolo in alto a sinistra compare una cella rossa, perché le variabili del cibo valgono ancora zero. Nulla si muove e la partita non può finire: PLAY non ha ancora regole. Nel debugger trovate la variabile state e guardatela passare da 0 a 1 quando premete A: la macchina funziona, ed è vuota.
Per il docente: Il cibo sta in (0, 0) perché food_x e food_y partono da zero e lo stub di new_game non chiama place_food.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metà della vera new_game. Un ciclo pone a zero i 960 byte della mappa, una sb alla volta. Poi si posa il verme: tre segmenti nelle colonne 3, 4 e 5 della riga 12. Ogni segmento è scritto due volte: colonna e riga nell'anello, e un 1 nella mappa. L'espressione grid+12*COLS è calcolata dall'assemblatore. Poiché ogni elemento è un byte, l'indice si somma all'indirizzo base senza alcuno scorrimento.
DA COMPRENDERE OGGI: gli array in memoria.
Per il docente: grid+12*COLS è calcolato dall'assemblatore: l'indirizzo del primo byte della riga 12. sb memorizza un byte; l'indice si somma all'indirizzo base, senza scorrimento perché ogni elemento è un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seconda metà imposta le variabili: head_i vale 2 e length vale 3, che insieme descrivono il verme appena posato; direzione, timer e punteggio partono da zero; si piazza il primo cibo. L'ultima istruzione memorizza PLAY nello stato. L'ordine è voluto: la transizione è completa solo quando tutto è pronto.
DA COMPRENDERE OGGI: gli array in memoria.
Per il docente: La seconda metà di new_game. La transizione da TITLE a PLAY è completa solo quando tutto è pronto: lo stato si memorizza per ultimo.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draw_worm percorre l'anello all'indietro a partire dalla testa: il segmento numero i è l'elemento head_i - i, mascherato con 255. Colonna e riga si caricano con lbu, che legge un byte come numero senza segno, e si passano a draw_cell. Il segmento 0, la testa, è disegnato in un verde più chiaro degli altri. Il ciclo finisce quando i raggiunge la lunghezza.
DA COMPRENDERE OGGI: gli array in memoria.
Per il docente: lbu e non lb: una colonna è un numero da 0 a 39, mai negativo. Con lb un byte da 200 in su diventerebbe negativo: Lezione 05. Qui funzionerebbero entrambe; lbu dice ciò che intendiamo.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draw_score è il ciclo che nella Parte 2 stava dentro verm1_draw, ora una funzione a sé: una piccola tacca per ogni punto. Usa s0 come contatore, quindi lo salva all'inizio e lo ripristina alla fine.
DA UTILIZZARE OGGI: la convenzione di chiamata (si studia nella Lezione 18).
Per il docente: Lo stesso ciclo che nella Parte 2 stava dentro verm1_draw.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 quattro stub ne resta uno: play_update, che ancora non fa nulla. Il verme esiste in memoria e sullo schermo, e sta fermo.
Per il docente: Dei quattro precedenti resta solo questo stub.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Eseguite e premete A: un verme di tre celle nella riga 12, con la testa più chiara a destra, e il cibo in una cella a caso. Ora guardate la memoria con il debugger. All'indirizzo di body_x i primi byte sono 03 04 05. Nella mappa, alla riga 12 per 40 più 3, ci sono tre byte a 01 in un mare di zeri. State guardando le due strutture della presentazione della lezione, l'anello e la mappa, riempite.
Per il docente: Per trovare l'indirizzo di body_x: fermarsi all'inizio di draw_worm e avanzare finché la t0, body_x è stata eseguita; t0 lo contiene. grid sta 512 byte dopo body_x; la riga 12 comincia 480 byte dopo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play_update è la vostra verm1_update della Parte 2 con un nome nuovo: i quattro test dei pulsanti e la regola dell'inversione a U. Una differenza: i pulsanti arrivano come argomento in a0, quindi non c'è alcuna chiamata per leggerli.
DA COMPRENDERE OGGI: la virgola fissa.
Per il docente: Si prende il corpo della vecchia verm1_update: si toglie la chiamata a prg32_input_read e si rinomina la funzione.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fine di play_update è esattamente il timer della Parte 2: si somma la velocità, e quando si è accumulata una cella intera si chiama step.
DA COMPRENDERE OGGI: la virgola fissa.
Per il docente: La fine di play_update.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L'inizio di step. Tre registri devono conservare il valore attraverso le chiamate che seguono: s0 e s1 per la cella della nuova testa, s2 per il risultato del test del cibo. Il frame salva quindi ra e tre registri s. La ricerca di dx e dy è quella della Parte 2.
DA UTILIZZARE OGGI: la convenzione di chiamata (si studia nella Lezione 18).
Per il docente: Il frame ha posto per quattro parole: ra e tre registri salvati.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Dove sarà la testa? La testa attuale è l'elemento head_i dell'anello: colonna e riga si caricano con lbu, si sommano dx e dy, e il risultato rientra ai bordi come nella Parte 2. La nuova cella ora sta in s0 e s1. Non è stato scritto nulla: prima il programma deve guardare.
DA COMPRENDERE OGGI: gli array in memoria.
Per il docente: La nuova cella è soltanto calcolata, in s0 e s1. La scrittura viene dopo il test di collisione.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Mangiare, o muovere la coda. Il comparatore della Parte 2 lascia il risultato in s2: zero se la nuova testa è sul cibo. Se il verme mangia, la lunghezza cresce di uno e la coda resta dov'è. Se no, la coda deve andarsene: il suo elemento è head_i - length + 1, e se ne caricano colonna e riga. Crescere e non muovere la coda sono la stessa cosa: è tutto qui il trucco di Snake.
DA COMPRENDERE OGGI: gli array in memoria.
Per il docente: Crescere e non muovere la coda sono la stessa cosa: è tutto qui il trucco di Snake. t3 e t4 ricevono colonna e riga della coda.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 la mappa. Il numero di un byte è riga per 40 più colonna, calcolato con mul e add. Prima si azzera il byte della coda; poi si esamina il byte della nuova testa. L'ordine conta: nello stesso passo la coda si sposta, quindi la testa può entrare nella cella che la coda ha appena lasciato. Se il byte vale 1 il verme si è morso: lo stato diventa OVER e il punteggio migliore viene aggiornato.
DA COMPRENDERE OGGI: gli array in memoria.
Per il docente: L'ordine conta: liberare la coda prima del test permette al verme di inseguire la propria coda, come nel gioco originale. mul richiede l'estensione M di RISC-V, che l'ESP32-C6 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la cella è libera, si scrive la nuova testa: un 1 nella mappa, head_i più 1 mascherato con 255, e colonna e riga nel nuovo elemento dell'anello. Poi, se s2 vale zero, la ricompensa: un punto, nuovo cibo, un suono. Dopo una collisione la funzione salta tutto questo, così lo schermo mostra il verme com'era prima del passo fatale.
DA COMPRENDERE OGGI: gli array in memoria.
Per il docente: La fine di step. Dopo una collisione la funzione salta direttamente all'etichetta 9: non si scrive nulla, e lo schermo mostra il verme com'era prima del passo fatale.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place_food viene corretta: estrae una cella a caso, guarda il suo byte nella mappa, e se la cella è occupata estrae di nuovo, finché non ne esce una libera. La colonna aspetta in s0 mentre si chiede il secondo numero casuale. Il ciclo è breve: anche con il verme più lungo servono in media meno di due tentativi.
DA UTILIZZARE OGGI: la convenzione di chiamata (si studia nella Lezione 18).
Per il docente: Sostituite place_food della Parte 2. Il ciclo finisce presto finché il verme è corto: con 255 celle su 960 la media è meno di due tentativi.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Eseguite: questo è Verm1, Parte 3. Il verme segue la testa e cresce a ogni pasto; girare contro il corpo fa finire la partita; A riporta al titolo, e A di nuovo avvia una nuova partita. Le due schermate vengono dal test automatico: sette celle e quattro tacche dopo quattro pasti, e la schermata di game over.
Per il docente: Schermate prodotte da tools/tests/verm1_check.py.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funzioni non sono cambiate rispetto alla Parte 2: eat_sound e draw_cell. Sono ristampate nelle due slide successive, con la scritta INVARIATO, così questa presentazione contiene l'intero programma. Il file completo è la somma delle slide con NUOVO e MODIFICATO, più queste due.
Per il docente: File di riferimento di questa parte: verm1/verm1_part3.S (435 righe).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eat_sound, come nella Parte 2: cinque argomenti e una chiamata a prg32_audio_note, per una nota di 60 millisecondi.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draw_cell, come nella Parte 2: entrano colonna, riga e colore, le coordinate della cella sono convertite in pixel, e si disegna un rettangolo.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modifiche vostre. Muri: il verme muore al bordo invece di rientrare. Un verme più lungo all'inizio, magari in funzione del punteggio migliore. Veleno: una seconda cella, blu, che accorcia il verme di una cella. E il punteggio migliore mostrato come tacche nella schermata di game over. Ognuna tocca una o due funzioni. Prima tenete una copia della Parte 3 funzionante.
Per il docente: Muri: in step-head, sostituire ogni rientro con un salto al codice che memorizza OVER. Veleno: muovere la coda due volte in un passo, azzerando entrambi i byte della mappa, senza mai scendere sotto length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17: Verm1, parte 3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Verm1, parte 3: un corpo, regole e stati: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17-Architettura_dei_Calcolatori-Verm1_Parte_3.pptx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71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884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25 listati della Lezione 17,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60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577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è il vostro verm1.S; il riferimento è verm1/verm1_part3.S, 435 righe, mostrato qui regione per regione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50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9671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539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8356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500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73176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lavoro, di nuovo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build the cartridge (from your PRG32 folder, toolchain active)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verm1 --out ~/verm1/verm1.prg32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send it to PRG32-QT, running on the same computer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~/verm1/verm1.prg32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in PRG32-QT, import the file verm1.prg32 and choose Run Cartridge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Costanti: un pulsante, un colore, tre stati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0x0000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RGB565 colours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0x07e0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BODY,  0x03e0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body: a darker green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0xf800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food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CELL,  8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cell is 8 x 8 pixels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COLS,  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ROWS, 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TOP,   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SPEED_Q8, 40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40/256 of a cell per frame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BTN_LEFT,  0x01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BTN_RIGHT, 0x02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BTN_UP,    0x04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BTN_DOWN,  0x08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BTN_A,     0x10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DIR_RIGHT, 0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bit 0 = vertical, bit 1 = backwards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DIR_DOWN, 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DIR_LEFT, 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DIR_UP,   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TITLE, 0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three states of the game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PLAY, 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OVER,  2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un verde più scuro, 0x03e0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BTN_A è il bit 4 della parola dei pulsanti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stati sono numeri: 0, 1,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righe .section e .global passano alla slide successiva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.rodata: ciò che resta nel 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constants: they stay in the cartridge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    .asciz "VERM1"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press_a:   .asciz "PRESS 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game_over: .asciz "GAME OVER"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dx:        .word  1, 0, -1,  0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right, down, left,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dy:        .word  0, 1,  0, -1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stringhe e le due tabelle della Parte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lettura: il programma qui non scrive mai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 scheda potrebbe restare nella flash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.text, .rodata, .data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.data: ciò che vive in 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  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variables: they live in RAM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    .word TITLE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prev_btn:  .word 0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buttons one frame ago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dir:   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want:  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step_q8: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best:      .word 0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lost when the power goes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food_x: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food_y: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head_i:    .word 0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the head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length:    .word 0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number of cells of the worm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body_x:    .space 256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ring: one byte per segment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body_y:    .space 256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grid:      .space COLS*ROWS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byte per cell: 1 = worm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head_x e head_y sono sparite: la testa sta nell'anello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.space riserva byte senza dare un nome a ciascuno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+ 256 + 960 byte: il verme e il suo mondo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sopravvive a una partita, non a uno spegnimento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.text, .rodata, .data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init: si parte dal titolo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verm1_init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verm1_update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verm1_draw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verm1_init: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on the title screen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prev_btn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sceglie soltanto il primo stato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partita vera e propria la prepara new_game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nuovo una foglia: nessun frame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update: i pulsanti, e i loro fronti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verm1_update: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4(sp)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buttons held in this frame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prev_btn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buttons held one frame ago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 t1, t1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s1, s0, t1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s1 = buttons pressed just now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pulsanti adesso; prev_btn = pulsanti di un frame fa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prev_btn è un registro: ritarda di un frame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adesso AND NOT prima: 1 solo dove una pressione è cominciata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e s1 devono sopravvivere alle chiamate: salvati nel frame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014929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1492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945" y="128016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398977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update: un ramo per stato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present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PLAY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t1, t2, u_play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s1, BTN_A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or OVER: wait for a new press of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u_done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t1, t2, u_start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 --A--&gt; 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u_done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u_start: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new_game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--A--&gt; PLAY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u_done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u_play: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play_update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u_done: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4(sp)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si legge per primo: decide chi guarda gli ingressi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e OVER reagiscono solo a una nuova pressione di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passa a play_update i pulsanti tenuti premuti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Etichette con un nome: u_play, u_start, u_done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draw: che cosa mostrare in ogni stato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verm1_draw: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t2, 1f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132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TITLE: only an invitation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press_a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2f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draw_score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 and OVER: the whole scene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draw_worm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draw_cell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riga del titolo si disegna sempre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solo l'invito, PRESS 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e OVER: punteggio, verme, cibo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132 centra 7 caratteri da 8 pixel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draw: il game over, e draw_text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t2, 2f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game_over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draw_text:      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x, a1 = y, a2 = address of the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aggiunge due parole sopra la scena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draw_text: bianco su nero, scritto una volta sola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Riempie a3 e a4 e lascia passare a0-a2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ora: quattro funzioni che non fanno nulla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new_game: 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temporary: only change the state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play_update: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temporary: nothing moves yet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draw_score: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draw_worm: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Stub: i nomi esistono, quindi il programma si compila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new_game cambia soltanto lo stato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passi 3 e 4 li sostituiscono uno alla volta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una macchina con niente dentro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ed eseguite: la riga del titolo e PRESS A al centro dello schermo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459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276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A: l'invito scompare. Nell'angolo in alto a sinistra c'è una cella rossa: il cibo, alla colonna 0 della riga 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62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2379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 si muove e la partita non può finire: PLAY non ha ancora regole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debugger trovate la variabile state e guardatela passare da 0 a 1 quando premete 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del titolo, poi un campo vuoto con una cella rossa in alto a sinistra.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new_game: svuotare la mappa, posare il verme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new_game: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COLS*ROWS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sb   zero, 0(t0)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empty the grid, one byte per cell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t0, t0,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-1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t1, 1b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0 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= 0, 1, 2: three cells in row 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la   t0, body_x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t1,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t2,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columns 3, 4,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t3,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grid+12*COLS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t3,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mark the cell as occupied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t1, t3, 2b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con questo lo stub di new_game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 byte posti a zero, una sb alla volta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segmenti: colonne 3, 4, 5 della riga 12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è scritto due volte: nell'anello e nella mappa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new_game: le variabili, il cibo, PLAY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 is entry 2 of the ring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length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step_q8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place_food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head_i = 2 e length = 3 descrivono il verme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Direzione, timer e punteggio partono da zero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L'ultima cosa: lo stato diventa PLAY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draw_worm: percorrere l'anello all'indietro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draw_worm: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i: segment 0 is the 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length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s0, t1, 3f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t1, t1, s0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255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segment 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a0,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BODY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s0, 2f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GREEN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 is brighter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call draw_cell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1b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lw   s0, 8(sp)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con questo lo stub di draw_worm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segmento i è l'elemento head_i - i, AND 255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lbu carica un byte come numero senza segno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segmento 0 è la testa: un verde più chiaro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draw_score: le tacche della Parte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draw_score: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i: one mark per point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s0, t1,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s0,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56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56 + 4 * 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1b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lw   s0, 8(sp)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con questo lo stub di draw_score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della Parte 2, ora una funzione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s0, quindi lo salva e lo ripristina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 uno stub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play_update:           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temporary: nothing moves yet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play_update non fa ancora nulla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verme esiste, e sta fermo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un verme che sta fermo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ed eseguite, premete A: un verme di tre celle nella riga 12, colonne da 3 a 5, con la testa a destra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91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53085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cibo ora è in una cella a caso: new_game chiama place_food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578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3395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debugger scrivete l'indirizzo di body_x nel campo Memory: i primi byte sono 03 04 05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714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45312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Trovate grid + 12 x 40 + 3: tre byte a 01 in un mare di zeri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celle verdi, la più a destra più chiara; una cella rossa da qualche parte; nulla si muove.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play_update: la vostra update della Parte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play_update:    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buttons held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direction of the last step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wanted direction, so far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BTN_RIGHT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a0, BTN_DOWN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andi t3, a0, BTN_LEFT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3f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andi t3, a0, BTN_UP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4f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xor  t3, t2, t1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opposite directions differ in bit 1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t3, t4, 5f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U-turn: ignore the request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l'ultimo stub con questa slide e la successiva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guida della Parte 2, con un nome nuovo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pulsanti arrivano in a0: nessuna chiamata per leggerli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play_update: il timer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step_q8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SPEED_Q8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fraction of a cell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256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t1, t2, 6f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less than one whole cell: wait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t1, t1, t2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step   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whole cell: move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7f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sw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lw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Esattamente il timer della Parte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Accumulata una cella intera: si chiama step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tre registri da conservare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column of the new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4(sp)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s1 = row of the new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0(sp)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s2 = 0 when the worm eats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wanted direction is now the direction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 offset = direction * 4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dx[direction]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t3,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t3 = dy[direction]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s0, s1: la cella della nuova testa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zero quando il verme mangia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Devono sopravvivere a place_food: registri 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ricerca in tabella è quella della Parte 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dove sarà la testa?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t5,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t5 = ring index of the head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s0,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byte: the column of the head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s0, s0, t2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s0,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COLS-1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 the left edge: wrap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t4, COLS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t4,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la   t0, body_y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s1,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s1, s1, t3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s1, 3f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s1, ROWS-1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t4, ROWS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s1, t4, 4f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s1,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testa attuale è l'elemento head_i dell'anello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byte ciascuno per colonna e riga: lbu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sommano dx e dy, si rientra come nella Parte 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scrive ancora nulla: prima bisogna guardare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mangiare, o muovere la coda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t1, t1, s0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t2, t2, s1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s2, t1, t2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s2 = 0 if the new head is on the food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length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s2, 5f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eating: the tail moves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255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t1, t2, 5f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 is full: no more growth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eating: one cell longer, the tail stays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6f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la   t0, head_i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t2, t2,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t2, 255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the 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t3,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t4, 0(t0)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comparatore della Parte 2 lascia il risultato in s2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Mangiare: length + 1, la coda resta dov'è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mangiare: trovare la coda, elemento head_i - length + 1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255 celle il verme smette di crescere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step: liberare la coda, esaminare la testa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t5, COLS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t4, t4, t5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t4, t4, t3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number of the tail = row * 40 +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zero, 0(t0)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tail cell is free again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li   t5, COLS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t4, s1, t5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t4, t4, s0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number of the new head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7f 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free cell: go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OVER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worm bit itself: PLAY --&gt; OVER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t1, t2, 9f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new best 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9f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del byte = riga x 40 + colonna: mul e add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si azzera il byte della coda, poi si esamina quello della testa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Così la testa può entrare nella cella appena lasciata dalla coda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Occupata: lo stato diventa OVER, best viene aggiornato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step: scrivere la nuova testa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li   t1,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t1, 0(t0)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occupy the new 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255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 wraps after entry 255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s0, 0(t0)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the new head into the 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s1,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s2, 9f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place_food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eat_sound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  lw   s2, 0(sp)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4(sp)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segna la cella nella mappa: t0 punta ancora lì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head_i + 1, AND 255: l'anello si chiude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scrivono colonna e riga nel nuovo elemento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s2 vale zero: un punto, nuovo cibo, un suono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place_food: non sul verme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place_food: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COLS-1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prg32_random_number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a column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ROWS-1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prg32_random_number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COLS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t2, a0,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s0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t3,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t3, 1b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worm: try again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estrae una cella a caso, poi si guarda la mappa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Occupata: si estrae di nuovo, finché non esce una cella libera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colonna aspetta in s0 durante la seconda chiamata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Verm1, Parte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3931920"/>
          </a:xfrm>
          <a:prstGeom prst="roundRect">
            <a:avLst>
              <a:gd name="adj" fmla="val 18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072" y="1554480"/>
            <a:ext cx="4901184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663440"/>
            <a:ext cx="513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quattro pasti: sette celle e quattro tacche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33008" y="1417320"/>
            <a:ext cx="5410048" cy="3931920"/>
          </a:xfrm>
          <a:prstGeom prst="roundRect">
            <a:avLst>
              <a:gd name="adj" fmla="val 18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7" name="Image 1" descr="/Users/raffaelemontella/devel/riscv-prg32/computer-architecture-with-prg32/tools/assets/verm1_p3_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439" y="1554480"/>
            <a:ext cx="4901184" cy="3063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70168" y="4663440"/>
            <a:ext cx="513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verme si è morso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Atteso: il verme segue la testa e cresce; girare contro il corpo fa finire la partita; A riporta al titolo, A di nuovo avvia una nuova partita.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Appendice: due funzioni che non sono cambiate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107103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eat_sound e draw_cell sono quelle della Parte 2: tenetele come sono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55117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29256"/>
            <a:ext cx="1071036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nelle due slide successive, così questa presentazione contiene l'intero programma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75208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30168"/>
            <a:ext cx="1071036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completo è la somma delle slide con NUOVO e MODIFICATO, più queste due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eat_sound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eat_sound: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72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note: C5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60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di 60 millisecondi, come nella Parte 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draw_cell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draw_cell: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column, a1 = row, a2 = colour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a0, 3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column * 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a1, 3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TOP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row * 8 + 8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a4, a2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colour is the fifth argument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Colonna, riga e colore in ingresso; un rettangolo in uscita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una schermata del titolo; dopo A, un verme di tre celle che cresce di una a ogni pasto; mordere il corpo fa finire la partita, e A riporta al titolo.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avvia una partita; guidate con il joystick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verm1 --out verm1.prg32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verm1.prg32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verm1-qemu.prg32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verm1-qemu.prg32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verm1-esp32c6.prg32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verm1-esp32c6.prg32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verm1;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Fatelo vostro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Muri: il verme muore quando esce dallo schermo invece di rientrare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43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2260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Partite con un verme di cinque celle; poi fate dipendere la lunghezza iniziale dal punteggio migliore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578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3395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Veleno: una seconda cella, blu, che accorcia il verme di una cella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schermata di game over mostrate il punteggio migliore come tacche sulla seconda riga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modifica tocca una o due funzioni. Tenete una copia della Parte 3 funzionante: la Parte 4 parte da lì.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Verm1, parte 3: un corpo, regole e stati: il codice</dc:title>
  <dc:subject>Lezione 17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