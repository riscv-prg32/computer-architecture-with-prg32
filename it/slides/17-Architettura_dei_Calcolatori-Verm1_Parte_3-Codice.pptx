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3175ade-0706-cb89-a54d-36d863d7499f}">
          <p14:sldIdLst>
            <p14:sldId id="256"/>
            <p14:sldId id="257"/>
          </p14:sldIdLst>
        </p14:section>
        <p14:section name="I listati" id="{4d45fe9c-7081-49e6-8f74-3dbaa301f33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Eseguire e provare" id="{731cc8d7-ae52-47f8-7f27-e37713e8d2bd}">
          <p14:sldIdLst>
            <p14:sldId id="287"/>
            <p14:sldId id="288"/>
            <p14:sldId id="289"/>
            <p14:sldId id="290"/>
            <p14:sldId id="291"/>
          </p14:sldIdLst>
        </p14:section>
        <p14:section name="Esercizi" id="{e3049f54-4847-be03-d194-bc19c419d34c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17.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~/arc12/verm1/verm1_part3.S;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~/arc12/verm1/verm1_part3.S;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moltissimo, quindi non aspettate la fine per compilare: compilate ed eseguite dopo ogni slide intitolata «Eseguite». Se qualcosa si rompe, l'errore sta nelle righe aggiunte dopo l'ultima esecuzione.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semplicemente i numeri 0, 1 e 2, con un nome. Le righe .section e .global, che chiudevano questo blocco, passano alla slide successiva.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il game over, e le due tabelle dx e dy della Parte 2. Il programma qui non scrive mai. Sulla scheda questa sezione potrebbe restare nella flash; è la parte della cartuccia che sopravvivrebbe a uno spegnimento.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sparite: la testa ora vive nell'anello. La direttiva .space riserva un certo numero di byte senza dare un nome a ciascuno: 256 per body_x, 256 per body_y, 960 per la mappa. best contiene il punteggio migliore: sopravvive da una partita alla successiva, ma non a uno spegnimento, perché vive in RAM. Una cartuccia portabile non ha una memoria permanente propria: un limite onesto.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ora fa una cosa sola: sceglie il primo stato, TITLE. Preparare la partita è compito di una funzione nuova, new_game, chiamata quando il giocatore preme A. Cancellate dal vostro file le vecchie verm1_update, step e verm1_draw: le prossime slide le sostituiscono. Tenete place_food, eat_sound e draw_cell.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di questo frame; prev_btn, in memoria, quelli del frame precedente. L'espressione «adesso AND NOT prima» dà un 1 solo nelle posizioni in cui una pressione è appena cominciata, e il risultato va in s1. Poi si aggiorna prev_btn. È il rilevatore di fronte della Lezione 13: un registro che ritarda di un clock, e una porta AND con un ingresso invertito.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riga per riga. Lo stato si legge per primo, e decide chi guarda gli ingressi. In TITLE una nuova pressione di A chiama new_game. In OVER una nuova pressione di A memorizza TITLE. In PLAY si passano a play_update i pulsanti tenuti premuti, i livelli e non i fronti, perché la guida deve funzionare mentre un pulsante resta giù. Qui le etichette hanno un nome, u_play, u_start, u_done, perché con i numeri sarebbe difficile orientarsi.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in ogni stato. La riga del titolo si disegna sempre. In TITLE compare solo l'invito PRESS A, centrato: 132 è la x che centra sette caratteri da 8 pixel. In PLAY e OVER la funzione disegna punteggio, verme e cibo. Notate che draw non modifica nulla: la sua uscita dipende solo dallo stato e dalla memoria, come in una macchina di Moore.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si scrivono due parole sopra la scena. Una piccola funzione di servizio, draw_text, riempie i due argomenti di colore, bianco su nero, e lascia passare i primi tre, così ogni chiamata per disegnare testo richiede due righe in meno. Funzioni di servizio come questa rendono un programma più corto e più facile da modificare.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memorizza soltanto PLAY. Grazie a loro il programma si compila e la macchina si può provare prima che le sue parti siano scritte. È il metodo della prima lezione: si parte da funzioni che non fanno nulla, poi si aggiunge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Vedete la riga del titolo e PRESS A. Premete A: l'invito scompare e nell'angolo in alto a sinistra compare una cella rossa, perché le variabili del cibo valgono ancora zero. Nulla si muove e la partita non può finire: PLAY non ha ancora regole. Nel debugger trovate la variabile state e guardatela passare da 0 a 1 quando premete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pone a zero i 960 byte della mappa, una sb alla volta. Poi si posa il verme: tre segmenti nelle colonne 3, 4 e 5 della riga 12. Ogni segmento è scritto due volte: colonna e riga nell'anello, e un 1 nella mappa. L'espressione grid+12*COLS è calcolata dall'assemblatore. Poiché ogni elemento è un byte, l'indice si somma all'indirizzo base senza alcuno scorrimento.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imposta le variabili: head_i vale 2 e length vale 3, che insieme descrivono il verme appena posato; direzione, timer e punteggio partono da zero; si piazza il primo cibo. L'ultima istruzione memorizza PLAY nello stato. L'ordine è voluto: la transizione è completa solo quando tutto è pronto.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numero i è l'elemento head_i - i, mascherato con 255. Colonna e riga si caricano con lbu, che legge un byte come numero senza segno, e si passano a draw_cell. Il segmento 0, la testa, è disegnato in un verde più chiaro degli altri. Il ciclo finisce quando i raggiunge la lunghezza.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ogni punto. Usa s0 come contatore, quindi lo salva all'inizio e lo ripristina alla fine.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e premete A: un verme di tre celle nella riga 12, con la testa più chiara a destra, e il cibo in una cella a caso. Ora guardate la memoria con il debugger. All'indirizzo di body_x i primi byte sono 03 04 05. Nella mappa, alla riga 12 per 40 più 3, ci sono tre byte a 01 in un mare di zeri. State guardando le due strutture della slide 7 e della slide 8, riempite.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vostra verm1_update della Parte 2 con un nome nuovo: i quattro test dei pulsanti e la regola dell'inversione a U. Una differenza: i pulsanti arrivano come argomento in a0, quindi non c'è alcuna chiamata per leggerli.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il valore attraverso le chiamate che seguono: s0 e s1 per la cella della nuova testa, s2 per il risultato del test del cibo. Il frame salva quindi ra e tre registri s. La ricerca di dx e dy è quella della Parte 2.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l'elemento head_i dell'anello: colonna e riga si caricano con lbu, si sommano dx e dy, e il risultato rientra ai bordi come nella Parte 2. La nuova cella ora sta in s0 e s1. Non è stato scritto nulla: prima il programma deve guardare.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muovere la coda. Il comparatore della Parte 2 lascia il risultato in s2: zero se la nuova testa è sul cibo. Se il verme mangia, la lunghezza cresce di uno e la coda resta dov'è. Se no, la coda deve andarsene: il suo elemento è head_i - length + 1, e se ne caricano colonna e riga. Crescere e non muovere la coda sono la stessa cosa: è tutto qui il trucco di Snake.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Il numero di un byte è riga per 40 più colonna, calcolato con mul e add. Prima si azzera il byte della coda; poi si esamina il byte della nuova testa. L'ordine conta: nello stesso passo la coda si sposta, quindi la testa può entrare nella cella che la coda ha appena lasciato. Se il byte vale 1 il verme si è morso: lo stato diventa OVER e il punteggio migliore viene aggiornato.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più 1 mascherato con 255, e colonna e riga nel nuovo elemento dell'anello. Poi, se s2 vale zero, la ricompensa: un punto, nuovo cibo, un suono. Dopo una collisione la funzione salta tutto questo, così lo schermo mostra il verme com'era prima del passo fatale.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viene corretta: estrae una cella a caso, guarda il suo byte nella mappa, e se la cella è occupata estrae di nuovo, finché non ne esce una libera. La colonna aspetta in s0 mentre si chiede il secondo numero casuale. Il ciclo è breve: anche con il verme più lungo servono in media meno di due tentativi.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questo è Verm1, Parte 3. Il verme segue la testa e cresce a ogni pasto; girare contro il corpo fa finire la partita; A riporta al titolo, e A di nuovo avvia una nuova partita. Le due schermate vengono dal test automatico: sette celle e quattro tacche dopo quattro pasti, e la schermata di game over.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non sono cambiate rispetto alla Parte 2: eat_sound e draw_cell. Sono ristampate nelle due slide successive, con la scritta INVARIATO, così questa presentazione contiene l'intero programma. Il file completo è la somma delle slide con NUOVO e MODIFICATO, più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per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entrano colonna, riga e colore, le coordinate della cella sono convertite in pixel, e si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Muri: il verme muore al bordo invece di rientrare. Un verme più lungo all'inizio, magari in funzione del punteggio migliore. Veleno: una seconda cella, blu, che accorcia il verme di una cella. E il punteggio migliore mostrato come tacche nella schermata di game over. Ognuna tocca una o due funzioni. Prima tenete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25 listati della Lezione 17,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verm1/verm1_part3.S, 435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schermata del titolo; dopo A, un verme di tre celle che cresce di una a ogni pasto; mordere il corpo fa finire la partita, e A riporta al titolo.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stati: il codice</dc:title>
  <dc:subject>Lezione 17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