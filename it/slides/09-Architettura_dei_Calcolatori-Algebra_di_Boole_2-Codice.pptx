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07f4422-98d7-9e11-d6ad-eff755b1e6e2}">
          <p14:sldIdLst>
            <p14:sldId id="256"/>
            <p14:sldId id="257"/>
          </p14:sldIdLst>
        </p14:section>
        <p14:section name="Riscaldamento sulla macchina" id="{4340f499-2fad-0a75-8b8f-b07fc53501df}">
          <p14:sldIdLst>
            <p14:sldId id="258"/>
          </p14:sldIdLst>
        </p14:section>
        <p14:section name="Ritorno alla macchina" id="{48325391-4652-ac9b-3549-3af8e92bd377}">
          <p14:sldIdLst>
            <p14:sldId id="259"/>
          </p14:sldIdLst>
        </p14:section>
        <p14:section name="Il programma completo" id="{768ef265-a300-23f8-cd51-cec5f59ffd14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Eseguire e provare" id="{b06cc883-7f65-d0ee-69dd-24d221772032}">
          <p14:sldIdLst>
            <p14:sldId id="266"/>
            <p14:sldId id="267"/>
            <p14:sldId id="268"/>
            <p14:sldId id="269"/>
            <p14:sldId id="270"/>
          </p14:sldIdLst>
        </p14:section>
        <p14:section name="Esercizi" id="{ade2430b-e15a-1775-ea78-fedd1e9637ff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09.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sommatore; le funzioni booleane; le forme canoniche; minimizzazione, Karnaugh.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~/arc12/code/l09.S;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~/arc12/code/l09.S;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somma di due bit può valere 0, 1 o 2, quindi il risultato richiede due bit. xor dà il bit basso, che vale 1 quando i due ingressi sono diversi; and dà il bit alto, il riporto, che vale 1 solo quando entrambi valgono 1. Il commento sotto il codice è una tabella di verità con due uscite: verificatene le quattro righe. Questa coppia di porte ha un nome, semisommatore. L'ultima nota enuncia il problema del giorno: qui le porte erano date; come si trovano quando si conosce solo la tabella?
DA COMPRENDERE OGGI: il sommatore.
Per il docente: Eseguirlo in PRG32-QT con le quattro coppie di ingressi. La Lezione 05 diceva che a un processore per l'aritmetica basta un addizionatore; questo è il suo primo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scritto come cinque istruzioni, una per porta: due xor per la somma, due and e una or per il riporto uscente. Il programma è lo schema, letto da sinistra a destra. Permette di esercitare entrambi i problemi della Lezione 08. Analisi: eseguitelo passo-passo in PRG32-QT per le otto combinazioni di ingresso e compilate la tabella di verità. Sintesi: ricavate queste porte dalla tabella. Con registri interi in ingresso, le stesse cinque righe lavorano su tutte e trentadue le posizioni di bit insieme.
DA COMPRENDERE OGGI: il sommatore.
Per il docente: Attività di laboratorio suggerita: un ciclo sulle otto combinazioni di ingresso che disegna i due bit di uscita come lampade, come nel laboratorio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Scrivete le forme canoniche delle due uscite del sommatore completo. Minimizzate il riporto uscente con una mappa di tre variabili e contate le porte risparmiate. Minimizzate una funzione di quattro variabili data come elenco di mintermini: ricordate gli angoli. Costruite NOT, AND e OR usando solo porte NAND e verificate ciascuno con una tabella di verità. Poi programmate il sommatore completo su PRG32 e mostratene le uscite come lampade per le otto combinazioni di ingresso.
Per il docente: Esercizio 3: F = B'D' + B'C' + A'C'D (gli angoli; le coppie in alto a sinistra e in basso a sinistra con le loro vicine; m1 con m5). Esercizio 2: la forma canonica di Cout ha quattro mintermini (3, 5, 6, 7); la mappa dà tre clausole di due letterali.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09: Algebra di Boole (2)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09-Architettura_dei_Calcolatori-Algebra_di_Boole_2.pptx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tetr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09,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code/l09.S, 107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 a un bit senza add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and a1 hold one bit each: 0 or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goal: compute a0 + a1, which needs two bits (0, 1 or 2)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low bit of the sum:  1 when the bits differ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high bit, the carry: 1 when both are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a1 | t1 t0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0 |  0  0        0 + 0 =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1 |  0  1        0 + 1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0 |  0  1        1 + 0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1 |  1  0        1 + 1 = 2  (binary 10)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istruzioni logiche sommano due bit: nessuna aritmetica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commento è una tabella di verità con due uscite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coppia di porte si chiama semisommatore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trovano le porte quando è data la tabella? È il metodo di oggi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sommatore completo, una porta per 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A, a1 = B, a2 = Cin   (each 0 or 1)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result: a3 = S, a4 = Cout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istruzioni, cinque porte: il programma è lo schema, letto da sinistra a destra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Analisi: eseguitelo passo-passo in PRG32-QT e compilate la tabella di verità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Sintesi: avete ricavato queste porte dalla tabella con il metodo di questa lezione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registri interi in ingresso, le stesse righe lavorano su tutte e trentadue le posizioni di bit insieme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09: Elements of Boolean Algebra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l09.S: a full adder, one gate per instruction, on its eight input combinations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eight rows, one per combination of A, B and Cin (000 at the top):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three lamps for the inputs on the left, then S and Cout on the right. It is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truth table of the full adder.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l09.S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l09 --name l09 --out l09.prg32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CYAN,   0x07ff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l09_update: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full_adder: a0 = A, a1 = B, a2 = Cin (each 0 or 1); result: a3 = S, a4 = Cout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full_adder: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lamp: a0 = column, a1 = row, a2 = bit (0 or 1), a3 = colour when the bit is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a2, 1f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slli a0, a0, 5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60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60 + 32 * column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t0, a1,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a1,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a1, a1, t0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 * row ...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a1, 1 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/ 2 = 20 * row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20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20 + 20 * row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tail call: rect returns to our caller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l09_draw: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row = the three inputs as a number, 0 to 7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a0, s0, 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a0, a0,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  = bit 2 of the row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s0,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a1, a1,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   = bit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s0,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Cin = bit 0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full_adder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a3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S and Cout: they are in a registers,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s2, a4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which the next calls destroy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0: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a2, s0,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1: 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a2,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2: Cin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4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4: 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5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5: Cout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otto righe, una per combinazione di A, B e Cin (000 in alto): tre lampade per gli ingressi a sinistra, poi S e Cout a destra. È la tabella di verità del sommatore completo.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l09 --out l09.prg32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l09.prg32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l09-qemu.prg32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l09-qemu.prg32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l09-esp32c6.prg32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l09-esp32c6.prg32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l09;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le forme canoniche P e S delle uscite S e Cout del sommatore completo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Cout con una mappa di Karnaugh di tre variabili. Quante porte risparmiate?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F = somma di m(0, 1, 2, 5, 8, 9, 10) con una mappa di quattro variabili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NOT, AND e OR usando solo NAND, e verificate ciascuno con una tabella di verità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Programmate il sommatore completo su PRG32 e mostrate S e Cout come lampade per le otto combinazioni di ingresso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Cout = AB + ACin + BCin. Su PRG32: otto coppie di lampade che riproducono la tabella di verità del sommatore completo.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Boole: il codice</dc:title>
  <dc:subject>Lezione 09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