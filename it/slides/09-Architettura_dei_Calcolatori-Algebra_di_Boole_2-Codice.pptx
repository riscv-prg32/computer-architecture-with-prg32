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2fdca25-d3bb-4ab3-dc44-b04a14ed9965}">
          <p14:sldIdLst>
            <p14:sldId id="256"/>
            <p14:sldId id="257"/>
          </p14:sldIdLst>
        </p14:section>
        <p14:section name="Riscaldamento sulla macchina" id="{dc151569-c60c-4572-1878-fee511fc24d5}">
          <p14:sldIdLst>
            <p14:sldId id="258"/>
          </p14:sldIdLst>
        </p14:section>
        <p14:section name="Ritorno alla macchina" id="{3e448f9c-999f-e6ee-6907-daf1ab26bc31}">
          <p14:sldIdLst>
            <p14:sldId id="259"/>
          </p14:sldIdLst>
        </p14:section>
        <p14:section name="Il programma completo" id="{ece35a24-2209-b925-4dd7-60c8402cd7b8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seguire e provare" id="{c6916dd0-b989-074f-9659-1c2c88c481f5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2bac4952-2eec-02c8-1e92-12bff6e407c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09.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~/arc12/code/l09.S;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~/arc12/code/l09.S;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di due bit può valere 0, 1 o 2, quindi il risultato richiede due bit. xor dà il bit basso, che vale 1 quando i due ingressi sono diversi; and dà il bit alto, il riporto, che vale 1 solo quando entrambi valgono 1. Il commento sotto il codice è una tabella di verità con due uscite: verificatene le quattro righe. Questa coppia di porte ha un nome, semisommatore. L'ultima nota enuncia il problema del giorno: qui le porte erano date; come si trovano quando si conosce solo la tabella?
Per il docente: Eseguirlo in PRG32-QT con le quattro coppie di ingressi. La Lezione 05 diceva che a un processore per l'aritmetica basta un addizionatore; questo è il suo primo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scritto come cinque istruzioni, una per porta: due xor per la somma, due and e una or per il riporto uscente. Il programma è lo schema, letto da sinistra a destra. Permette di esercitare entrambi i problemi della Lezione 08. Analisi: eseguitelo passo-passo in PRG32-QT per le otto combinazioni di ingresso e compilate la tabella di verità. Sintesi: ricavate queste porte dalla tabella. Con registri interi in ingresso, le stesse cinque righe lavorano su tutte e trentadue le posizioni di bit insieme.
Per il docente: Attività di laboratorio suggerita: un ciclo sulle otto combinazioni di ingresso che disegna i due bit di uscita come lampade, come nel laboratorio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le forme canoniche delle due uscite del sommatore completo. Minimizzate il riporto uscente con una mappa di tre variabili e contate le porte risparmiate. Minimizzate una funzione di quattro variabili data come elenco di mintermini: ricordate gli angoli. Costruite NOT, AND e OR usando solo porte NAND e verificate ciascuno con una tabella di verità. Poi programmate il sommatore completo su PRG32 e mostratene le uscite come lampade per le otto combinazioni di ingresso.
Per il docente: Esercizio 3: F = B'D' + B'C' + A'C'D (gli angoli; le coppie in alto a sinistra e in basso a sinistra con le loro vicine; m1 con m5). Esercizio 2: la forma canonica di Cout ha quattro mintermini (3, 5, 6, 7); la mappa dà tre clausole di due letterali.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09,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code/l09.S,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 a un bit senza add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and a1 hold one bit each: 0 or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goal: compute a0 + a1, which needs two bits (0, 1 or 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low bit of the sum:  1 when the bits differ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high bit, the carry: 1 when both are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a1 | t1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0 |  0  0        0 + 0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1 |  0  1        0 + 1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0 |  0  1        1 + 0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1 |  1  0        1 + 1 = 2  (binary 10)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istruzioni logiche sommano due bit: nessuna aritmetica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commento è una tabella di verità con due uscite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coppia di porte si chiama semisommatore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trovano le porte quando è data la tabella? È il metodo di oggi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sommatore completo, una porta per 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A, a1 = B, a2 = Cin   (each 0 or 1)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result: a3 = S, a4 = Cout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istruzioni, cinque porte: il programma è lo schema, letto da sinistra a destra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Analisi: eseguitelo passo-passo in PRG32-QT e compilate la tabella di verità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Sintesi: avete ricavato queste porte dalla tabella con il metodo di questa lezione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registri interi in ingresso, le stesse righe lavorano su tutte e trentadue le posizioni di bit insieme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09: Elements of Boolean Algebra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l09.S: a full adder, one gate per instruction, on its eight input combinations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eight rows, one per combination of A, B and Cin (000 at the top):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three lamps for the inputs on the left, then S and Cout on the right. It is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 table of the full adder.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l09.S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l09 --name l09 --out l09.prg32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CYAN,   0x07ff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full_adder: a0 = A, a1 = B, a2 = Cin (each 0 or 1); result: a3 = S, a4 = Cout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column, a1 = row, a2 = bit (0 or 1), a3 = colour when the bit is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60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60 + 32 * column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t0,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 * row ...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/ 2 =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tail call: rect returns to our caller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l09_draw: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row = the three inputs as a number, 0 to 7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a0, s0, 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  = bit 2 of the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s0,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a1, a1,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   = bit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Cin = bit 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full_adder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a3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S and Cout: they are in a registers,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s2, a4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the next calls destroy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0: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1: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2: Cin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4: 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5: Cout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otto righe, una per combinazione di A, B e Cin (000 in alto): tre lampade per gli ingressi a sinistra, poi S e Cout a destra. È la tabella di verità del sommatore completo.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l09 --out l09.prg32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l09;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le forme canoniche P e S delle uscite S e Cout del sommatore completo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Cout con una mappa di Karnaugh di tre variabili. Quante porte risparmiate?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F = somma di m(0, 1, 2, 5, 8, 9, 10) con una mappa di quattro variabili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NOT, AND e OR usando solo NAND, e verificate ciascuno con una tabella di verità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Programmate il sommatore completo su PRG32 e mostrate S e Cout come lampade per le otto combinazioni di ingresso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Cout = AB + ACin + BCin. Su PRG32: otto coppie di lampade che riproducono la tabella di verità del sommatore completo.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09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