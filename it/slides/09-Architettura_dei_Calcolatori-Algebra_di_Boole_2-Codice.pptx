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99566f5-97e7-a9b9-5ce6-750335f72e29}">
          <p14:sldIdLst>
            <p14:sldId id="256"/>
            <p14:sldId id="257"/>
          </p14:sldIdLst>
        </p14:section>
        <p14:section name="I listati" id="{8b88f2c3-73c2-04be-19f1-a4754c3c6abc}">
          <p14:sldIdLst>
            <p14:sldId id="258"/>
            <p14:sldId id="259"/>
          </p14:sldIdLst>
        </p14:section>
        <p14:section name="Il programma completo" id="{48bdf099-5045-5931-5c87-f25062e8ad86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seguire e provare" id="{3df8582d-9860-30f0-9790-d0c3551e36d1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db0ef5f9-7a37-c32a-fae9-e1beee293dbe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09.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~/arc12/code/l09.S;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~/arc12/code/l09.S;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di due bit può valere 0, 1 o 2, quindi il risultato richiede due bit. xor dà il bit basso, che vale 1 quando i due ingressi sono diversi; and dà il bit alto, il riporto, che vale 1 solo quando entrambi valgono 1. Il commento sotto il codice è una tabella di verità con due uscite: verificatene le quattro righe. Questa coppia di porte ha un nome, semisommatore. L'ultima nota enuncia il problema del giorno: qui le porte erano date; come si trovano quando si conosce solo la tabella?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una or per il riporto uscente. Il programma è lo schema, letto da sinistra a destra. Permette di esercitare entrambi i problemi della Lezione 08. Analisi: eseguitelo passo-passo in PRG32-QT per le otto combinazioni di ingresso e compilate la tabella di verità. Sintesi: ricavate queste porte dalla tabella. Con registri interi in ingresso, le stesse cinque righe lavorano su tutte e trentadue le posizioni di bit insieme.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le forme canoniche delle due uscite del sommatore completo. Minimizzate il riporto uscente con una mappa di tre variabili e contate le porte risparmiate. Minimizzate una funzione di quattro variabili data come elenco di mintermini: ricordate gli angoli. Costruite NOT, AND e OR usando solo porte NAND e verificate ciascuno con una tabella di verità. Poi programmate il sommatore completo su PRG32 e mostratene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09,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code/l09.S,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09: Elements of Boolean Algebra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l09.S: a full adder, one gate per instruction, on its eight input combinations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eight rows, one per combination of A, B and Cin (000 at the top):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three lamps for the inputs on the left, then S and Cout on the right. It is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 table of the full adder.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l09.S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l09 --name l09 --out l09.prg32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 0x07ff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full_adder: a0 = A, a1 = B, a2 = Cin (each 0 or 1); result: a3 = S, a4 = Cout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column, a1 = row, a2 = bit (0 or 1), a3 = colour when the bit is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60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60 + 32 * column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t0,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 * row ...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/ 2 =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tail call: rect returns to our caller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l09_draw: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row = the three inputs as a number, 0 to 7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a0, s0, 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  = bit 2 of the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s0,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a1, a1,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   = bit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Cin = bit 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full_adder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a3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S and Cout: they are in a registers,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s2, a4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the next calls destroy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0: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1: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2: Cin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4: 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5: Cout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otto righe, una per combinazione di A, B e Cin (000 in alto): tre lampade per gli ingressi a sinistra, poi S e Cout a destra. È la tabella di verità del sommatore completo.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l09 --out l09.prg32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l09;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09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