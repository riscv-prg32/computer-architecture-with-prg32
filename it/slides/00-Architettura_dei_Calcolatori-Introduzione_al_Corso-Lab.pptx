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96c4bb7-321d-36ff-9174-f7d8a84f7442}">
          <p14:sldIdLst>
            <p14:sldId id="256"/>
            <p14:sldId id="257"/>
          </p14:sldIdLst>
        </p14:section>
        <p14:section name="Materiale e primo contatto" id="{3e72dbe2-08ef-dfb2-8a87-e4e00d067411}">
          <p14:sldIdLst>
            <p14:sldId id="258"/>
          </p14:sldIdLst>
        </p14:section>
        <p14:section name="Il programma completo" id="{6dc06da8-3ffe-50b1-9f6f-ea489fc252d6}">
          <p14:sldIdLst>
            <p14:sldId id="259"/>
            <p14:sldId id="260"/>
          </p14:sldIdLst>
        </p14:section>
        <p14:section name="Eseguire e provare" id="{addd6f0a-2ce2-023f-dc9b-1eea80249989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00.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Per chi non ha mai programmato, alcune parole che questa presentazione usa. Il codice sorgente di un programma è il testo che una persona scrive. Il repository è la cartella online, su GitHub, in cui è conservato tutto il codice sorgente del corso insieme alla sua storia. La toolchain è l'insieme dei programmi che traducono il sorgente in una cartuccia. Il terminale è una finestra in cui si scrivono comandi invece di fare clic. Una porta, come la 8080, è una porta numerata attraverso cui un programma riceve messaggi da un altro. La memoria flash è quella che mantiene il contenuto anche senza alimentazione, come in una chiavetta USB. Nulla di questo va padroneggiato oggi: la Lezione 01 installa gli strumenti e insegna il terminale passo per passo, e la Lezione 02 insegna a leggere ogni riga del programma mostrato qui.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metodo: prima il programma; le regole del corso. DA UTILIZZARE OGGI: il programma completo, gli strumenti di PRG32 (si usa, non si studia, in questo corso). DA COMPRENDERE PIÙ AVANTI: i componenti di PRG32 (Lezione 01); RISC e un ISA aperto (Lezione 03); il progetto Verm1 (Lezione 07). Una slide senza etichetta è contesto: una storia, un esempio, una domanda, un esercizio.
Percorso. I risultati di oggi: (1) descrivere i quattro passi della spirale di apprendimento e dire perché la previsione viene prima dell'esecuzione; (2) enunciare le regole di valutazione: una prova intercorso, due parti d'esame da superare entrambe, nessun dispositivo e nessuna IA. Si appoggia su: niente: è la prima lezione. Prossimo passo: Lezione 01, PRG32 e PRG32-QT: allestire la propria officina.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preparazione per la prossima lezione, che è una sessione pratica di installazione. Ogni studente porta un portatile carico su cui ha il diritto di installare programmi, e deve aver già scaricato l'installatore di PRG32-QT per il proprio sistema operativo. Lo scaricamento di ESP-IDF è voluminoso e conviene avviarlo a casa, con una connessione affidabile, seguendo il README di PRG32. Se un passo non riesce, non vale la pena perderci una serata: il messaggio d'errore esatto, copiato alla lettera, è tutto ciò che serve per risolvere il problema in aula. Il risultato atteso è scritto in fondo alla slide: alla fine della Lezione 01 ogni studente ha PRG32-QT funzionante e ha compilato una cartuccia sulla propria macchina.
Per il docente: La Lezione 01 è l'installazione, passo per passo, per Windows, macOS e Linux. L'unica cosa che non si può fare in aula è scaricare ESP-IDF: qualche gigabyte per studente.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00: Introduzione al corso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 corso: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00-Architettura_dei_Calcolatori-Introduzione_al_Corso.pptx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listato nella Lezione 00: questa presentazione vi dà il programma da eseguire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code/l00.S, 46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della prossima lezione: installiamo tutto insieme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Portate il portatile, carico, con i permessi per installare programmi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l'installatore di PRG32-QT per il vostro sistema: github.com/riscv-prg32/PRG32-QT, Releases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casa, con una buona connessione, avviate lo scaricamento lungo: ESP-IDF, seguendo il README di github.com/riscv-prg32/PRG32 per il vostro sistema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qualcosa non va, non combattete da soli: portate il messaggio d'errore, lo risolviamo in aula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Inviate il vostro indirizzo per la cartella condivisa e compilate il questionario del Cappello Parlante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Arrivate alla Lezione 01 con gli scaricamenti fatti. In due ore ognuno esce con PRG32-QT funzionante e una cartuccia compilata sul proprio portatile.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l00.S (1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00: Course Introduction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l00.S: the first program of the course, to read before you can write 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word ARC12 in white on a blue screen, and under it HELLO, RISC-V.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l00.S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l00 --name l00 --out l00.prg32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BLUE,  0x001f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colour is a 16-bit number (Lecture 04)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l00_draw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l00_init: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once, when the cartridge starts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l00_update: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 per frame: nothing changes here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l00.S (2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l00_draw: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 per frame: paint the screen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function that calls others saves 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screen with one colour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140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x, in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88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ADDRESS of the text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BLUE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two strings, each ending with a zero byte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line1: .asciz "ARC12"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line2: .asciz "HELLO, RISC-V"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parola ARC12 in bianco su uno schermo blu, e sotto HELLO, RISC-V.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2385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116580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l00 --out l00.prg32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 corso: il codice</dc:title>
  <dc:subject>Lezione 00</dc:subject>
  <dc:creator>Raffaele Montella</dc:creator>
  <cp:lastModifiedBy>Raffaele Montella</cp:lastModifiedBy>
  <cp:revision>1</cp:revision>
  <dcterms:created xsi:type="dcterms:W3CDTF">2026-10-17T07:16:49Z</dcterms:created>
  <dcterms:modified xsi:type="dcterms:W3CDTF">2026-10-17T07:16:49Z</dcterms:modified>
</cp:coreProperties>
</file>