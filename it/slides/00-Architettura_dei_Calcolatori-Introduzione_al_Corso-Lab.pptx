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3401ce6b-8369-8b4f-b8da-6b67e4bd0052}">
          <p14:sldIdLst>
            <p14:sldId id="256"/>
            <p14:sldId id="257"/>
          </p14:sldIdLst>
        </p14:section>
        <p14:section name="Materiale e primo contatto" id="{d9f31408-1bbf-35a8-1874-8954b005c50e}">
          <p14:sldIdLst>
            <p14:sldId id="258"/>
          </p14:sldIdLst>
        </p14:section>
        <p14:section name="Il programma completo" id="{b758fed2-8b02-fbf2-0b34-6d42e4c849cd}">
          <p14:sldIdLst>
            <p14:sldId id="259"/>
            <p14:sldId id="260"/>
          </p14:sldIdLst>
        </p14:section>
        <p14:section name="Eseguire e provare" id="{ed47257d-77b4-6dce-0ed4-5782cb3d4687}">
          <p14:sldIdLst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00. Mentre la presentazione della lezione sviluppa i concetti, questa raccoglie tutto ciò che si scrive e si esegue: ogni listato con il suo commento, il programma completo della lezione, il risultato che deve produrre, e la procedura per provarlo su ciascuno dei tre host. Le due presentazioni vanno lette insieme: i concetti spiegano il codice, e il codice dà ai concetti una conseguenza osservabile.
Per chi non ha mai programmato, alcune parole che questa presentazione usa. Il codice sorgente di un programma è il testo che una persona scrive. Il repository è la cartella online, su GitHub, in cui è conservato tutto il codice sorgente del corso insieme alla sua storia. La toolchain è l'insieme dei programmi che traducono il sorgente in una cartuccia. Il terminale è una finestra in cui si scrivono comandi invece di fare clic. Una porta, come la 8080, è una porta numerata attraverso cui un programma riceve messaggi da un altro. La memoria flash è quella che mantiene il contenuto anche senza alimentazione, come in una chiavetta USB. Nulla di questo va padroneggiato oggi: la Lezione 01 installa gli strumenti e insegna il terminale passo per passo, e la Lezione 02 insegna a leggere ogni riga del programma mostrato qui.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il metodo: prima il programma; le regole del corso. DA UTILIZZARE OGGI: il programma completo, gli strumenti di PRG32 (si usa, non si studia, in questo corso). DA COMPRENDERE PIÙ AVANTI: i componenti di PRG32 (Lezione 01); RISC e un ISA aperto (Lezione 03); il progetto Verm1 (Lezione 07).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contenuto della presentazione, nell'ordine delle slide. Il programma della lezione è un file sorgente completo, che si può compilare ed eseguire così com'è. Il percorso consigliato è eseguirlo per primo, osservarne il comportamento, e poi tornare ai singoli listati per capire come ciascuna parte contribuisce a quel comportamento. Il programma di questa lezione è ~/arc12/code/l00.S;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~/arc12/code/l00.S;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preparazione per la prossima lezione, che è una sessione pratica di installazione. Ogni studente porta un portatile carico su cui ha il diritto di installare programmi, e deve aver già scaricato l'installatore di PRG32-QT per il proprio sistema operativo. Lo scaricamento di ESP-IDF è voluminoso e conviene avviarlo a casa, con una connessione affidabile, seguendo il README di PRG32. Se un passo non riesce, non vale la pena perderci una serata: il messaggio d'errore esatto, copiato alla lettera, è tutto ciò che serve per risolvere il problema in aula. Il risultato atteso è scritto in fondo alla slide: alla fine della Lezione 01 ogni studente ha PRG32-QT funzionante e ha compilato una cartuccia sulla propria macchina.
Per il docente: La Lezione 01 è l'installazione, passo per passo, per Windows, macOS e Linux. L'unica cosa che non si può fare in aula è scaricare ESP-IDF: qualche gigabyte per studente.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code/l00.S,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code/l00.S,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comportamento atteso del programma, e l'ingresso che richiede. Il risultato va previsto prima di eseguire: ogni differenza tra la previsione e lo schermo è un'informazione sul proprio modello della macchina, e conviene spiegarla prima di correggerla. L'immagine è stata prodotta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diretta: PRG32-QT sul proprio computer, in quattro passi, ciascuno con il suo comando. Per gli strumenti PRG32-QT si presenta come una scheda in ascolto sulla porta 8080, ed è per questo che il comando di caricamento nomina l'esp32c6. Con la modalità debug attiva si può fermare l'esecuzione su qualsiasi istruzione e ispezionare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 e caricata mentre QEMU non è in esecuzione. Il firmware si avvia sul menu Setup, da cui si scelgono Run Cartridge e lo slot. La tastiera è letta dal terminale da cui QEMU è stato avviato, non dalla finestra che mostra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 fisico. Il firmware si scrive una volta, via USB; da quel momento le cartucce viaggiano sul Wi-Fi con lo stesso comando di caricamento usato per PRG32-QT, indirizzato alla scheda. È l'unico host non esercitato dai test automatici, quindi le osservazioni fatte sulla scheda sono particolarmente preziose e vanno riferite.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frequenti, il loro significato e il rimedio. Il messaggio di errore va letto per intero prima di cambiare qualsiasi cosa: quasi sempre nomina la causa. Quando si chiede aiuto, vanno riportati alla lettera il comando e il messaggio completo.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00: Introduzione al corso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00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Introduzione al corso: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00-Architettura_dei_Calcolatori-Introduzione_al_Corso.pptx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prg32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4280535"/>
            <a:ext cx="2834640" cy="177165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listato nella Lezione 00: questa presentazione vi dà il programma da eseguire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code/l00.S, 46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 della prossima lezione: installiamo tutto insieme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Portate il portatile, carico, con i permessi per installare programmi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37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995424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Scaricate l'installatore di PRG32-QT per il vostro sistema: github.com/riscv-prg32/PRG32-QT, Releases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7266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754376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casa, con una buona connessione, avviate lo scaricamento lungo: ESP-IDF, seguendo il README di github.com/riscv-prg32/PRG32 per il vostro sistema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31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13328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qualcosa non va, non combattete da soli: portate il messaggio d'errore, lo risolviamo in aula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05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27228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Inviate il vostro indirizzo per la cartella condivisa e compilate il questionario del Cappello Parlante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Arrivate alla Lezione 01 con gli scaricamenti fatti. In due ore ognuno esce con PRG32-QT funzionante e una cartuccia compilata sul proprio portatile.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l00.S (1 di 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00: Course Introduction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l00.S: the first program of the course, to read before you can write it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the word ARC12 in white on a blue screen, and under it HELLO, RISC-V.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l00.S --portable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l00 --name l00 --out l00.prg32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BLUE,  0x001f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colour is a 16-bit number (Lecture 04)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WHITE, 0xffff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l00_init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l00_update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l00_draw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l00_init:   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called once, when the cartridge starts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l00_update: 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called once per frame: nothing changes here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l00.S (2 di 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l00_draw:     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called once per frame: paint the screen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function that calls others saves 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fill the screen with one colour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140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x, in pixels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88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line1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ADDRESS of the 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WHITE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foreground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BLUE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background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prg32_gfx_text8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104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104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line2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WHITE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BLUE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prg32_gfx_text8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.rodata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constants: two strings, each ending with a zero byte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line1: .asciz "ARC12"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line2: .asciz "HELLO, RISC-V"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la parola ARC12 in bianco su uno schermo blu, e sotto HELLO, RISC-V.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23850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116580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niente: il programma va da solo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~/arc12/code/l00.S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l00 --name l00 --out l00.prg32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l00.prg32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~/arc12/code/l00.S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l00 --name l00 --architecture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l00-qemu.prg32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l00-qemu.prg32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~/arc12/code/l00.S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l00 --name l00 --architecture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l00-esp32c6.prg32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l00-esp32c6.prg32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l00;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Introduzione al corso: il codice</dc:title>
  <dc:subject>Lezione 00</dc:subject>
  <dc:creator>Raffaele Montella</dc:creator>
  <cp:lastModifiedBy>Raffaele Montella</cp:lastModifiedBy>
  <cp:revision>1</cp:revision>
  <dcterms:created xsi:type="dcterms:W3CDTF">2026-10-16T23:36:44Z</dcterms:created>
  <dcterms:modified xsi:type="dcterms:W3CDTF">2026-10-16T23:36:44Z</dcterms:modified>
</cp:coreProperties>
</file>