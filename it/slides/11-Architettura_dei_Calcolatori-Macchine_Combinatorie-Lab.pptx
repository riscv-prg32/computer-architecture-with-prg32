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cc87641-09ab-9c8d-d234-53bd1bbb9222}">
          <p14:sldIdLst>
            <p14:sldId id="256"/>
            <p14:sldId id="257"/>
          </p14:sldIdLst>
        </p14:section>
        <p14:section name="Riscaldamento sulla macchina" id="{9076f0e1-5b7b-93c5-fdab-2519312b074a}">
          <p14:sldIdLst>
            <p14:sldId id="258"/>
          </p14:sldIdLst>
        </p14:section>
        <p14:section name="Decodificatori e codificatori" id="{02ad567d-3c7a-a035-a35c-0386379bc8ef}">
          <p14:sldIdLst>
            <p14:sldId id="259"/>
          </p14:sldIdLst>
        </p14:section>
        <p14:section name="Multiplexer e demultiplexer" id="{963be6aa-3315-da52-367e-b369cf0f434b}">
          <p14:sldIdLst>
            <p14:sldId id="260"/>
          </p14:sldIdLst>
        </p14:section>
        <p14:section name="Confrontare e controllare" id="{0b953bef-1cf1-0bbf-6edb-2785d3f40afe}">
          <p14:sldIdLst>
            <p14:sldId id="261"/>
          </p14:sldIdLst>
        </p14:section>
        <p14:section name="L'unità aritmetico-logica" id="{2ffb7da3-2dcf-0a87-9159-947aa844637c}">
          <p14:sldIdLst>
            <p14:sldId id="262"/>
          </p14:sldIdLst>
        </p14:section>
        <p14:section name="Il programma completo" id="{216e1fef-d5e3-62bd-8ff3-2fd62df57322}">
          <p14:sldIdLst>
            <p14:sldId id="263"/>
            <p14:sldId id="264"/>
            <p14:sldId id="265"/>
          </p14:sldIdLst>
        </p14:section>
        <p14:section name="Eseguire e provare" id="{fc6dc007-da68-077b-e3cf-9dbaf04df465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dd52b2f8-c24d-6f9b-d0fb-c47731befb1b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11.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multiplexer; le reti combinatorie; i codici; decoder ed encoder; comparatori e parità; l'ALU. DA UTILIZZARE OGGI: il programma completo, gli strumenti di PRG32 (si usa, non si studia, in questo corso). DA COMPRENDERE PIÙ AVANTI: macchine a stati finiti (Lezione 13).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a0 contiene un selettore da 0 a 3, e le quattro istruzioni sono l'accesso a un array della Lezione 04: si carica l'indirizzo della tabella, si moltiplica il selettore per 4, si somma, e si carica la parola selezionata. Lo stesso selettore dà sempre lo stesso colore, e nulla persiste da un uso al successivo. Questo comportamento, uscite determinate solo dagli ingressi presenti, definisce le macchine studiate oggi. In hardware questa macchina particolare è un multiplexer: quattro ingressi di dato, due bit di selezione, un'uscita. Il software impiega quattro istruzioni; l'hardware risponde in una frazione di nanosecondo.
DA COMPRENDERE OGGI: i multiplexer.
Per il docente: L'accesso al vettore della Lezione 04, letto come circuito. Nel processore la selezione è fatta da porte in molto meno di un nanosecondo; qui richiede quattro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decoder al lavoro nel processore. L'istruzione addi t1, t1, 1 contiene un campo di 5 bit, rd, con il numero del registro destinazione: 00110, cioè 6, il registro t1. Un decoder da 5 a 32 trasforma quei cinque bit in trentadue linee di abilitazione alla scrittura, di cui è attiva solo la sesta, così che solo quel registro riceva il risultato. La stessa istruzione contiene altri due numeri di registro, che selezionano i registri da leggere per mezzo di multiplexer.
DA COMPRENDERE OGGI: decoder ed encoder.
Per il docente: L'istruzione della Lezione 02. I campi grigi non sono coinvolti. L'abilitazione alla scrittura di x0 semplicemente non è collegata: x0 si legge sempre zero. La lettura usa multiplexer, mostrati tra qualche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multiplexer al lavoro nel processore. add t2, t0, t1 somma due registri; addi t2, t0, 5 somma un registro e una costante presa dall'istruzione. Entrambe usano lo stesso sommatore. Un multiplexer davanti al secondo ingresso della ALU sceglie tra il valore di un registro e la costante, con la linea di selezione a 0 per add e a 1 per addi. È un multiplexer su parole intere, trentadue multiplexer a un bit che condividono la linea di selezione. Anche leggere un registro dal banco dei registri è un multiplexer, con il numero del registro come selettore.
DA COMPRENDERE OGGI: i multiplexer.
Per il docente: Nel datapath del libro di Patterson e Hennessy il segnale di selezione si chiama ALUSrc. Una porta applicata a ogni bit di una parola con un controllo comune è una porta di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rete di parità in software, per un byte. Ogni coppia di istruzioni fa scorrere il valore a destra e lo combina con sé stesso con XOR: la prima piega riduce otto bit a quattro, la seconda quattro a due, la terza due a uno. L'ultima istruzione conserva solo il bit più basso, che è la parità. In hardware gli stessi tre livelli costituiscono un albero di sette porte XOR, la cui profondità, logaritmica nel numero dei bit, ne determina il ritardo. Il listato va seguito a mano con 0x53, che ha quattro 1, e con 0x13, che ne ha tre.
DA COMPRENDERE OGGI: comparatori e parità.
Per il docente: Scritto per questa lezione. Tracciarlo con 0x53 = 0101 0011 (quattro 1, risultato 0) e con 0x13 = 0001 0011 (tre 1, risultato 1). In hardware i tre livelli sono un albero di sette porte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un'istruzione sceglie l'operazione. Il campo di 3 bit funct3 dell'istruzione è un codice compatto: 000 per somma o differenza, 001 per scorrimento a sinistra, 100 per XOR, 110 per OR, 111 per AND. Un piccolo decoder lo trasforma nelle linee di selezione del multiplexer della ALU. Dove due istruzioni condividono un codice, come add e sub, un bit aggiuntivo altrove nell'istruzione le distingue. Un codice, un decoder, un multiplexer: l'intera lezione compare in una sola tabella, incorporata nel processore.
DA COMPRENDERE OGGI: l'ALU.
Per il docente: funct3 è il campo di 3 bit dell'istruzione visto nella Lezione 02 (bit da 14 a 12). Tre bit, otto parole codice: un codice compatto che un piccolo decodificatore trasforma nelle linee di selezione del multiplexer della ALU.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Sintetizzare il segmento g con una mappa di Karnaugh, sfruttando le condizioni di indifferenza. Costruire un decoder da 3 a 8 con due decoder da 2 a 4 dotati di enable e un invertitore. Realizzare una funzione con un solo multiplexer ponendo la sua tavola di verità sugli ingressi di dato, e riconoscere la funzione. Scrivere un comparatore in assembly usando solo xor e sltiu. E disegnare una cifra a sette segmenti su PRG32: una tabella di dieci byte, uno per cifra, e sette rettangoli accesi verificandone i bit, che è un transcodificatore realizzato in software.
Per il docente: Esercizio 3: si mettono 0, 1, 1, 0, 1, 0, 0, 1 sugli ingressi dati: è lo XOR a tre ingressi, il bit di somma del sommatore completo. Esercizio 4: xor a0, a0, a1 e poi sltiu a0, a0, 1 (la pseudo-istruzione seqz). L'esercizio 5 è un transcodificatore software seguito da sette test di bit: la tabella è la tabella di verità di questa lezione, una riga per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11: Macchine combinatorie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combinatorie: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11-Architettura_dei_Calcolatori-Macchine_Combinatorie.pptx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brea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code/l11.S, 50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Scegliere uno di quattro colori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      result: a4 = the selected colour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selettore dà sempre lo stesso colore: il risultato dipende solo dagli ingressi presenti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viene ricordato da un uso al successivo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è un multiplexer: quattro ingressi dati, due bit di selezione, un'uscita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ne contiene decine. Come sono fatti?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quale registro viene scritto?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=     0x00130313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3806308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50976" y="195681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17554" y="195681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20708" y="2194560"/>
            <a:ext cx="1585962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7284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13689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06670" y="2194560"/>
            <a:ext cx="116431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43246" y="195681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88828" y="195681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470987" y="2194560"/>
            <a:ext cx="1585962" cy="5486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0987" y="279806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 = 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07563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63968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056949" y="2194560"/>
            <a:ext cx="222034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93525" y="195681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167122" y="195681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375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5-a-32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63840" y="3081528"/>
            <a:ext cx="0" cy="2377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863840" y="3858768"/>
            <a:ext cx="0" cy="4663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953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53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420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20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5887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887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9354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9354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2821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821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628843" y="4343400"/>
            <a:ext cx="346700" cy="45720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288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97554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9755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x7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3222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3222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6689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689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x9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0156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0156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3623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3623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x11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7090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7090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x12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50557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557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4024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024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7491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7491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x15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0958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0958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4425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4425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x17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892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7892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x18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1359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1359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x19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4826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4826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x20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8293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8293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x21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1760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1760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x22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227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5227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x23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8694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694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x24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161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2161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x25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95628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5628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x26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9095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9095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x27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102562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102562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x28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029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6029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x29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109496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9496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29635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129635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" y="52748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2688" y="5230368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cinque bit di rd sono una parola codice: 32 registri, ceil(log2 32) = 5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548640" y="56372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32688" y="5592826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decodificatore 5-a-32 ne ricava 32 linee di abilitazione alla scrittura: solo x6, cioè t1, riceve il risultato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48640" y="599973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32688" y="5955284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due selezioni, su rs1 e rs2, scelgono i registri da leggere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96" name="Text 9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decoder ed encoder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registro o costante?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 dell'istruzione,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 esteso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17520"/>
            <a:ext cx="1005840" cy="187452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91640"/>
            <a:ext cx="1737360" cy="2743200"/>
          </a:xfrm>
          <a:prstGeom prst="roundRect">
            <a:avLst>
              <a:gd name="adj" fmla="val 315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53512" y="2011680"/>
            <a:ext cx="3419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85216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53512" y="3383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794760" y="3044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53512" y="4526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794760" y="4187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39512" y="3931920"/>
            <a:ext cx="1133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85216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 flipV="1">
            <a:off x="4709160" y="4919472"/>
            <a:ext cx="0" cy="61264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017520" y="55504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selezione: 0 per add, 1 per addi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65592" y="306324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2296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36608" y="1417320"/>
            <a:ext cx="220644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e addi t2, t0, 5 usano lo stesso addizionatore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52560" y="235724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36608" y="2305050"/>
            <a:ext cx="220644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multiplexer davanti alla ALU sceglie il secondo operando: un registro o la costante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4773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3425190"/>
            <a:ext cx="2206447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multiplexer su parole: trentadue multiplexer a un bit con una linea di selezione comune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48299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36608" y="4777740"/>
            <a:ext cx="2206447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leggere un registro è un multiplexer: 32 parole in ingresso, 5 bit di selezione (rs1), una parola in uscita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rete di parità in sette istruzioni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byte        result: a0 = 1 if the number of 1 bits is odd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eight bits onto four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four bits onto two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two bits onto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the parity bit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xor combina la metà alta dei bit con la metà bassa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per otto bit: la versione software di un albero di porte XOR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valore accodato al byte ne rende pari la parità totale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comparatori e parità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RISC-V e la ALU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2728135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della ALU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che produce il risultato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o 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addizionatore / sottrattore (sceglie un altro bit, in funct7)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sinistra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010, 011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pone a 1 se minore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sottrattore, poi le regole di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XOR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 (funct7 sceglie logico o aritmetico)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 è un codice di 3 bit dentro l'istruzione: decodificandolo si pilota il multiplexer della ALU.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905189" y="91440"/>
            <a:ext cx="273786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518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320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89237" y="91440"/>
            <a:ext cx="2317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l'ALU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11: Combinational Machines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l11.S: a multiplexer in software: a selector chooses one of four colours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red, green, blue and yellow from the top: bar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drawn in the colour that the selector k chooses in the table.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l11.S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l11 --name l11 --out l11.prg32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+ 32 * selector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bars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rossa, verde, blu e gialla dall'alto: la barra k è disegnata nel colore che il selettore k sceglie nella tabella.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l11 --out l11.prg32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con una mappa di Karnaugh il segmento g del transcodificatore a sette segmenti, usando le indifferenze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un decodificatore 3-a-8 con due decodificatori 2-a-4 con abilitazione e un invertitore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Realizzate F = somma di m(1, 2, 4, 7) con un multiplexer a 8 ingressi. Che funzione è?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 comparatore in assembly: a0 = 1 se a0 e a1 sono uguali, usando solo xor e sltiu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su PRG32 una cifra a sette segmenti: una tabella di dieci byte, uno per cifra, e sette rettangoli accesi esaminandone i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grande cifra che conta da 0 a 9, un passo al secondo, disegnata con sette rettangoli.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combinatorie: il codice</dc:title>
  <dc:subject>Lezione 11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