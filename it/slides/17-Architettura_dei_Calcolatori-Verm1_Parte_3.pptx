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e9ddf50-9946-3f11-0ad9-b65c7ef1e477}">
          <p14:sldIdLst>
            <p14:sldId id="256"/>
            <p14:sldId id="257"/>
            <p14:sldId id="258"/>
            <p14:sldId id="259"/>
          </p14:sldIdLst>
        </p14:section>
        <p14:section name="Il progetto, prima del codice" id="{2fc39347-d419-502d-3329-17c8660100fd}">
          <p14:sldIdLst>
            <p14:sldId id="260"/>
            <p14:sldId id="261"/>
            <p14:sldId id="262"/>
          </p14:sldIdLst>
        </p14:section>
        <p14:section name="Passo 5: guardare la memoria muoversi" id="{82e041ae-865f-8a74-8c4e-e838ab059af3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terzo tutorial trasforma Verm1 in un vero gioco. Finora il verme era una sola cella e niente poteva andare storto. Oggi nel progetto entra la memoria: il verme prende un corpo che segue la testa e cresce, mordersi fa finire la partita, e il programma acquista una schermata del titolo e una di fine partita. La frase di Brooks in copertina è il motto del giorno: scegliete bene le strutture dati, e il codice quasi si scrive da solo. Ne incontrerete due, un anello e una mappa.
Per il docente: Terzo tutorial del progetto. Usa le Lezioni da 13 a 16: macchine a stati finiti e rilevamento del fronte (13), registri che conservano il valore precedente (14), la memoria come vettore di byte, indirizzi e indici (15), ciò che resta nel file della cartuccia e ciò che si perde allo spegnimento (16). Il file di riferimento è verm1/verm1_part3.S. La citazione è la seconda metà dell'osservazione di Brooks su diagrammi di flusso e tabelle: con «strutture dati» al posto di «tabelle» è il motto di questa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 verme con un corpo che segue la testa e cresce di una cella a ogni pasto. Un gioco che si può perdere. Tre schermate, titolo, gioco e game over, collegate dal pulsante A. Il cibo che non compare mai sul verme. E un punteggio migliore, conservato finché la cartuccia resta in memoria. È il passo più grande del progetto: il file circa raddoppia di lunghezza, quindi seguite i passi ed eseguite il programma ogni volta che una slide lo 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idee del blocco su stato e memoria, e dove compaiono oggi. La macchina a stati finiti della Lezione 13 diventa i tre stati del gioco. Il fronte, un cambiamento e non un livello, diventa «A premuto adesso e non un frame fa». Il registro che conserva un valore per il clock successivo diventa prev_btn. La memoria come vettore di byte diventa il corpo e la mappa del mondo. E la differenza tra ciò che resta nel file e ciò che vive in RAM diventa .rodata, .data e il punteggio migliore.
Per il docente: Il frame è il clock della nostra macchina: update calcola lo stato prossimo dallo stato presente e dagli ingressi, esattamente come nella Lezione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tre schermate che state per costruire: il titolo con il suo invito, il gioco con un verme di sette celle dopo quattro pasti, e il game over. Sono un solo programma in tre stati. Partite da una Parte 2 che gira; se la vostra non gira, copiate il file di riferimento della Parte 2.
Per il docente: Schermate prodotte da tools/tests/verm1_check.py con un giocatore programmato.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corpo è memorizzato in due vettori di 256 byte, body_x e body_y: l'elemento k contiene la colonna e la riga di un segmento. Non si sposta mai nulla. Due numeri descrivono il verme: head_i, l'elemento della testa, e length, il numero di elementi in uso; la coda è l'elemento head_i - length + 1. Un passo scrive un elemento nuovo dopo la testa e fa avanzare head_i. Se il verme ha mangiato la coda resta; altrimenti avanza anche lei. Dopo l'elemento 255 viene l'elemento 0, cioè un AND con 255: il vettore è un anello.
Per il docente: Un buffer circolare, la struttura che sta dietro ogni coda FIFO (first in, first out); l'aritmetica degli indirizzi è quella della Lezione 15. Muovere un verme di 200 celle costa quanto muoverne uno di 3. La dimensione 256 è scelta perché il ritorno a capo sia un solo AND: una potenza di due.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sapere se la nuova testa tocca il corpo, il programma potrebbe confrontarla con ogni segmento: fino a 255 confronti a ogni passo. Tiene invece una mappa del mondo: un byte per ciascuna delle 960 celle, 1 se c'è un segmento e 0 se no. La cella in colonna c della riga r è il byte numero r per 40 più c. Un passo pone a 1 un byte e ne azzera uno, e il test di collisione diventa un solo load. È il classico scambio di memoria con tempo. Il prezzo: mappa e anello devono essere sempre d'accordo.
Per il docente: Memoria in cambio di tempo: lo scambio classico. La mappa e l'anello dicono la stessa cosa in due modi, e il programma deve tenerli coerenti: ogni scrittura nell'una è accoppiata a una scrittura nell'altro.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diagramma degli stati del gioco, come nella Lezione 13: TITLE va a PLAY quando si preme A; PLAY va a OVER quando il verme si morde; OVER torna a TITLE quando si preme A. La tabella aggiunge l'azione di ogni transizione. Un dettaglio decide se la macchina funziona: «A premuto» significa giù adesso e su un frame fa, un fronte e non un livello. Altrimenti tenendo premuto A si attraverserebbero gli stati uno per frame.
Per il docente: Il diagramma e la tabella della Lezione 13, per il nostro gioco. In ogni altro caso lo stato non cambia. Disegnarlo alla lavagna prima di mostrare il codice: il codice è una trascrizione.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un breakpoint sulla prima istruzione di step e riprendete: il programma ora si ferma una volta per passo del verme. Aprite la memoria all'indirizzo di body_x: dopo l'iniziale 03 04 05 compare un byte nuovo a ogni passo. Girate verso il basso: body_x ripete la stessa colonna, mentre body_y, 256 byte più avanti, conta le righe. Mangiate, e confrontate head_i e length prima e dopo: sono cresciuti entrambi di uno. I vecchi byte non vengono mai cancellati: l'anello conserva la storia degli ultimi 256 passi.
Per il docente: I byte delle vecchie posizioni non vengono mai cancellati: l'anello conserva tutta la storia degli ultimi 256 passi, e length dice quanta di essa è ancora verme. Dopo 256 passi la scrittura ricomincia dal primo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fronte del pulsante A, frame per frame. Finché A è su tutto vale zero. Nel frame in cui A scende, s0 vale 0x10 e prev_btn vale ancora 0: l'AND con la negazione dà 0x10, e la transizione avviene. Nei frame successivi A è ancora giù, ma ora anche prev_btn vale 0x10, e il risultato è zero. Un fronte, una transizione, per quanto a lungo si tenga premuto il pulsante.
Per il docente: Mettere un breakpoint su and s1, s0, t1 in verm1_update, tenere premuto A e premere Resume tre volte: s1 vale 0x10 in un solo frame. Il test del file di riferimento tiene premuto A per 28 frame e verifica che avvenga esattamente una transizione.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domande a cui rispondere con il debugger. Dov'è state, e che cosa contiene mentre giocate e perdete? La mappa è coerente con l'anello: il byte alla riga per 40 più la colonna della testa contiene 1? Che cosa ha visto il passo fatale: alla lbu dopo la seconda mul in step, t1 vale 1 una volta sola, al morso. L'ultima riga è un principio: un programma è giusto quando è giusta la sua memoria.
Per il docente: La terza domanda è la più istruttiva: s0 e s1 contengono la cella in cui la testa voleva entrare, e lo schermo mostra che fa parte del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Calcolate prima la coda: head_i - length + 1 è 1 meno 4 più 1, cioè meno 2. Mascherato con 255 diventa 254. Da lì contate quattro elementi in avanti, rientrando dopo il 255.
La formula della mappa: riga per 40 più colonna. Non scambiate le due: l'opzione con 283 è 7 per 40 più 3.
Per il docente: 1. Risposta: C. Dalla coda, head_i - length + 1 = -2, cioè 254 dopo AND 255, fino alla testa: 254, 255, 0, 1.
2. Risposta: B. 3 x 40 + 7 = 127.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Ragionate in termini di fronti. A è giù per molti frame, ma solo nel primo è «giù adesso e su un frame fa».
In un passo la coda lascia una cella e la testa ne occupa una. Se sono la stessa cella, quale delle due operazioni va fatta per prima perché la mossa sia lecita?
Per il docente: 1. Risposta: B. Solo il frame in cui A scende dà s1 = 0x10: un fronte, una transizione.
2. Risposta: B. Nello stesso passo la coda si sposta: quella cella è libera per la testa.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Verm1 ora è un gioco, con uno scopo, un rischio, un inizio e una fine, e ne sapete spiegare ogni riga. È logica sequenziale e memoria scritte come programma: una macchina a tre stati, un anello di byte, una mappa. Tre cose sono ancora grezze: l'intero schermo viene ridisegnato a ogni frame, il punteggio è una fila di tacche, la velocità non cambia mai. Le prossime quattro lezioni aprono la macchina che esegue il vostro codice, e la Parte 4 finisce il gioco.
Per il docente: Gli studenti hanno ora circa 450 righe di assembly che hanno scritto e sanno spiegare. Le prossime quattro lezioni aprono la macchina che le esegue.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entra nel gioco: un anello di byte, una mappa del mondo, una macchina a tre stati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“Mostrami le tue tabelle, e di solito non avrò bisogno dei tuoi diagrammi di flusso: saranno ovvi.”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Fred Brooks, The Mythical Man-Month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184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60020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con un corpo che segue la testa e cresce di una cella a ogni pasto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5742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73913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che si può perdere: il verme non deve mordersi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35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352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schermate: un titolo, il gioco, un game over, collegate dal pulsante 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496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53136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non compare mai sul verme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45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2747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 migliore, conservato finché la cartuccia resta in memoria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3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5092518"/>
                <a:gridCol w="4546891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 finiti: stati, ingressi, transizioni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PLAY, OVER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fronte è un cambiamento, non un livello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 adesso e non un frame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conserva un valore per il clock successivo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prev_btn: i pulsanti dell'ultimo 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è un vettore di byte: indirizzo = base + indice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corpo, la mappa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resta nel file e che cosa vive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.rodata e .data; il punteggio migliore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state andando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73307"/>
            <a:ext cx="3240938" cy="20255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2073307"/>
            <a:ext cx="3240938" cy="202558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PLAY: sette celle dopo quattro pasti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2073307"/>
            <a:ext cx="3240938" cy="20255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schermate, un solo programma. Partite da una Parte 2 che gira; se la vostra non gira, copiate verm1_part2.S.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corpo è un anello di 256 elementi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24701"/>
            <a:ext cx="5760720" cy="155800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70621"/>
            <a:ext cx="5760720" cy="1558006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716541"/>
            <a:ext cx="5760720" cy="1558006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64922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6876288" y="1417320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vettori di byte, body_x e body_y: l'elemento k contiene la cella di un segmento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492240" y="2624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876288" y="2533523"/>
            <a:ext cx="476676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sposta mai nulla: un passo scrive un elemento nuovo e muove un indice</a:t>
            </a:r>
            <a:endParaRPr lang="en-US" sz="2000" dirty="0"/>
          </a:p>
        </p:txBody>
      </p:sp>
      <p:sp>
        <p:nvSpPr>
          <p:cNvPr id="11" name="Shape 5"/>
          <p:cNvSpPr/>
          <p:nvPr/>
        </p:nvSpPr>
        <p:spPr>
          <a:xfrm>
            <a:off x="6492240" y="37406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876288" y="3649726"/>
            <a:ext cx="476676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descrivono il verme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head_i: l'elemento della testa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length: quanti elementi sono in uso</a:t>
            </a:r>
            <a:endParaRPr lang="en-US" sz="2000" dirty="0"/>
          </a:p>
        </p:txBody>
      </p:sp>
      <p:sp>
        <p:nvSpPr>
          <p:cNvPr id="13" name="Shape 7"/>
          <p:cNvSpPr/>
          <p:nvPr/>
        </p:nvSpPr>
        <p:spPr>
          <a:xfrm>
            <a:off x="6492240" y="483704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876288" y="4746117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coda è l'elemento head_i - length + 1</a:t>
            </a:r>
            <a:endParaRPr lang="en-US" sz="2000" dirty="0"/>
          </a:p>
        </p:txBody>
      </p:sp>
      <p:sp>
        <p:nvSpPr>
          <p:cNvPr id="15" name="Shape 9"/>
          <p:cNvSpPr/>
          <p:nvPr/>
        </p:nvSpPr>
        <p:spPr>
          <a:xfrm>
            <a:off x="64922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876288" y="5552440"/>
            <a:ext cx="47667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l'elemento 255 viene l'elemento 0: indice AND 255. Un anello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è una mappa di 960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nuova testa tocca il corpo? Guardare ogni segmento costa fino a 255 confronti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655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012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tiene invece una mappa: un byte per cella, 1 se c'è un segmento, 0 se no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293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2930"/>
            <a:ext cx="6565392" cy="1343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in colonna c della riga r è il byte numero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 x 40 + c, da 0 a 959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suo indirizzo è grid + r x 40 + c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408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3765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passo pone a 1 un byte, la nuova testa, e ne azzera uno, la vecchia coda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 di collisione è un solo load, qualunque sia la lunghezza del verme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x 40 + c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a due dimensioni in una memoria a una dimensione: il calcolo dell'indirizzo della Lezione 15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gioco è una macchina a tre stati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682" y="1417320"/>
            <a:ext cx="5736635" cy="315468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76656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150608" y="1417320"/>
            <a:ext cx="449244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è una parola in memoria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766560" y="20071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150608" y="1900767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guarda prima lo stato, poi gli ingressi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>
            <a:off x="6766560" y="283150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50608" y="2725081"/>
            <a:ext cx="44924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premuto significa: giù adesso, su un frame fa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6766560" y="36558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150608" y="3549396"/>
            <a:ext cx="449244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Tenere premuto A non deve saltare il titolo: un fronte, non un livello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1556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2377440"/>
                <a:gridCol w="3657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presente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Ingresso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prossimo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Azione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new_game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nuova testa sul corpo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aggiorna il punteggio migliore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premuto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l'anello girare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in modalità debug, premete A per avviare una partita, poi mettete in pausa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9880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8051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 e mettete un breakpoint sulla prima istruzione di step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Resume: il programma si ferma una volta per passo del verme, non una volta per frame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l'indirizzo di body_x nel campo Memory: i byte 03 04 05 dell'inizio, poi 06, 07 ... un byte nuovo per passo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Scendete per qualche passo: body_x ripete la stessa colonna, e body_y, 256 byte più avanti, conta le righe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Mangiate, e confrontate head_i e length prima e dopo: crescono entrambi di uno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il fronte del pulsante 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065064"/>
                <a:gridCol w="1065064"/>
                <a:gridCol w="1420085"/>
                <a:gridCol w="1508840"/>
                <a:gridCol w="1597596"/>
                <a:gridCol w="2840170"/>
                <a:gridCol w="159759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(adesso)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prev_btn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= s0 AND NOT prev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0xff...ff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transizione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+ 3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0xff...ef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vale 0x10 in un solo frame: quello in cui il pulsante scende.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domande per il debugger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Dov'è state? Dopo la t0, state in verm1_update, t0 ne contiene l'indirizzo. Guardate 00, 01, 02 mentre giocate e perdete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88662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795693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mappa è coerente con l'anello? Mettete in pausa, leggete la testa da body_x e body_y, calcolate riga x 40 + colonna, e guardate quel byte di grid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264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174067"/>
            <a:ext cx="5468112" cy="1239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ha visto il passo fatale? Fermatevi sulla lbu che segue la seconda mul in step: t1 vale 1 una volta sola, al morso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546811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giusto quando è giusta la sua memoria: imparate a leggerla</a:t>
            </a:r>
            <a:endParaRPr lang="en-US" sz="2000" dirty="0"/>
          </a:p>
        </p:txBody>
      </p:sp>
      <p:pic>
        <p:nvPicPr>
          <p:cNvPr id="11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head_i = 1 e length = 4. Quali elementi dell'anello contengono il verme?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1, 2, 3, 4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0, 1, 2, 3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254, 255, 0, 1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253, 254, 255, 0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byte di grid descrive la cella in colonna 7 della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37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127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283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307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premuto A per due secondi sulla schermata del titolo. Che cosa accade?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e finisce subito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comincia una volta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nulla, finché A non viene rilasciato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si alternano a ogni frame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il byte della coda viene azzerato prima di esaminare quello della testa?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risparmiare un'istruzione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testa possa entrare nella cella lasciata dalla coda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sb è più veloce di lbu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l'ordine non conta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è un gioco: ha uno scopo, un rischio, un inizio e una fine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213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1495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macchina a tre stati, un anello di byte, una mappa: logica sequenziale e memoria, scritte come programma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ridisegna l'intero schermo a ogni frame, il punteggio è una fila di tacche, la velocità non cambia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18 a 21 danno gli strumenti: come esegue il processore, chiamate e divisione, come funzionano video e suono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4: il gioco finito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</dc:title>
  <dc:subject>Lezione 17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