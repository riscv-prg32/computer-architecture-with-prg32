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c6484bc-b678-9333-b186-17e272b01689}">
          <p14:sldIdLst>
            <p14:sldId id="256"/>
            <p14:sldId id="257"/>
            <p14:sldId id="258"/>
            <p14:sldId id="259"/>
          </p14:sldIdLst>
        </p14:section>
        <p14:section name="Il progetto, prima del codice" id="{ba3d3070-291c-3ebf-2849-e9c883313434}">
          <p14:sldIdLst>
            <p14:sldId id="260"/>
            <p14:sldId id="261"/>
            <p14:sldId id="262"/>
          </p14:sldIdLst>
        </p14:section>
        <p14:section name="Passo 5: guardare la memoria muoversi" id="{6eccf59a-d28a-20ea-567d-6f34fc71d92b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niente poteva andare storto. Oggi nel progetto entra la memoria: il verme prende un corpo che segue la testa e cresce, mordersi fa finire la partita, e il programma acquista una schermata del titolo e una di fine partita. La frase di Brooks in copertina è il motto del giorno: scegliete bene le strutture dati, e il codice quasi si scrive da solo. Ne incontrerete due, un anello e una mappa.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game over, collegate dal pulsante A. Il cibo che non compare mai sul verme. E un punteggio migliore, conservato finché la cartuccia resta in memoria. È il passo più grande del progetto: il file circa raddoppia di lunghezza, quindi seguite i passi ed eseguite il programma ogni volta che una slide lo 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«A premuto adesso e non un frame fa». Il registro che conserva un valore per il clock successivo diventa prev_btn. La memoria come vettore di byte diventa il corpo e la mappa del mondo. E la differenza tra ciò che resta nel file e ciò che vive in RAM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che state per costruire: il titolo con il suo invito, il gioco con un verme di sette celle dopo quattro pasti, e il game over. Sono un solo programma in tre stati. Partite da una Parte 2 che gira; se la vostra non gira, copiate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vettori di 256 byte, body_x e body_y: l'elemento k contiene la colonna e la riga di un segmento. Non si sposta mai nulla. Due numeri descrivono il verme: head_i, l'elemento della testa, e length, il numero di elementi in uso; la coda è l'elemento head_i - length + 1. Un passo scrive un elemento nuovo dopo la testa e fa avanzare head_i. Se il verme ha mangiato la coda resta; altrimenti avanza anche lei. Dopo l'elemento 255 viene l'elemento 0, cioè un AND con 255: il vettore è un anello.
DA COMPRENDERE OGGI: gli array in memoria.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sapere se la nuova testa tocca il corpo, il programma potrebbe confrontarla con ogni segmento: fino a 255 confronti a ogni passo. Tiene invece una mappa del mondo: un byte per ciascuna delle 960 celle, 1 se c'è un segmento e 0 se no. La cella in colonna c della riga r è il byte numero r per 40 più c. Un passo pone a 1 un byte e ne azzera uno, e il test di collisione diventa un solo load. È il classico scambio di memoria con tempo. Il prezzo: mappa e anello devono essere sempre d'accordo.
DA COMPRENDERE OGGI: gli array in memoria.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va a PLAY quando si preme A; PLAY va a OVER quando il verme si morde; OVER torna a TITLE quando si preme A. La tabella aggiunge l'azione di ogni transizione. Un dettaglio decide se la macchina funziona: «A premuto» significa giù adesso e su un frame fa, un fronte e non un livello. Altrimenti tenendo premuto A si attraverserebbero gli stati uno per frame.
DA COMPRENDERE OGGI: macchine a stati finiti.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un breakpoint sulla prima istruzione di step e riprendete: il programma ora si ferma una volta per passo del verme. Aprite la memoria all'indirizzo di body_x: dopo l'iniziale 03 04 05 compare un byte nuovo a ogni passo. Girate verso il basso: body_x ripete la stessa colonna, mentre body_y, 256 byte più avanti, conta le righe. Mangiate, e confrontate head_i e length prima e dopo: sono cresciuti entrambi di uno. I vecchi byte non vengono mai cancellati: l'anello conserva la storia degli ultimi 256 passi.
DA UTILIZZARE OGGI: il debugger di PRG32-QT (si usa, non si studia, in questo corso).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su tutto vale zero. Nel frame in cui A scende, s0 vale 0x10 e prev_btn vale ancora 0: l'AND con la negazione dà 0x10, e la transizione avviene. Nei frame successivi A è ancora giù, ma ora anche prev_btn vale 0x10, e il risultato è zero. Un fronte, una transizione, per quanto a lungo si tenga premuto il pulsante.
DA UTILIZZARE OGGI: il debugger di PRG32-QT (si usa, non si studia, in questo corso).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mentre giocate e perdete? La mappa è coerente con l'anello: il byte alla riga per 40 più la colonna della testa contiene 1? Che cosa ha visto il passo fatale: alla lbu dopo la seconda mul in step, t1 vale 1 una volta sola, al morso. L'ultima riga è un principio: un programma è giusto quando è giusta la sua memoria.
DA UTILIZZARE OGGI: il debugger di PRG32-QT (si usa, non si studia, in questo corso).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Calcolate prima la coda: head_i - length + 1 è 1 meno 4 più 1, cioè meno 2. Mascherato con 255 diventa 254. Da lì contate quattro elementi in avanti, rientrando dopo il 255.
La formula della mappa: riga per 40 più colonna. Non scambiate le due: l'opzione con 283 è 7 per 40 più 3.
Per il docente: 1. Risposta: C. Dalla coda, head_i - length + 1 = -2, cioè 254 dopo AND 255, fino alla testa: 254, 255, 0, 1.
2.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Ragionate in termini di fronti. A è giù per molti frame, ma solo nel primo è «giù adesso e su un frame fa».
In un passo la coda lascia una cella e la testa ne occupa una. Se sono la stessa cella, quale delle due operazioni va fatta per prima perché la mossa sia lecita?
Per il docente: 1. Risposta: B. Solo il frame in cui A scende dà s1 = 0x10: un fronte, una transizione.
2.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Verm1 ora è un gioco, con uno scopo, un rischio, un inizio e una fine, e ne sapete spiegare ogni riga. È logica sequenziale e memoria scritte come programma: una macchina a tre stati, un anello di byte, una mappa. Tre cose sono ancora grezze: l'intero schermo viene ridisegnato a ogni frame, il punteggio è una fila di tacche, la velocità non cambia mai. Le prossime quattro lezioni aprono la macchina che esegue il vostro codice, e la Parte 4 finisce il gioco.
Stato di apprendimento, riepilogo.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13" name="Shape 6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5" name="Shape 8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9" name="Shape 12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