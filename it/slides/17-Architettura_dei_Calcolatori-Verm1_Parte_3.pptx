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da7c3ea-341d-e6da-dd5f-b4e93ef67da4}">
          <p14:sldIdLst>
            <p14:sldId id="256"/>
            <p14:sldId id="257"/>
            <p14:sldId id="258"/>
            <p14:sldId id="259"/>
            <p14:sldId id="260"/>
          </p14:sldIdLst>
        </p14:section>
        <p14:section name="Il progetto, prima del codice" id="{48e4f0fa-1bcb-956a-8454-b491e83608e5}">
          <p14:sldIdLst>
            <p14:sldId id="261"/>
            <p14:sldId id="262"/>
            <p14:sldId id="263"/>
            <p14:sldId id="264"/>
          </p14:sldIdLst>
        </p14:section>
        <p14:section name="Passo 1: la memoria del gioco" id="{7072bab9-5f89-e038-7cea-f03267d6fadb}">
          <p14:sldIdLst>
            <p14:sldId id="265"/>
            <p14:sldId id="266"/>
            <p14:sldId id="267"/>
            <p14:sldId id="268"/>
          </p14:sldIdLst>
        </p14:section>
        <p14:section name="Passo 2: tre stati" id="{94e2b8a8-bc1a-e3cb-5a40-e952a64df71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Passo 3: un verme in memoria" id="{af602de2-eb21-569f-89f7-8d631019c0ff}">
          <p14:sldIdLst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Passo 4: le regole" id="{d2a9ebc7-3cb5-11d7-8063-22ed9ce9f807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Passo 5: guardare la memoria muoversi" id="{e79dccc6-aaba-b885-e5f9-e0bedc081995}">
          <p14:sldIdLst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tutorial trasforma Verm1 in un vero gioco. Finora il verme era una sola cella e niente poteva andare storto. Oggi nel progetto entra la memoria: il verme prende un corpo che segue la testa e cresce, mordersi fa finire la partita, e il programma acquista una schermata del titolo e una di fine partita. La frase di Brooks in copertina è il motto del giorno: scegliete bene le strutture dati, e il codice quasi si scrive da solo. Ne incontrerete due, un anello e una mappa.
Per il docente: Terzo tutorial del progetto. Usa le Lezioni da 13 a 16: macchine a stati finiti e rilevamento del fronte (13), registri che conservano il valore precedente (14), la memoria come vettore di byte, indirizzi e indici (15), ciò che resta nel file della cartuccia e ciò che si perde allo spegnimento (16). Il file di riferimento è verm1/verm1_part3.S. La citazione è la seconda metà dell'osservazione di Brooks su diagrammi di flusso e tabelle: con «strutture dati» al posto di «tabelle» è il motto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 verme con un corpo che segue la testa e cresce di una cella a ogni pasto. Un gioco che si può perdere. Tre schermate, titolo, gioco e game over, collegate dal pulsante A. Il cibo che non compare mai sul verme. E un punteggio migliore, conservato finché la cartuccia resta in memoria. È il passo più grande del progetto: il file circa raddoppia di lunghezza, quindi seguite i passi ed eseguite il programma ogni volta che una slide lo 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idee del blocco su stato e memoria, e dove compaiono oggi. La macchina a stati finiti della Lezione 13 diventa i tre stati del gioco. Il fronte, un cambiamento e non un livello, diventa «A premuto adesso e non un frame fa». Il registro che conserva un valore per il clock successivo diventa prev_btn. La memoria come vettore di byte diventa il corpo e la mappa del mondo. E la differenza tra ciò che resta nel file e ciò che vive in RAM diventa .rodata, .data e il punteggio migliore.
Per il docente: Il frame è il clock della nostra macchina: update calcola lo stato prossimo dallo stato presente e dagli ingressi, esattamente come nella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schermate che state per costruire: il titolo con il suo invito, il gioco con un verme di sette celle dopo quattro pasti, e il game over. Sono un solo programma in tre stati. Partite da una Parte 2 che gira; se la vostra non gira, copiate il file di riferimento della Parte 2.
Per il docente: Schermate prodotte da tools/tests/verm1_check.py con un giocatore programmato.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soliti due comandi. Oggi il file cambia moltissimo, quindi non aspettate la fine per compilare: compilate ed eseguite dopo ogni slide intitolata «Eseguite». Se qualcosa si rompe, l'errore sta nelle righe aggiunte dopo l'ultima esecuzione.
Per il docente: Gli stessi due comandi. Oggi il file cambia molto: compilare dopo ogni slide che dice Eseguite, non solo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qualunque codice, il progetto: due strutture dati e un diagramma. Dedicateci tempo. Se l'anello, la mappa e i tre stati sono chiari, i listati che seguono sono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corpo è memorizzato in due vettori di 256 byte, body_x e body_y: l'elemento k contiene la colonna e la riga di un segmento. Non si sposta mai nulla. Due numeri descrivono il verme: head_i, l'elemento della testa, e length, il numero di elementi in uso; la coda è l'elemento head_i - length + 1. Un passo scrive un elemento nuovo dopo la testa e fa avanzare head_i. Se il verme ha mangiato la coda resta; altrimenti avanza anche lei. Dopo l'elemento 255 viene l'elemento 0, cioè un AND con 255: il vettore è un anello.
Per il docente: Un buffer circolare, la struttura che sta dietro ogni coda FIFO (first in, first out); l'aritmetica degli indirizzi è quella della Lezione 15. Muovere un verme di 200 celle costa quanto muoverne uno di 3. La dimensione 256 è scelta perché il ritorno a capo sia un solo AND: una potenza di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sapere se la nuova testa tocca il corpo, il programma potrebbe confrontarla con ogni segmento: fino a 255 confronti a ogni passo. Tiene invece una mappa del mondo: un byte per ciascuna delle 960 celle, 1 se c'è un segmento e 0 se no. La cella in colonna c della riga r è il byte numero r per 40 più c. Un passo pone a 1 un byte e ne azzera uno, e il test di collisione diventa un solo load. È il classico scambio di memoria con tempo. Il prezzo: mappa e anello devono essere sempre d'accordo.
Per il docente: Memoria in cambio di tempo: lo scambio classico. La mappa e l'anello dicono la stessa cosa in due modi, e il programma deve tenerli coerenti: ogni scrittura nell'una è accoppiata a una scrittura nell'altro.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diagramma degli stati del gioco, come nella Lezione 13: TITLE va a PLAY quando si preme A; PLAY va a OVER quando il verme si morde; OVER torna a TITLE quando si preme A. La tabella aggiunge l'azione di ogni transizione. Un dettaglio decide se la macchina funziona: «A premuto» significa giù adesso e su un frame fa, un fronte e non un livello. Altrimenti tenendo premuto A si attraverserebbero gli stati uno per frame.
Per il docente: Il diagramma e la tabella della Lezione 13, per il nostro gioco. In ogni altro caso lo stato non cambia. Disegnarlo alla lavagna prima di mostrare il codice: il codice è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1 dichiara la memoria del gioco: nuove costanti, ciò che resta nel file della cartuccia, e ciò che vive in RAM. Ancora nulla gira in modo diverso.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nuove costanti sostituiscono quelle della Parte 2. BODY è un verde più scuro per i segmenti dietro la testa. BTN_A è la maschera del pulsante A, il bit 4 della parola dei pulsanti. I tre stati sono semplicemente i numeri 0, 1 e 2, con un nome. Le righe .section e .global, che chiudevano questo blocco, passano alla slide successiva.
Per il docente: Sostituite le costanti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di sola lettura: tre stringhe, per il titolo, l'invito e il game over, e le due tabelle dx e dy della Parte 2. Il programma qui non scrive mai. Sulla scheda questa sezione potrebbe restare nella flash; è la parte della cartuccia che sopravvivrebbe a uno spegnimento.
Per il docente: Sostituite la .rodata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delle variabili. head_x e head_y sono sparite: la testa ora vive nell'anello. La direttiva .space riserva un certo numero di byte senza dare un nome a ciascuno: 256 per body_x, 256 per body_y, 960 per la mappa. best contiene il punteggio migliore: sopravvive da una partita alla successiva, ma non a uno spegnimento, perché vive in RAM. Una cartuccia portabile non ha una memoria permanente propria: un limite onesto.
Per il docente: Sostituite la .data della Parte 2. Tutto ciò che sta qui si perde quando la cartuccia viene scaricata: Lezione 16. Un punteggio migliore che sopravviva richiede memoria permanente, che una cartuccia portabile non ha: un limite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2 costruisce prima la macchina a tre stati, con le funzioni che fanno il vero lavoro sostituite da funzioni vuote. Lo scheletro gira prima che dentro ci sia qualcosa.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ora fa una cosa sola: sceglie il primo stato, TITLE. Preparare la partita è compito di una funzione nuova, new_game, chiamata quando il giocatore preme A. Cancellate dal vostro file le vecchie verm1_update, step e verm1_draw: le prossime slide le sostituiscono. Tenete place_food, eat_sound e draw_cell.
Per il docente: Sostituite verm1_init. Cancellate dal vostro file verm1_update, step e verm1_draw della Parte 2: le prossime slide le sostituiscono. Tenete place_food, eat_sound e draw_cell.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nuova verm1_update legge i pulsanti e ne calcola i fronti. s0 contiene i pulsanti di questo frame; prev_btn, in memoria, quelli del frame precedente. L'espressione «adesso AND NOT prima» dà un 1 solo nelle posizioni in cui una pressione è appena cominciata, e il risultato va in s1. Poi si aggiorna prev_btn. È il rilevatore di fronte della Lezione 13: un registro che ritarda di un clock, e una porta AND con un ingresso invertito.
Per il docente: Il rilevatore di fronte della Lezione 13: un flip-flop e una porta AND con un ingresso invertito. Qui il flip-flop è una parola di memoria e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è la tabella delle transizioni, riga per riga. Lo stato si legge per primo, e decide chi guarda gli ingressi. In TITLE una nuova pressione di A chiama new_game. In OVER una nuova pressione di A memorizza TITLE. In PLAY si passano a play_update i pulsanti tenuti premuti, i livelli e non i fronti, perché la guida deve funzionare mentre un pulsante resta giù. Qui le etichette hanno un nome, u_play, u_start, u_done, perché con i numeri sarebbe difficile orientarsi.
Per il docente: È il resto di verm1_update: la tabella delle transizioni, riga per riga. Da OVER a TITLE si memorizza soltanto il nuovo stato; da TITLE a PLAY si chiama new_game, che memorizza PLAY da 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verm1_draw mostra un'immagine diversa in ogni stato. La riga del titolo si disegna sempre. In TITLE compare solo l'invito PRESS A, centrato: 132 è la x che centra sette caratteri da 8 pixel. In PLAY e OVER la funzione disegna punteggio, verme e cibo. Notate che draw non modifica nulla: la sua uscita dipende solo dallo stato e dalla memoria, come in una macchina di Moore.
Per il docente: Sostituite verm1_draw. L'uscita dipende solo dallo stato e dalla memoria: draw non modifica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verm1_draw: nello stato OVER si scrivono due parole sopra la scena. Una piccola funzione di servizio, draw_text, riempie i due argomenti di colore, bianco su nero, e lascia passare i primi tre, così ogni chiamata per disegnare testo richiede due righe in meno. Funzioni di servizio come questa rendono un programma più corto e più facile da modificare.
Per il docente: La fine di verm1_draw, e una piccola funzione di servizio che toglie due righe da ogni chiamata di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stub: funzioni che esistono solo di nome e ritornano subito, tranne new_game, che memorizza soltanto PLAY. Grazie a loro il programma si compila e la macchina si può provare prima che le sue parti siano scritte. È il metodo della prima lezione: si parte da funzioni che non fanno nulla, poi si aggiunge una cosa alla volta.
Per il docente: Si parte da funzioni che ritornano senza fare nulla, poi si aggiunge una cosa alla volta: il metodo della prima lezione.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Vedete la riga del titolo e PRESS A. Premete A: l'invito scompare e nell'angolo in alto a sinistra compare una cella rossa, perché le variabili del cibo valgono ancora zero. Nulla si muove e la partita non può finire: PLAY non ha ancora regole. Nel debugger trovate la variabile state e guardatela passare da 0 a 1 quando premete A: la macchina funziona, ed è vuota.
Per il docente: Il cibo sta in (0, 0) perché food_x e food_y partono da zero e lo stub di new_game non chiama place_food.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3 mette un verme in memoria, in entrambe le strutture, e lo disegna. Ancora non si muove.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vera new_game. Un ciclo pone a zero i 960 byte della mappa, una sb alla volta. Poi si posa il verme: tre segmenti nelle colonne 3, 4 e 5 della riga 12. Ogni segmento è scritto due volte: colonna e riga nell'anello, e un 1 nella mappa. L'espressione grid+12*COLS è calcolata dall'assemblatore. Poiché ogni elemento è un byte, l'indice si somma all'indirizzo base senza alcuno scorrimento.
Per il docente: grid+12*COLS è calcolato dall'assemblatore: l'indirizzo del primo byte della riga 12. sb memorizza un byte; l'indice si somma all'indirizzo base, senza scorrimento perché ogni elemento è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imposta le variabili: head_i vale 2 e length vale 3, che insieme descrivono il verme appena posato; direzione, timer e punteggio partono da zero; si piazza il primo cibo. L'ultima istruzione memorizza PLAY nello stato. L'ordine è voluto: la transizione è completa solo quando tutto è pronto.
Per il docente: La seconda metà di new_game. La transizione da TITLE a PLAY è completa solo quando tutto è pronto: lo stato si memorizza per ultimo.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 percorre l'anello all'indietro a partire dalla testa: il segmento numero i è l'elemento head_i - i, mascherato con 255. Colonna e riga si caricano con lbu, che legge un byte come numero senza segno, e si passano a draw_cell. Il segmento 0, la testa, è disegnato in un verde più chiaro degli altri. Il ciclo finisce quando i raggiunge la lunghezza.
Per il docente: lbu e non lb: una colonna è un numero da 0 a 39, mai negativo. Con lb un byte da 200 in su diventerebbe negativo: Lezione 05. Qui funzionerebbero entrambe; lbu dice ciò che intendiamo.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è il ciclo che nella Parte 2 stava dentro verm1_draw, ora una funzione a sé: una piccola tacca per ogni punto. Usa s0 come contatore, quindi lo salva all'inizio e lo ripristina alla fine.
Per il docente: Lo stesso ciclo che nella Parte 2 stava dentro verm1_draw.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 quattro stub ne resta uno: play_update, che ancora non fa nulla. Il verme esiste in memoria e sullo schermo, e sta fermo.
Per il docente: Dei quattro precedenti resta solo questo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e premete A: un verme di tre celle nella riga 12, con la testa più chiara a destra, e il cibo in una cella a caso. Ora guardate la memoria con il debugger. All'indirizzo di body_x i primi byte sono 03 04 05. Nella mappa, alla riga 12 per 40 più 3, ci sono tre byte a 01 in un mare di zeri. State guardando le due strutture della slide 7 e della slide 8, riempite.
Per il docente: Per trovare l'indirizzo di body_x: fermarsi all'inizio di draw_worm e avanzare finché la t0, body_x è stata eseguita; t0 lo contiene. grid sta 512 byte dopo body_x; la riga 12 comincia 480 byte dopo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4 scrive le regole. Un passo del verme ha tre fasi, e tutto sta nel loro ordine: decidere dove andrà la testa, guardare che cosa c'è, e solo allora scrivere.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play_update è la vostra verm1_update della Parte 2 con un nome nuovo: i quattro test dei pulsanti e la regola dell'inversione a U. Una differenza: i pulsanti arrivano come argomento in a0, quindi non c'è alcuna chiamata per leggerli.
Per il docente: Si prende il corpo della vecchia verm1_update: si toglie la chiamata a prg32_input_read e si rinomina la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play_update è esattamente il timer della Parte 2: si somma la velocità, e quando si è accumulata una cella intera si chiama step.
Per il docente: La fine di play_update.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step. Tre registri devono conservare il valore attraverso le chiamate che seguono: s0 e s1 per la cella della nuova testa, s2 per il risultato del test del cibo. Il frame salva quindi ra e tre registri s. La ricerca di dx e dy è quella della Parte 2.
Per il docente: Il frame ha posto per quattro parole: ra e tre registri salvati.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sarà la testa? La testa attuale è l'elemento head_i dell'anello: colonna e riga si caricano con lbu, si sommano dx e dy, e il risultato rientra ai bordi come nella Parte 2. La nuova cella ora sta in s0 e s1. Non è stato scritto nulla: prima il programma deve guardare.
Per il docente: La nuova cella è soltanto calcolata, in s0 e s1. La scrittura viene dopo il test di collisione.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Mangiare, o muovere la coda. Il comparatore della Parte 2 lascia il risultato in s2: zero se la nuova testa è sul cibo. Se il verme mangia, la lunghezza cresce di uno e la coda resta dov'è. Se no, la coda deve andarsene: il suo elemento è head_i - length + 1, e se ne caricano colonna e riga. Crescere e non muovere la coda sono la stessa cosa: è tutto qui il trucco di Snake.
Per il docente: Crescere e non muovere la coda sono la stessa cosa: è tutto qui il trucco di Snake. t3 e t4 ricevono colonna e riga della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la mappa. Il numero di un byte è riga per 40 più colonna, calcolato con mul e add. Prima si azzera il byte della coda; poi si esamina il byte della nuova testa. L'ordine conta: nello stesso passo la coda si sposta, quindi la testa può entrare nella cella che la coda ha appena lasciato. Se il byte vale 1 il verme si è morso: lo stato diventa OVER e il punteggio migliore viene aggiornato.
Per il docente: L'ordine conta: liberare la coda prima del test permette al verme di inseguire la propria coda, come nel gioco originale. mul richiede l'estensione M di RISC-V, che l'ESP32-C6 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la cella è libera, si scrive la nuova testa: un 1 nella mappa, head_i più 1 mascherato con 255, e colonna e riga nel nuovo elemento dell'anello. Poi, se s2 vale zero, la ricompensa: un punto, nuovo cibo, un suono. Dopo una collisione la funzione salta tutto questo, così lo schermo mostra il verme com'era prima del passo fatale.
Per il docente: La fine di step. Dopo una collisione la funzione salta direttamente all'etichetta 9: non si scrive nulla, e lo schermo mostra il verme com'era prima del passo fatale.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viene corretta: estrae una cella a caso, guarda il suo byte nella mappa, e se la cella è occupata estrae di nuovo, finché non ne esce una libera. La colonna aspetta in s0 mentre si chiede il secondo numero casuale. Il ciclo è breve: anche con il verme più lungo servono in media meno di due tentativi.
Per il docente: Sostituite place_food della Parte 2. Il ciclo finisce presto finché il verme è corto: con 255 celle su 960 la media è meno di due tentativi.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questo è Verm1, Parte 3. Il verme segue la testa e cresce a ogni pasto; girare contro il corpo fa finire la partita; A riporta al titolo, e A di nuovo avvia una nuova partita. Le due schermate vengono dal test automatico: sette celle e quattro tacche dopo quattro pasti, e la schermata di game over.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5 usa il debugger per osservare le strutture dati al lavoro: l'anello che gira, il fronte di un pulsante, il byte che decide una collisione.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un breakpoint sulla prima istruzione di step e riprendete: il programma ora si ferma una volta per passo del verme. Aprite la memoria all'indirizzo di body_x: dopo l'iniziale 03 04 05 compare un byte nuovo a ogni passo. Girate verso il basso: body_x ripete la stessa colonna, mentre body_y, 256 byte più avanti, conta le righe. Mangiate, e confrontate head_i e length prima e dopo: sono cresciuti entrambi di uno. I vecchi byte non vengono mai cancellati: l'anello conserva la storia degli ultimi 256 passi.
Per il docente: I byte delle vecchie posizioni non vengono mai cancellati: l'anello conserva tutta la storia degli ultimi 256 passi, e length dice quanta di essa è ancora verme. Dopo 256 passi la scrittura ricomincia dal primo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fronte del pulsante A, frame per frame. Finché A è su tutto vale zero. Nel frame in cui A scende, s0 vale 0x10 e prev_btn vale ancora 0: l'AND con la negazione dà 0x10, e la transizione avviene. Nei frame successivi A è ancora giù, ma ora anche prev_btn vale 0x10, e il risultato è zero. Un fronte, una transizione, per quanto a lungo si tenga premuto il pulsante.
Per il docente: Mettere un breakpoint su and s1, s0, t1 in verm1_update, tenere premuto A e premere Resume tre volte: s1 vale 0x10 in un solo frame. Il test del file di riferimento tiene premuto A per 28 frame e verifica che avvenga esattamente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domande a cui rispondere con il debugger. Dov'è state, e che cosa contiene mentre giocate e perdete? La mappa è coerente con l'anello: il byte alla riga per 40 più la colonna della testa contiene 1? Che cosa ha visto il passo fatale: alla lbu dopo la seconda mul in step, t1 vale 1 una volta sola, al morso. L'ultima riga è un principio: un programma è giusto quando è giusta la sua memoria.
Per il docente: La terza domanda è la più istruttiva: s0 e s1 contengono la cella in cui la testa voleva entrare, e lo schermo mostra che fa parte del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Calcolate prima la coda: head_i - length + 1 è 1 meno 4 più 1, cioè meno 2. Mascherato con 255 diventa 254. Da lì contate quattro elementi in avanti, rientrando dopo il 255.
Per il docente: Risposta: C. Dalla coda, head_i - length + 1 = -2, cioè 254 dopo AND 255, fino alla testa: 254, 255, 0,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formula della mappa: riga per 40 più colonna. Non scambiate le due: l'opzione con 283 è 7 per 40 più 3.
Per il docente: Risposta: B. 3 x 40 + 7 = 127.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Ragionate in termini di fronti. A è giù per molti frame, ma solo nel primo è «giù adesso e su un frame fa».
Per il docente: Risposta: B. Solo il frame in cui A scende dà s1 = 0x10: un fronte,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passo la coda lascia una cella e la testa ne occupa una. Se sono la stessa cella, quale delle due operazioni va fatta per prima perché la mossa sia lecita?
Per il docente: Risposta: B. Nello stesso passo la coda si sposta: quella cella è libera per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Muri: il verme muore al bordo invece di rientrare. Un verme più lungo all'inizio, magari in funzione del punteggio migliore. Veleno: una seconda cella, blu, che accorcia il verme di una cella. E il punteggio migliore mostrato come tacche nella schermata di game over. Ognuna tocca una o due funzioni. Prima tenete una copia della Parte 3 funzionante.
Per il docente: Muri: in step-head, sostituire ogni rientro con un salto al codice che memorizza OVER. Veleno: muovere la coda due volte in un passo, azzerando entrambi i byte della mappa, senza mai scendere sotto length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funzioni non sono cambiate rispetto alla Parte 2: eat_sound e draw_cell. Sono ristampate nelle due slide successive, con la scritta INVARIATO, così questa presentazione contiene l'intero programma. Il file completo è la somma delle slide con NUOVO e MODIFICATO, più queste due.
Per il docente: File di riferimento di questa parte: verm1/verm1_part3.S (435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eat_sound, come nella Parte 2: cinque argomenti e una chiamata a prg32_audio_note, per una nota di 60 millisecondi.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come nella Parte 2: entrano colonna, riga e colore, le coordinate della cella sono convertite in pixel, e si disegna un rettangolo.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Verm1 ora è un gioco, con uno scopo, un rischio, un inizio e una fine, e ne sapete spiegare ogni riga. È logica sequenziale e memoria scritte come programma: una macchina a tre stati, un anello di byte, una mappa. Tre cose sono ancora grezze: l'intero schermo viene ridisegnato a ogni frame, il punteggio è una fila di tacche, la velocità non cambia mai. Le prossime quattro lezioni aprono la macchina che esegue il vostro codice, e la Parte 4 finisce il gioco.
Per il docente: Gli studenti hanno ora circa 450 righe di assembly che hanno scritto e sanno spiegare. Le prossime quattro lezioni aprono la macchina che le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entra nel gioco: un anello di byte, una mappa del mondo, una macchina a tre stati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“Mostrami le tue tabelle, e di solito non avrò bisogno dei tuoi diagrammi di flusso: saranno ovvi.”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Brooks, The Mythical Man-Month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184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60020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con un corpo che segue la testa e cresce di una cella a ogni pasto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57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73913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che si può perdere: il verme non deve mordersi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35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352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schermate: un titolo, il gioco, un game over, collegate dal pulsante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496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3136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non compare mai sul verme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45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274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 migliore, conservato finché la cartuccia resta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3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5092518"/>
                <a:gridCol w="4546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 finiti: stati, ingressi, transizioni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PLAY, OVER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fronte è un cambiamento, non un livello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 adesso e non un frame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conserva un valore per il clock successivo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prev_btn: i pulsanti dell'ultimo 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un vettore di byte: indirizzo = base + indice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corpo, la mappa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resta nel file e che cosa vive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 e .data; il punteggio migliore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state andando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73307"/>
            <a:ext cx="3240938" cy="20255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2073307"/>
            <a:ext cx="3240938" cy="20255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sette celle dopo quattro pasti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073307"/>
            <a:ext cx="3240938" cy="20255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schermate, un solo programma. Partite da una Parte 2 che gira; se la vostra non gira, copiate verm1_part2.S.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progetto, prima del codice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strutture dati e un diagramma.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corpo è un anello di 256 elementi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24701"/>
            <a:ext cx="5760720" cy="155800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70621"/>
            <a:ext cx="5760720" cy="1558006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716541"/>
            <a:ext cx="5760720" cy="1558006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64922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6876288" y="1417320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vettori di byte, body_x e body_y: l'elemento k contiene la cella di un segmento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492240" y="2624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876288" y="2533523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sposta mai nulla: un passo scrive un elemento nuovo e muove un indice</a:t>
            </a:r>
            <a:endParaRPr lang="en-US" sz="2000" dirty="0"/>
          </a:p>
        </p:txBody>
      </p:sp>
      <p:sp>
        <p:nvSpPr>
          <p:cNvPr id="11" name="Shape 5"/>
          <p:cNvSpPr/>
          <p:nvPr/>
        </p:nvSpPr>
        <p:spPr>
          <a:xfrm>
            <a:off x="6492240" y="37406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876288" y="3649726"/>
            <a:ext cx="476676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descrivono il verme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head_i: l'elemento della testa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length: quanti elementi sono in uso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6492240" y="48370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876288" y="4746117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è l'elemento head_i - length + 1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64922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876288" y="5552440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l'elemento 255 viene l'elemento 0: indice AND 255. Un anello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è una mappa di 960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nuova testa tocca il corpo? Guardare ogni segmento costa fino a 255 confronti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65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012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invece una mappa: un byte per cella, 1 se c'è un segmento, 0 se no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293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2930"/>
            <a:ext cx="6565392" cy="1343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in colonna c della riga r è il byte numero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 x 40 + c, da 0 a 959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suo indirizzo è grid + r x 40 + 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40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765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pone a 1 un byte, la nuova testa, e ne azzera uno, la vecchia coda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di collisione è un solo load, qualunque sia la lunghezza del verme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x 40 + c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a due dimensioni in una memoria a una dimensione: il calcolo dell'indirizzo della Lezione 15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gioco è una macchina a tre stati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682" y="1417320"/>
            <a:ext cx="5736635" cy="31546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76656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150608" y="1417320"/>
            <a:ext cx="449244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766560" y="20071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50608" y="1900767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guarda prima lo stato, poi gli ingressi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6766560" y="28315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50608" y="2725081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premuto significa: giù adesso, su un frame fa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6766560" y="3655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150608" y="3549396"/>
            <a:ext cx="449244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Tenere premuto A non deve saltare il titolo: un fronte, non un livello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377440"/>
                <a:gridCol w="3657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new_game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nuova testa sul corpo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 il punteggio migliore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la memoria del gioco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Nomi, costanti nel file, variabili in RAM.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un pulsante, un colore,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un verde più scuro, 0x03e0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BTN_A è il bit 4 della parola dei pulsanti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sono numeri: 0, 1,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righe .section e .global passano alla slide successiva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.rodata: ciò che resta nel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stringhe e le due tabelle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lettura: il programma qui non scrive mai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potrebbe restare nella flash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ciò che vive in 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sparite: la testa sta nell'anello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.space riserva byte senza dare un nome a ciascuno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+ 256 + 960 byte: il verme e il suo mondo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sopravvive a una partita, non a uno spegnimento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tre stati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la macchina, con funzioni che ancora non fanno nulla.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si parte dal titolo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sceglie soltanto il primo stato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vera e propria la prepara new_game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una foglia: nessun frame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 pulsanti, e i loro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pulsanti adesso; prev_btn = pulsanti di un frame fa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prev_btn è un registro: ritarda di un frame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AND NOT prima: 1 solo dove una pressione è cominciata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e s1 devono sopravvivere alle chiamate: salvati nel frame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ramo per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legge per primo: decide chi guarda gli ingressi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e OVER reagiscono solo a una nuova pressione di 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passa a play_update i pulsanti tenuti premuti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con un nome: u_play, u_start, u_done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che cosa mostrare in ogni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draw_score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draw_worm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del titolo si disegna sempre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solo l'invito, PRESS 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e OVER: punteggio, verme, cibo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132 centra 7 caratteri da 8 pixel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game over, e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due parole sopra la scena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draw_text: bianco su nero, scritto una volta sola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Riempie a3 e a4 e lascia passare a0-a2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quattro funzioni che non fanno nulla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 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only change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Stub: i nomi esistono, quindi il programma si compila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new_game cambia soltanto 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3 e 4 li sostituiscono uno alla volta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una macchina con niente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riga del titolo e PRESS A al centro dello schermo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A: l'invito scompare. Nell'angolo in alto a sinistra c'è una cella rossa: il cibo, alla colonna 0 della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si muove e la partita non può finire: PLAY non ha ancora regole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la variabile state e guardatela passare da 0 a 1 quando premete 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del titolo, poi un campo vuoto con una cella rossa in alto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un verme in memoria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Riempire l'anello e la mappa, e disegnarli.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svuotare la mappa, posare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new_game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byte posti a zero, una sb alla volta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segmenti: colonne 3, 4, 5 della riga 12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è scritto due volte: nell'anello e nella mappa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le variabili, il cibo, PLAY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= 2 e length = 3 descrivono il verme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Direzione, timer e punteggio partono da zero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L'ultima cosa: lo stato diventa PLAY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draw_worm: percorrere l'anello all'indietro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draw_worm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i è l'elemento head_i - i, AND 255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carica un byte come numero senza segno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0 è la testa: un verde più chiaro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draw_score: le tacche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draw_score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della Parte 2, ora una funzione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s0, quindi lo salva e lo ripristina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 uno stub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play_update non fa ancora nulla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esiste, e sta fermo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 verme che sta fermo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un verme di tre celle nella riga 12, colonne da 3 a 5, con la testa a destra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ora è in una cella a caso: new_game chiama place_food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scrivete l'indirizzo di body_x nel campo Memory: i primi byte sono 03 04 05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grid + 12 x 40 + 3: tre byte a 01 in un mare di zeri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verdi, la più a destra più chiara; una cella rossa da qualche parte; nulla si muove.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4: le regole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del verme: decidere, guardare, scrivere.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la vostra update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l'ultimo stub con questa slide e la successiva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guida della Parte 2, con un nome nuovo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arrivano in a0: nessuna chiamata per leggerli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il timer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il timer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Accumulata una cella intera: si chiama step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tre registri da conservare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s1: la cella della nuova testa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s2: zero quando il verme mangia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Devono sopravvivere a place_food: registri 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ricerca in tabella è quella della Parte 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dove sarà la testa?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attuale è l'elemento head_i dell'anello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byte ciascuno per colonna e riga: lbu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sommano dx e dy, si rientra come nella Parte 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scrive ancora nulla: prima bisogna guardare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mangiare, o muovere la coda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comparatore della Parte 2 lascia il risultato in s2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length + 1, la coda resta dov'è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mangiare: trovare la coda, elemento head_i - length + 1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255 celle il verme smette di crescere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liberare la coda, esaminare la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itself: PLAY --&gt;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9f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del byte = riga x 40 + colonna: mul e add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azzera il byte della coda, poi si esamina quello della testa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Così la testa può entrare nella cella appena lasciata dalla coda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lo stato diventa OVER, best viene aggiornato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segna la cella nella mappa: t0 punta ancora lì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+ 1, AND 255: l'anello si chiude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scrivono colonna e riga nel nuovo elemento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s2 vale zero: un punto, nuovo cibo, un suono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place_food: non sul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estrae una cella a caso, poi si guarda la mappa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si estrae di nuovo, finché non esce una cella libera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aspetta in s0 durante la seconda chiamata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quattro pasti: sette celle e quattro tacche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si è morso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il verme segue la testa e cresce; girare contro il corpo fa finire la partita; A riporta al titolo, A di nuovo avvia una nuova partita.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5: guardare la memoria muoversi</a:t>
            </a:r>
            <a:endParaRPr lang="en-US" sz="4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mostra l'anello e la macchina.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l'anello girare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in modalità debug, premete A per avviare una partita, poi mettete in pausa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 e mettete un breakpoint sulla prima istruzione di step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Resume: il programma si ferma una volta per passo del verme, non una volta per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l'indirizzo di body_x nel campo Memory: i byte 03 04 05 dell'inizio, poi 06, 07 ... un byte nuovo per passo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Scendete per qualche passo: body_x ripete la stessa colonna, e body_y, 256 byte più avanti, conta le righe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Mangiate, e confrontate head_i e length prima e dopo: crescono entrambi di uno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il fronte del pulsante A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065064"/>
                <a:gridCol w="1065064"/>
                <a:gridCol w="1420085"/>
                <a:gridCol w="1508840"/>
                <a:gridCol w="1597596"/>
                <a:gridCol w="2840170"/>
                <a:gridCol w="159759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(adesso)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= s0 AND 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vale 0x10 in un solo frame: quello in cui il pulsante scende.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 per il debugger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Dov'è state? Dopo la t0, state in verm1_update, t0 ne contiene l'indirizzo. Guardate 00, 01, 02 mentre giocate e perdete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866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5693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è coerente con l'anello? Mettete in pausa, leggete la testa da body_x e body_y, calcolate riga x 40 + colonna, e guardate quel byte di grid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264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74067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ha visto il passo fatale? Fermatevi sulla lbu che segue la seconda mul in step: t1 vale 1 una volta sola, al morso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giusto quando è giusta la sua memoria: imparate a leggerla</a:t>
            </a:r>
            <a:endParaRPr lang="en-US" sz="2000" dirty="0"/>
          </a:p>
        </p:txBody>
      </p:sp>
      <p:pic>
        <p:nvPicPr>
          <p:cNvPr id="11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head_i = 1 e length = 4. Quali elementi dell'anello contengono il verme?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1, 2, 3, 4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0, 1, 2, 3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254, 255, 0, 1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253, 254, 255, 0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byte di grid descrive la cella in colonna 7 della riga 3?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37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127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283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307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premuto A per due secondi sulla schermata del titolo. Che cosa accade?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e finisce subito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una volta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nulla, finché A non viene rilasciato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si alternano a ogni frame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byte della coda viene azzerato prima di esaminare quello della testa?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risparmiare un'istruzione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testa possa entrare nella cella lasciata dalla coda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sb è più veloce di lbu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non conta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Muri: il verme muore quando esce dallo schermo invece di rientrare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con un verme di cinque celle; poi fate dipendere la lunghezza iniziale dal punteggio migliore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Veleno: una seconda cella, blu, che accorcia il verme di una cella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schermata di game over mostrate il punteggio migliore come tacche sulla seconda riga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tocca una o due funzioni. Tenete una copia della Parte 3 funzionante: la Parte 4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due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eat_sound e draw_cell sono quelle della Parte 2: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due slide successive,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completo è la somma delle slide con NUOVO e MODIFICATO, più queste due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eat_sound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di 60 millisecondi, come nella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Colonna, riga e colore in ingresso; un rettangolo in uscita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gioco: ha uno scopo, un rischio, un inizio e una fine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213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495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a tre stati, un anello di byte, una mappa: logica sequenziale e memoria, scritte come programma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ridisegna l'intero schermo a ogni frame, il punteggio è una fila di tacche, la velocità non cambia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18 a 21 danno gli strumenti: come esegue il processore, chiamate e divisione, come funzionano video e suono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4: il gioco 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</dc:title>
  <dc:subject>Lezione 17</dc:subject>
  <dc:creator>Raffaele Montella</dc:creator>
  <cp:lastModifiedBy>Raffaele Montella</cp:lastModifiedBy>
  <cp:revision>1</cp:revision>
  <dcterms:created xsi:type="dcterms:W3CDTF">2026-10-12T11:28:41Z</dcterms:created>
  <dcterms:modified xsi:type="dcterms:W3CDTF">2026-10-12T11:28:41Z</dcterms:modified>
</cp:coreProperties>
</file>