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33faabe-9634-688b-a83c-fb6a632c3b28}">
          <p14:sldIdLst>
            <p14:sldId id="256"/>
            <p14:sldId id="257"/>
            <p14:sldId id="258"/>
            <p14:sldId id="259"/>
          </p14:sldIdLst>
        </p14:section>
        <p14:section name="Il progetto, prima del codice" id="{6b3353d0-461a-3254-bab5-fe2faafc0134}">
          <p14:sldIdLst>
            <p14:sldId id="260"/>
            <p14:sldId id="261"/>
            <p14:sldId id="262"/>
          </p14:sldIdLst>
        </p14:section>
        <p14:section name="Passo 5: guardare la memoria muoversi" id="{89bc16f6-95a8-36fa-5303-560bc4d08e08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tutorial trasforma Verm1 in un vero gioco. Finora il verme era una sola cella e nulla poteva andare storto. Oggi la memoria entra nel progetto: il verme acquista un corpo che segue la testa e cresce, mordersi pone fine alla partita, e il programma guadagna una schermata del titolo e una di fine partita. La frase di Fred Brooks in copertina è il principio guida della sessione: si scelgano bene le strutture dati, e il codice si scrive quasi da sé. Si introducono due di queste strutture, un anello e una mappa, e il tutorial è in gran parte uno studio di come il loro progetto dia forma al codice.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Terzo tutorial del progetto. Usa le Lezioni da 13 a 16: macchine a stati finiti e rilevamento del fronte (13), registri che conservano il valore precedente (14), la memoria come vettore di byte, indirizzi e indici (15), ciò che resta nel file della cartuccia e ciò che si perde allo spegnimento (16). Il file di riferimento è verm1/verm1_part3.S. La citazione è la seconda metà dell'osservazione di Brooks su diagrammi di flusso e tabelle: con «strutture dati» al posto di «tabelle» è il motto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 verme con un corpo che segue la testa e cresce di una cella a ogni pasto. Un gioco che si può perdere. Tre schermate, titolo, gioco e fine partita, collegate dal pulsante A. Un cibo che non compare mai sul verme. E un punteggio migliore, conservato finché la cartuccia resta in memoria. È il passo più grande del progetto: il file raddoppia circa di lunghezza, quindi i passi vanno seguiti in ordine e il programma eseguito ogni volta che una slide lo chiede.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idee del blocco su stato e memoria, e dove compaiono oggi. La macchina a stati finiti della Lezione 13 diventa i tre stati del gioco. Il fronte, un cambiamento e non un livello, diventa "A premuto ora e non un frame fa". Il registro che conserva un valore fino al clock successivo diventa prev_btn. La memoria come array di byte, dalla Lezione 15, diventa il corpo e la mappa del mondo. E la distinzione tra ciò che resta nel file e ciò che vive in RAM, dalla Lezione 16, diventa .rodata, .data e il punteggio migliore.
Per il docente: Il frame è il clock della nostra macchina: update calcola lo stato prossimo dallo stato presente e dagli ingressi, esattamente come nella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schermate da costruire: il titolo con il suo invito, il gioco con un verme di sette celle dopo quattro pasti, e la schermata di fine partita. Sono un solo programma in tre stati. La sessione parte da una Parte 2 funzionante; uno studente il cui file non gira copia il file di riferimento della Parte 2.
Per il docente: Schermate prodotte da tools/tests/verm1_check.py con un giocatore programmato.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corpo è memorizzato in due array di 256 byte, body_x e body_y, e la voce k contiene colonna e riga di un segmento. Nulla viene mai fatto scorrere. Due numeri descrivono il verme: head_i, l'indice della testa, e length, il numero di voci in uso, così che la coda sia la voce head_i - length + 1. Un passo scrive una nuova voce dopo la testa e fa avanzare head_i; se il verme ha mangiato la coda resta, altrimenti avanza anch'essa. Dopo la voce 255 viene la voce 0, un AND con 255: l'array è un anello, o buffer circolare. Ogni passo costa un tempo costante, qualunque sia la lunghezza del verme.
DA COMPRENDERE OGGI: gli array in memoria.
Per il docente: Un buffer circolare, la struttura che sta dietro ogni coda FIFO (first in, first out); l'aritmetica degli indirizzi è quella della Lezione 15. Muovere un verme di 200 celle costa quanto muoverne uno di 3. La dimensione 256 è scelta perché il ritorno a capo sia un solo AND: una potenza di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stabilire se la nuova testa tocca il corpo, il programma potrebbe confrontarla con ogni segmento, fino a 255 confronti per passo. Tiene invece una mappa del mondo: un byte per ciascuna delle 960 celle, 1 se un segmento la occupa e 0 altrimenti. La cella nella colonna c della riga r è il byte r × 40 + c. Un passo pone a 1 un byte e ne azzera un altro, e il test di collisione diventa un solo caricamento. È il classico scambio di memoria con tempo. Il suo prezzo è un invariante da mantenere: mappa e anello devono sempre concordare.
DA COMPRENDERE OGGI: gli array in memoria.
Per il docente: Memoria in cambio di tempo: lo scambio classico. La mappa e l'anello dicono la stessa cosa in due modi, e il programma deve tenerli coerenti: ogni scrittura nell'una è accoppiata a una scrittura nell'altro.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diagramma degli stati del gioco, come nella Lezione 13: TITLE passa a PLAY quando si preme A; PLAY passa a OVER quando il verme si morde; OVER torna a TITLE quando si preme A. La tabella aggiunge l'azione associata a ogni transizione. Un dettaglio decide se la macchina funziona: "A premuto" deve significare premuto ora e rilasciato un frame fa, un fronte e non un livello. Altrimenti tenere premuto A attraverserebbe gli stati al ritmo di uno per frame, il difetto anticipato nel riscaldamento della Lezione 13.
DA COMPRENDERE OGGI: macchine a stati finiti.
Per il docente: Il diagramma e la tabella della Lezione 13, per il nostro gioco. In ogni altro caso lo stato non cambia. Disegnarlo alla lavagna prima di mostrare il codice: il codice è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pone un breakpoint sulla prima istruzione di step e si riprende l'esecuzione: il programma ora si ferma una volta per passo del verme. Si apre la vista della memoria all'indirizzo di body_x: dopo i 03 04 05 iniziali, a ogni passo compare un nuovo byte. Girando verso il basso, body_x ripete la stessa colonna mentre body_y, 256 byte più avanti, conta le righe. Dopo un pasto si confrontano head_i e length prima e dopo: entrambi sono aumentati di uno. I vecchi byte non si cancellano mai, così l'anello registra la storia degli ultimi 256 passi.
DA UTILIZZARE OGGI: il debugger di PRG32-QT (si usa, non si studia, in questo corso).
Per il docente: I byte delle vecchie posizioni non vengono mai cancellati: l'anello conserva tutta la storia degli ultimi 256 passi, e length dice quanta di essa è ancora verme. Dopo 256 passi la scrittura ricomincia dal primo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fronte del pulsante A, frame per frame. Finché A è rilasciato, tutto è zero. Nel frame in cui A viene premuto, s0 vale 0x10 e prev_btn vale ancora 0: l'AND con la negazione dà 0x10, e la transizione avviene. Nei frame successivi A resta premuto, ma ora anche prev_btn vale 0x10, e il risultato è zero. Un fronte, una transizione, per quanto a lungo si tenga premuto il pulsante: il rilevatore di fronti della Lezione 13, con una parola di memoria come flip-flop e il frame come clock.
DA UTILIZZARE OGGI: il debugger di PRG32-QT (si usa, non si studia, in questo corso).
Per il docente: Mettere un breakpoint su and s1, s0, t1 in verm1_update, tenere premuto A e premere Resume tre volte: s1 vale 0x10 in un solo frame. Il test del file di riferimento tiene premuto A per 28 frame e verifica che avvenga esattamente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domande a cui rispondere con il debugger. Dov'è state, e che cosa contiene durante il gioco e dopo aver perso? La mappa è coerente con l'anello, cioè il byte in riga × 40 + colonna della testa contiene 1? Che cosa ha osservato il passo fatale: all'lbu dopo la seconda mul in step, t1 vale 1 esattamente una volta, al morso. L'ultima riga enuncia un principio che va ben oltre questo gioco: un programma è corretto quando la sua memoria è corretta, e i suoi invarianti sono ciò che rende la memoria verificabile.
DA UTILIZZARE OGGI: il debugger di PRG32-QT (si usa, non si studia, in questo corso).
Per il docente: La terza domanda è la più istruttiva: s0 e s1 contengono la cella in cui la testa voleva entrare, e lo schermo mostra che fa parte del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si calcola prima la coda: head_i - length + 1 è 1 - 4 + 1 = -2, che mascherato con 255 diventa 254. Da lì si contano quattro voci in avanti, ricominciando dopo 255.
Per la seconda vale la formula della mappa: riga × 40 + colonna. Le due non vanno scambiate; l'opzione con 283 è 7 × 40 + 3.
Per il docente: 1. Risposta: C. Dalla coda, head_i - length + 1 = -2, cioè 254 dopo AND 255, fino alla testa: 254, 255, 0, 1.
2. Risposta: B. 3 x 40 + 7 = 127.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si ragiona in termini di fronti. A resta premuto per molti frame, ma solo nel primo di essi è "premuto ora e rilasciato un frame fa".
Per la seconda: in un passo la coda libera una cella e la testa ne occupa una. Se sono la stessa cella, la domanda è quale delle due operazioni debba venire prima perché la mossa sia lecita.
Per il docente: 1. Risposta: B. Solo il frame in cui A scende dà s1 = 0x10: un fronte, una transizione.
2. Risposta: B. Nello stesso passo la coda si sposta: quella cella è libera per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situazione attuale. Verm1 è ora un gioco, con un obiettivo, un rischio, un inizio e una fine, e ogni sua riga si può spiegare. È logica sequenziale e memoria espresse come programma: una macchina a tre stati, un anello di byte, una mappa. Restano tre aspetti grezzi: l'intero schermo viene ridisegnato a ogni frame, il punteggio è una fila di tacche, e la velocità non cambia mai. Le prossime quattro lezioni aprono la macchina che esegue il codice, e la Parte 4 completa il gioco.
Stato di apprendimento, riepilogo.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Gli studenti hanno ora circa 450 righe di assembly che hanno scritto e sanno spiegare. Le prossime quattro lezioni aprono la macchina che le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entra nel gioco: un anello di byte, una mappa del mondo, una macchina a tre stati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“Mostrami le tue tabelle, e di solito non avrò bisogno dei tuoi diagrammi di flusso: saranno ovvi.”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Brooks, The Mythical Man-Month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17-Architettura_dei_Calcolatori-Verm1_Parte_3-Lab.pptx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184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60020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con un corpo che segue la testa e cresce di una cella a ogni pasto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57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73913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che si può perdere: il verme non deve mordersi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35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352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schermate: un titolo, il gioco, un game over, collegate dal pulsante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496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3136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non compare mai sul verme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45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274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 migliore, conservato finché la cartuccia resta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3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5092518"/>
                <a:gridCol w="4546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 finiti: stati, ingressi, transizioni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PLAY, OVER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fronte è un cambiamento, non un livello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 adesso e non un frame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conserva un valore per il clock successivo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prev_btn: i pulsanti dell'ultimo 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un vettore di byte: indirizzo = base + indice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corpo, la mappa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resta nel file e che cosa vive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 e .data; il punteggio migliore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state andando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73307"/>
            <a:ext cx="3240938" cy="20255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2073307"/>
            <a:ext cx="3240938" cy="20255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sette celle dopo quattro pasti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073307"/>
            <a:ext cx="3240938" cy="20255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schermate, un solo programma. Partite da una Parte 2 che gira; se la vostra non gira, copiate verm1_part2.S.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corpo è un anello di 256 elementi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4701"/>
            <a:ext cx="5760720" cy="1558006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0621"/>
            <a:ext cx="5760720" cy="155800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16541"/>
            <a:ext cx="5760720" cy="1558006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64922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876288" y="1417320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vettori di byte, body_x e body_y: l'elemento k contiene la cella di un segmento</a:t>
            </a:r>
            <a:endParaRPr lang="en-US" sz="2000" dirty="0"/>
          </a:p>
        </p:txBody>
      </p:sp>
      <p:sp>
        <p:nvSpPr>
          <p:cNvPr id="13" name="Shape 6"/>
          <p:cNvSpPr/>
          <p:nvPr/>
        </p:nvSpPr>
        <p:spPr>
          <a:xfrm>
            <a:off x="6492240" y="2624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876288" y="2533523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sposta mai nulla: un passo scrive un elemento nuovo e muove un indice</a:t>
            </a:r>
            <a:endParaRPr lang="en-US" sz="2000" dirty="0"/>
          </a:p>
        </p:txBody>
      </p:sp>
      <p:sp>
        <p:nvSpPr>
          <p:cNvPr id="15" name="Shape 8"/>
          <p:cNvSpPr/>
          <p:nvPr/>
        </p:nvSpPr>
        <p:spPr>
          <a:xfrm>
            <a:off x="6492240" y="37406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876288" y="3649726"/>
            <a:ext cx="476676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descrivono il verme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head_i: l'elemento della testa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length: quanti elementi sono in uso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6492240" y="48370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876288" y="4746117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è l'elemento head_i - length + 1</a:t>
            </a:r>
            <a:endParaRPr lang="en-US" sz="2000" dirty="0"/>
          </a:p>
        </p:txBody>
      </p:sp>
      <p:sp>
        <p:nvSpPr>
          <p:cNvPr id="19" name="Shape 12"/>
          <p:cNvSpPr/>
          <p:nvPr/>
        </p:nvSpPr>
        <p:spPr>
          <a:xfrm>
            <a:off x="64922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876288" y="5552440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l'elemento 255 viene l'elemento 0: indice AND 255. Un anello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è una mappa di 960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nuova testa tocca il corpo? Guardare ogni segmento costa fino a 255 confronti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65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012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invece una mappa: un byte per cella, 1 se c'è un segmento, 0 se no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293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2930"/>
            <a:ext cx="6565392" cy="1343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in colonna c della riga r è il byte numero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 x 40 + c, da 0 a 959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suo indirizzo è grid + r x 40 + 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40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765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pone a 1 un byte, la nuova testa, e ne azzera uno, la vecchia coda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di collisione è un solo load, qualunque sia la lunghezza del verme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x 40 + c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a due dimensioni in una memoria a una dimensione: il calcolo dell'indirizzo della Lezione 15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gioco è una macchina a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82" y="1417320"/>
            <a:ext cx="5736635" cy="31546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76656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150608" y="1417320"/>
            <a:ext cx="449244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6766560" y="20071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50608" y="1900767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guarda prima lo stato, poi gli ingressi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6766560" y="28315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50608" y="2725081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premuto significa: giù adesso, su un frame fa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6766560" y="3655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50608" y="3549396"/>
            <a:ext cx="449244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Tenere premuto A non deve saltare il titolo: un fronte, non un livello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377440"/>
                <a:gridCol w="3657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new_game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nuova testa sul corpo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 il punteggio migliore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l'anello girare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in modalità debug, premete A per avviare una partita, poi mettete in pausa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 e mettete un breakpoint sulla prima istruzione di step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Resume: il programma si ferma una volta per passo del verme, non una volta per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l'indirizzo di body_x nel campo Memory: i byte 03 04 05 dell'inizio, poi 06, 07 ... un byte nuovo per passo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Scendete per qualche passo: body_x ripete la stessa colonna, e body_y, 256 byte più avanti, conta le righe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Mangiate, e confrontate head_i e length prima e dopo: crescono entrambi di uno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il fronte del pulsante 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065064"/>
                <a:gridCol w="1065064"/>
                <a:gridCol w="1420085"/>
                <a:gridCol w="1508840"/>
                <a:gridCol w="1597596"/>
                <a:gridCol w="2840170"/>
                <a:gridCol w="159759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(adesso)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= s0 AND 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vale 0x10 in un solo frame: quello in cui il pulsante scende.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 per il debugger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Dov'è state? Dopo la t0, state in verm1_update, t0 ne contiene l'indirizzo. Guardate 00, 01, 02 mentre giocate e perdete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866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5693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è coerente con l'anello? Mettete in pausa, leggete la testa da body_x e body_y, calcolate riga x 40 + colonna, e guardate quel byte di grid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264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74067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ha visto il passo fatale? Fermatevi sulla lbu che segue la seconda mul in step: t1 vale 1 una volta sola, al morso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giusto quando è giusta la sua memoria: imparate a leggerla</a:t>
            </a:r>
            <a:endParaRPr lang="en-US" sz="2000" dirty="0"/>
          </a:p>
        </p:txBody>
      </p:sp>
      <p:pic>
        <p:nvPicPr>
          <p:cNvPr id="11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head_i = 1 e length = 4. Quali elementi dell'anello contengono il verme?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1, 2, 3, 4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0, 1, 2, 3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254, 255, 0, 1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253, 254, 255, 0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byte di grid descrive la cella in colonna 7 della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127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283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307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premuto A per due secondi sulla schermata del titolo. Che cosa accade?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e finisce subito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una volta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nulla, finché A non viene rilasciato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si alternano a ogni frame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byte della coda viene azzerato prima di esaminare quello della testa?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risparmiare un'istruzione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testa possa entrare nella cella lasciata dalla coda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sb è più veloce di lbu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non conta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gioco: ha uno scopo, un rischio, un inizio e una fine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213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495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a tre stati, un anello di byte, una mappa: logica sequenziale e memoria, scritte come programma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ridisegna l'intero schermo a ogni frame, il punteggio è una fila di tacche, la velocità non cambia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18 a 21 danno gli strumenti: come esegue il processore, chiamate e divisione, come funzionano video e suono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4: il gioco 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</dc:title>
  <dc:subject>Lezione 17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