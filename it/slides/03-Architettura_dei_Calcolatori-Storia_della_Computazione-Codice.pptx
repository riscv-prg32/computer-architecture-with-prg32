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79717de-4845-ed4e-4a31-c38e720be05f}">
          <p14:sldIdLst>
            <p14:sldId id="256"/>
            <p14:sldId id="257"/>
          </p14:sldIdLst>
        </p14:section>
        <p14:section name="Il programma completo" id="{004c6699-a024-45ba-1ca7-b82146f0762d}">
          <p14:sldIdLst>
            <p14:sldId id="258"/>
            <p14:sldId id="259"/>
            <p14:sldId id="260"/>
            <p14:sldId id="261"/>
            <p14:sldId id="262"/>
          </p14:sldIdLst>
        </p14:section>
        <p14:section name="Eseguire e provare" id="{3c1166e0-2bed-4e45-1284-9a5e488e097e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35856f7b-111e-e171-69ca-6776ce027a0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03.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esercizi. Il primo chiede di disegnare le quattro unità e di mettere in ciascuna qualcosa del programma della Lezione 02: verifica che per voi l'architettura non sia uno schema astratto. Il secondo chiede di classificare sei invenzioni come modi di rappresentare l'informazione o di prescrivere operazioni; il programma memorizzato è il caso interessante, perché unifica le due cose. Il terzo è sulla macchina: usate i contatori del debugger per confrontare quante istruzioni eseguono per frame due giochi.
Per il docente: Rappresentare: abaco, Pascalina (cifre come posizioni di ruote), algebra di Boole. Prescrivere: il telaio di Jacquard, le schede della macchina analitica, il programma memorizzato, che unifica le due cose: un programma è esso stesso informazione rappresentata. Il terzo esercizio non ha una risposta fissa: i contatori dipendono dal gioco e dal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03: Storia della computazione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Storia della computazione: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game_spaceinva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03: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code/l03.S, 94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03: History of Computing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l03.S: the stored program: a program that reads one of its own instructions as 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row of 32 lamps showing 0x00130313, the machine code of addi t1,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t1, 1, and a green square: the word read is the one expected.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l03.S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l03 --name l03 --out l03.prg32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l03_draw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l03_update: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instruction of the program.  For von Neumann's machine it is a number in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memory as the data: the program can load it like any other word.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push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norvc      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32 bits long: no compressed form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specimen: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pop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l03_draw: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specimen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an instruction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and the instruction, read as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show its 32 bits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0x00130313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assembler should have produced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equal: instructions are numbers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152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l03.S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riga di 32 lampade che mostra 0x00130313, il codice macchina di addi t1, t1, 1, e un quadrato verde: la parola letta è quella attesa.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l03 --out l03.prg32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l03 --name l03 --architecture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le quattro unità dell'architettura di von Neumann e scrivete, dentro ciascuna, una cosa del programma della Lezione 02 che vi risiede o vi accade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53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41245"/>
            <a:ext cx="1043604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ciascuno dite se è un modo nuovo di rappresentare l'informazione o di prescrivere operazioni: l'abaco, il telaio di Jacquard, la Pascalina, l'algebra di Boole, le schede perforate della macchina analitica, il programma memorizzato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42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915918"/>
            <a:ext cx="1043604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dallo Store due dei quattro giochi rétro, o compilateli da examples/games; con i contatori del debugger trovate quante istruzioni esegue ciascuno per frame, e confrontate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e ALU: l'esecuzione di addi. Memoria: counter e le istruzioni stesse. Unità di controllo: il prelievo di ogni istruzione. Ingresso/uscita: la barra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Storia della computazione: il codice</dc:title>
  <dc:subject>Lezione 03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