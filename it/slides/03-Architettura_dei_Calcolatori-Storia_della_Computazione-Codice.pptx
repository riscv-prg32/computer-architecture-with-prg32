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cfe9a71-276c-1d4b-4ac4-71214221877b}">
          <p14:sldIdLst>
            <p14:sldId id="256"/>
            <p14:sldId id="257"/>
          </p14:sldIdLst>
        </p14:section>
        <p14:section name="Il programma completo" id="{9d10171e-310c-0e00-f30d-ce969619bcf1}">
          <p14:sldIdLst>
            <p14:sldId id="258"/>
            <p14:sldId id="259"/>
            <p14:sldId id="260"/>
            <p14:sldId id="261"/>
            <p14:sldId id="262"/>
          </p14:sldIdLst>
        </p14:section>
        <p14:section name="Eseguire e provare" id="{adb0fa74-8a56-a1ad-9e56-7316ddb87e3a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1fc68e16-5f8e-a8c6-ae43-8ee52a1eb25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03.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~/arc12/code/l03.S;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~/arc12/code/l03.S;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esercizi. Il primo chiede di disegnare le quattro unità e di mettere in ciascuna qualcosa del programma della Lezione 02: verifica che per voi l'architettura non sia uno schema astratto. Il secondo chiede di classificare sei invenzioni come modi di rappresentare l'informazione o di prescrivere operazioni; il programma memorizzato è il caso interessante, perché unifica le due cose. Il terzo è sulla macchina: usate i contatori del debugger per confrontare quante istruzioni eseguono per frame due giochi.
Per il docente: Rappresentare: abaco, Pascalina (cifre come posizioni di ruote), algebra di Boole. Prescrivere: il telaio di Jacquard, le schede della macchina analitica, il programma memorizzato, che unifica le due cose: un programma è esso stesso informazione rappresentata. Il terzo esercizio non ha una risposta fissa: i contatori dipendono dal gioco e dal momento.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03: Storia della computazione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Storia della computazione: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03-Architettura_dei_Calcolatori-Storia_della_Computazione.pptx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spaceinva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listato nella Lezione 03: questa presentazione vi dà il programma da eseguire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code/l03.S, 94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03: History of Computing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l03.S: the stored program: a program that reads one of its own instructions as 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row of 32 lamps showing 0x00130313, the machine code of addi t1,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t1, 1, and a green square: the word read is the one expected.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l03.S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l03 --name l03 --out l03.prg32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l03_update: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instruction of the program.  For von Neumann's machine it is a number in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memory as the data: the program can load it like any other word.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push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norvc           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32 bits long: no compressed form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specimen: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pop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specimen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ADDRESS of an instruction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and the instruction, read as 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show its 32 bits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0x00130313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the assembler should have produced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s0, t0,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equal: instructions are numbers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152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riga di 32 lampade che mostra 0x00130313, il codice macchina di addi t1, t1, 1, e un quadrato verde: la parola letta è quella attesa.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l03 --out l03.prg32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l03.prg32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l03-esp32c6.prg32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l03-esp32c6.prg32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l03;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le quattro unità dell'architettura di von Neumann e scrivete, dentro ciascuna, una cosa del programma della Lezione 02 che vi risiede o vi accade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5953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41245"/>
            <a:ext cx="10436047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ciascuno dite se è un modo nuovo di rappresentare l'informazione o di prescrivere operazioni: l'abaco, il telaio di Jacquard, la Pascalina, l'algebra di Boole, le schede perforate della macchina analitica, il programma memorizzato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420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915918"/>
            <a:ext cx="1043604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dallo Store due dei quattro giochi rétro, o compilateli da examples/games; con i contatori del debugger trovate quante istruzioni esegue ciascuno per frame, e confrontate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e ALU: l'esecuzione di addi. Memoria: counter e le istruzioni stesse. Unità di controllo: il prelievo di ogni istruzione. Ingresso/uscita: la barra sullo schermo.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Storia della computazione: il codice</dc:title>
  <dc:subject>Lezione 03</dc:subject>
  <dc:creator>Raffaele Montella</dc:creator>
  <cp:lastModifiedBy>Raffaele Montella</cp:lastModifiedBy>
  <cp:revision>1</cp:revision>
  <dcterms:created xsi:type="dcterms:W3CDTF">2026-10-13T10:41:32Z</dcterms:created>
  <dcterms:modified xsi:type="dcterms:W3CDTF">2026-10-13T10:41:32Z</dcterms:modified>
</cp:coreProperties>
</file>