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77d2936c-322b-291b-6b13-6c26cf9c074b}">
          <p14:sldIdLst>
            <p14:sldId id="256"/>
            <p14:sldId id="257"/>
            <p14:sldId id="258"/>
          </p14:sldIdLst>
        </p14:section>
        <p14:section name="La piattaforma, in dettaglio" id="{8d6e8f0e-448a-7f2f-3a4a-137b78f83373}">
          <p14:sldIdLst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Passo 2: installare la toolchain" id="{e4b6af03-74f5-7234-5af6-d41aa600ac6d}">
          <p14:sldIdLst>
            <p14:sldId id="265"/>
          </p14:sldIdLst>
        </p14:section>
        <p14:section name="Quando qualcosa non funziona" id="{5b215689-a232-013c-b03d-8f90db3d03cf}">
          <p14:sldIdLst>
            <p14:sldId id="266"/>
            <p14:sldId id="267"/>
            <p14:sldId id="268"/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lezione è un'officina, in due sensi: si lavora con le mani, e si esce con un posto in cui costruire cose. Qui non c'è teoria. Alla fine il vostro portatile esegue PRG32-QT, il compilatore per RISC-V è installato, e una cartuccia compilata da voi è ferma nel debugger. La citazione sull'ascia giustifica le due ore spese sugli strumenti: ogni lezione successiva presuppone che compilare ed eseguire un programma vi costi un comando e dieci secondi.
Per il docente: Novità del 2026/27: una lezione pratica. Gli studenti portano il portatile; alla fine ognuno ha PRG32-QT funzionante e una cartuccia compilata con la propria toolchain. I passi vengono dal README di PRG32, dalla documentazione di PRG32-QT e dal capitolo 3 del libro di PRG32. I comandi del passo 3 sono stati eseguiti su macOS con PRG32-QT; le installazioni su Windows e Linux seguono le istruzioni ufficiali e non sono state eseguite per queste slide. Chiedere agli studenti di fare a casa, prima della lezione, il lungo scaricamento del passo 2: la rete dell'aula non regge sessanta copie di ESP-IDF. I numeri di versione sono quelli di ottobre 2026: controllare le pagine dei rilasci prima della lezione.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risultati, nell'ordine in cui li raggiungerete: un quadro della piattaforma, PRG32-QT installato, la toolchain installata e verificata, una cartuccia compilata e ferma nel debugger, e un elenco di rimedi per i guasti più comuni. Trattatelo come una lista di controllo. Se uscite dalla lezione con i soli primi due, potete già seguire il corso; il terzo e il quarto devono essere a posto prima della Lezione 02, quando scriverete il primo programma.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L'installazione ha quattro livelli, e non servono tutti. Il livello 1, PRG32-QT, richiede cinque minuti e permette di giocare con qualunque cartuccia e di farne il debug. Il livello 2, ESP-IDF e il repository di PRG32, è uno scaricamento corposo e permette di compilare cartucce proprie: serve a tutti prima della Lezione 02. Il livello 3, l'emulatore QEMU, e il livello 4, il kit fisico, sono facoltativi. La didascalia è la riga importante per chi si preoccupa dei costi: il corso si segue con i livelli 1 e 2, senza scheda.
Per il docente: Il livello 1 richiede cinque minuti. Il livello 2 è uno scaricamento corposo e richiede da mezz'ora a un'ora: a casa, con una buona connessione. I livelli 3 e 4 sono per i curiosi, e per il laboratorio.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nome PRG32 indica quattro cose. Un firmware, il programma residente che possiede schermo, pulsanti e suono. Un formato di cartuccia, il vostro gioco in un solo piccolo file. Uno strumento sul portatile, il comando python3 -m prg32, che compila, carica e impacchetta. E uno Store, dove si condividono i giochi finiti. Il vostro codice è vero codice macchina RISC-V a 32 bit, e incontra il firmware attraverso un contratto di tre funzioni: init, chiamata una volta, poi update e draw, chiamate a ogni frame. La Lezione 02 parte esattamente da questo contratto.
Per il docente: github.com/riscv-prg32/PRG32. Il runtime chiama init una volta, poi update e draw a ogni frame: la Lezione 02 parte da questo contratto.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Seguite un programma da sinistra a destra. Scrivete un file sorgente in assembly o in C. Il compilatore della toolchain RISC-V lo trasforma in codice macchina. Il risultato è una cartuccia, un file con codice, dati e una breve intestazione. La cartuccia viene caricata via rete su un host, e lì il runtime ne chiama le tre funzioni. I primi tre riquadri stanno sul portatile e richiedono il livello 2; gli ultimi due sono un host, che può essere PRG32-QT, QEMU o la scheda. Lo stesso file gira su tutti e tre perché raggiunge il runtime attraverso una tabella di funzioni, l'ABI.
Per il docente: Il compilatore è riscv32-esp-elf-gcc, installato da ESP-IDF. La cartuccia viene caricata all'indirizzo 0x40800000 e raggiunge il runtime attraverso una tabella di funzioni, l'ABI: per questo lo stesso file gira su tre host diversi.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kit è una piccola console montata su breadboard. Il suo cuore è un ESP32-C6, un chip con un core RISC-V a 160 MHz e il Wi-Fi. Attorno ci sono un display a colori da 2,8 pollici, uno o due amplificatori audio, un joystick e qualche pulsante, ciascuno collegato direttamente a un piedino del chip. Notate i due numeri dello schermo: il pannello ha 320 per 240 pixel, e i giochi disegnano in un'area di 320 per 200. Il gioco arriva alla scheda via Wi-Fi. Per seguire il corso il kit non serve; il laboratorio ne ha alcuni.
Per il docente: Display: ILI9341 su SPI. Audio: MAX98357A su I2S. L'elenco dei componenti e i collegamenti sono in docs/hardware del repository di PRG32. Il laboratorio dispone di kit.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cartuccia, tre host. Leggete la tabella per righe. Sulla scheda e in QEMU il codice gira in modo nativo, su un chip vero o emulato; in PRG32-QT è interpretato, un'istruzione dopo l'altra. Scheda e QEMU richiedono la toolchain; PRG32-QT no, per giocare e fare debug. L'esecuzione passo-passo richiede strumenti aggiuntivi sui primi due, ed è integrata nel terzo. Una regola pratica: usate la scheda quando volete la verità sul tempo, e PRG32-QT quando volete la verità su un registro.
Per il docente: Usate la scheda quando volete la verità sul tempo, e PRG32-QT quando volete la verità su un registro. Perché un ESP32-C3 in QEMU? Espressif mantiene per quel chip un emulatore maturo e con grafica; esegue le stesse istruzioni RISC-V, e la cartuccia non se ne accorge.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PRG32-QT è la console in forma di applicazione: contiene un interprete di RV32IMAC e offre alla cartuccia le stesse funzioni del firmware. Tre cose da ricordare. I profili di velocità in Settings: Accurate, quello predefinito, temporizzato come l'ESP32-C6; Optimal, trenta frame al secondo; Unlimited. Il navigatore dello Store, che scarica ed esegue le cartucce pubblicate. E il debugger, che mostra assembly, registri e memoria ed esegue un'istruzione alla volta. Accurate è il profilo da tenere: vi dice quando il vostro programma sarebbe troppo lento sul chip vero.
Per il docente: github.com/riscv-prg32/PRG32-QT. Accurate addebita a ogni istruzione e a ogni chiamata un costo in cicli di un clock a 160 MHz: non è un modello esatto al ciclo del chip, ma è abbastanza vicino da far vedere quando un frame è in ritardo.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Sulla tastiera il joystick sono i tasti freccia, oppure W A S D; il pulsante A è Z oppure J; il pulsante B è X oppure K; Start e Select sono Invio oppure Spazio. In PRG32-QT, Esc lascia il gioco e torna a Setup. Un dettaglio di QEMU sorprende tutti la prima volta: i tasti vanno battuti nel terminale da cui QEMU è stato avviato, non nella finestra che mostra l'immagine. Se un gioco in QEMU sembra morto, cliccate sul terminale.
Per il docente: Un controller di gioco USB o Bluetooth viene riconosciuto da PRG32-QT appena lo si collega. QEMU legge la tastiera dal terminale che lo ha lanciato, non dalla finestra con l'immagine: la sorpresa classica.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Un'idea sola spiega ogni installazione e quasi ogni problema. Il compilatore arriva con ESP-IDF, il kit di sviluppo di Espressif, installato per due chip: esp32c6, il kit, ed esp32c3, l'emulatore. Ma ESP-IDF non è attivo da solo: ogni nuovo terminale deve attivarlo prima che gli strumenti si possano trovare. Il riquadro a destra mostra il messaggio che incontrerete di sicuro, idf.py: command not found. Non significa che qualcosa è rotto. Significa che ESP-IDF non è attivo nel terminale in cui state scrivendo.
Per il docente: Su Windows attivare significa aprire ESP-IDF PowerShell; su macOS e Linux, eseguire export.sh. Il sintomo è sempre lo stesso: idf.py, oppure riscv32-esp-elf-gcc, non trovato.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Leggete la tabella da sinistra a destra: che cosa vedete, che cosa significa, che cosa fare. La prima riga copre la maggior parte dei casi: idf.py: command not found significa che ESP-IDF non è attivo in questo terminale. No module named prg32 significa che non siete nella cartella PRG32. Una connessione rifiutata significa che PRG32-QT non è in esecuzione, o che un firewall blocca la porta 8080. Quando chiedete aiuto, incollate il comando e il messaggio completo come testo: una fotografia dello schermo non si può né cercare né copiare.
Per il docente: La prima riga copre la maggior parte dei casi. docs/usage/troubleshooting.md del repository di PRG32 ha l'elenco completo. Quando chiedete aiuto, incollate il comando e l'intero messaggio: mai una fotografia dello schermo.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verifiche, una per ogni cosa che avete fatto: PRG32-QT esegue un gioco dello Store; in un nuovo terminale il doctor mostra solo OK; cartridge build produce pong.prg32; upload-and-run lo avvia; in modalità debug pausa e passo funzionano. Se ne manca una, l'ultima colonna dice quale passo ripetere. Chi è bloccato venga a ricevimento o in laboratorio prima della Lezione 02, con il portatile.
Per il docente: Cinque spunte e l'officina è pronta. Chi è bloccato viene a ricevimento, o in laboratorio, prima della Lezione 02: con il portatile.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Pensate a che cosa implica «un nuovo terminale» prima di rispondere. Nulla è stato disinstallato, PRG32-QT non c'entra con questo comando, e per il doctor non serve alcuna scheda. L'attivazione dura quanto il terminale in cui è stata fatta, quindi un terminale nuovo parte senza. Il rimedio è quello della routine quotidiana: export.sh, oppure ESP-IDF PowerShell.
La domanda separa due attività: compilare una cartuccia ed eseguirla. Il compilatore serve solo per la prima. La scheda e QEMU eseguono il vero firmware, che va compilato; PRG32-QT interpreta la cartuccia e ha un proprio debugger, quindi è l'unico host a cui non serve altro.
Per il docente: 1. Risposta: B. L'attivazione dura quanto il terminale: eseguite export.sh, oppure aprite ESP-IDF PowerShell.
2. Risposta: C. PRG32-QT interpreta la cartuccia e ha un debugger integrato; il compilatore serve solo per compilare le cartucce.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cartuccia non viene ricompilata, e non contiene tre programmi. Una cartuccia portabile non chiama il firmware a indirizzi fissi: passa da una tabella di funzioni, l'ABI, e ogni host fornisce quella tabella. È questo il significato dell'opzione --portable, e la ragione per cui il file è lo stesso in ogni colonna della tabella dei tre host.
Per il docente: Risposta: C. Una cartuccia portabile dipende soltanto dall'ABI, la tabella di funzioni del runtime, che ogni host fornisce.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Dieci termini che incontrerete in ogni documento su PRG32, con l'italiano usato di solito in aula. Tre meritano attenzione. Una toolchain è la catena di programmi che trasforma un sorgente in un eseguibile: compilatore, assemblatore, linker. To flash significa scrivere un programma nella memoria flash di un chip. Un host è la macchina su cui gira una cartuccia: la scheda, QEMU o PRG32-QT.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frasi da tenere. PRG32 è un runtime, un formato di cartuccia, uno strumento e uno Store, e una cartuccia gira invariata su tre host. PRG32-QT basta per giocare e fare debug; ESP-IDF e il repository servono per compilare. ESP-IDF va attivato in ogni nuovo terminale. E avete completato il ciclo di tutto il corso: compilare, inviare, fermare nel debugger. Le letture sono i file README dei due repository; la Lezione 02 usa questa officina per il vostro primo programma in assembly.
Per il docente: A seguire: Lezione 02, il primo programma in assembly RISC-V, scritto dagli studenti nell'officina appena allestita.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01: Installazione di PRG32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 e PRG32-QT: allestire la propria officina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piattaforma in dettaglio, e l'installazione passo per passo su Windows, macOS e Linux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“Datemi sei ore per abbattere un albero e passerò le prime quattro ad affilare l'ascia.”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attribuita ad Abraham Lincoln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prg32qt_debug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0277" y="4251960"/>
            <a:ext cx="2648036" cy="1828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avrete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quadro chiaro dei pezzi di PRG32: runtime, cartuccia, strumenti, host, Store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1460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496312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installato sul portatile: potete giocare con qualunque cartuccia e guardarci dentro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toolchain RISC-V installata e verificata: potete compilare cartucce vostre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67258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65429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cartuccia compilata da voi, in esecuzione in PRG32-QT, ferma nel debugger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75157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73328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elenco di che cosa fare quando qualcosa non funziona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Quattro livelli: installate ciò che vi serve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924535"/>
                <a:gridCol w="3361944"/>
                <a:gridCol w="4370527"/>
                <a:gridCol w="243740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Livello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Installate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Potete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PRG32-QT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giocare con le cartucce, scaricarle dallo Store, usare il debugger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tutti, oggi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e il repository di PRG32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compilare cartucce vostre da assembly o da C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tutti, prima della Lezione 02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l'emulatore QEMU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eseguire il vero firmware sul portatile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facoltativo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kit: una scheda ESP32-C6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eseguire su hardware reale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facoltativo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corso si può seguire con i soli livelli 1 e 2. Non serve alcuna scheda.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PRG32: runtime, formato di file, insieme di strumenti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piattaforma open source per insegnare l'assembly RISC-V e il C, sviluppata alla Parthenope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36012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76941"/>
            <a:ext cx="6565392" cy="21760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Quattro cose, un nome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firmware residente: il programma che possiede schermo, pulsanti e suono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formato di cartuccia: il vostro gioco in un solo piccolo file, .prg32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uno strumento sul portatile: python3 -m prg32 compila, carica, impacchetta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Cartridge Store: dove si condividono i giochi finiti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480699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4723807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codice gira come vero codice macchina RISC-V a 32 bit, RV32IMAC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566661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583428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contratto tra il vostro gioco e il runtime è fatto di tre funzioni: init, update, draw</a:t>
            </a:r>
            <a:endParaRPr lang="en-US" sz="1900" dirty="0"/>
          </a:p>
        </p:txBody>
      </p:sp>
      <p:pic>
        <p:nvPicPr>
          <p:cNvPr id="11" name="Image 0" descr="/Users/raffaelemontella/devel/riscv-prg32/computer-architecture-with-prg32/tools/assets/prg32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385155"/>
            <a:ext cx="3779215" cy="236201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github.com/riscv-prg32/PRG32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Dal vostro file allo schermo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74520"/>
            <a:ext cx="1926275" cy="2468880"/>
          </a:xfrm>
          <a:prstGeom prst="roundRect">
            <a:avLst>
              <a:gd name="adj" fmla="val 379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2057400"/>
            <a:ext cx="1651955" cy="685800"/>
          </a:xfrm>
          <a:prstGeom prst="roundRect">
            <a:avLst>
              <a:gd name="adj" fmla="val 10667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verm1.S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880360"/>
            <a:ext cx="165195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sorgente: assembly o C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2520635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40675" y="1874520"/>
            <a:ext cx="1926275" cy="2468880"/>
          </a:xfrm>
          <a:prstGeom prst="roundRect">
            <a:avLst>
              <a:gd name="adj" fmla="val 379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77835" y="2057400"/>
            <a:ext cx="1651955" cy="685800"/>
          </a:xfrm>
          <a:prstGeom prst="roundRect">
            <a:avLst>
              <a:gd name="adj" fmla="val 10667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compilatore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2977835" y="2880360"/>
            <a:ext cx="165195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toolchain RISC-V lo trasforma in codice macchina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812670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32710" y="1874520"/>
            <a:ext cx="1926275" cy="2468880"/>
          </a:xfrm>
          <a:prstGeom prst="roundRect">
            <a:avLst>
              <a:gd name="adj" fmla="val 379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69870" y="2057400"/>
            <a:ext cx="1651955" cy="685800"/>
          </a:xfrm>
          <a:prstGeom prst="roundRect">
            <a:avLst>
              <a:gd name="adj" fmla="val 10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verm1.prg32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5269870" y="2880360"/>
            <a:ext cx="165195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cartuccia: codice, dati, un'intestazione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104705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24745" y="1874520"/>
            <a:ext cx="1926275" cy="2468880"/>
          </a:xfrm>
          <a:prstGeom prst="roundRect">
            <a:avLst>
              <a:gd name="adj" fmla="val 379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61905" y="2057400"/>
            <a:ext cx="1651955" cy="685800"/>
          </a:xfrm>
          <a:prstGeom prst="roundRect">
            <a:avLst>
              <a:gd name="adj" fmla="val 10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caricamento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7561905" y="2880360"/>
            <a:ext cx="165195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rete, verso un host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9396740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716780" y="1874520"/>
            <a:ext cx="1926275" cy="2468880"/>
          </a:xfrm>
          <a:prstGeom prst="roundRect">
            <a:avLst>
              <a:gd name="adj" fmla="val 379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853940" y="2057400"/>
            <a:ext cx="1651955" cy="685800"/>
          </a:xfrm>
          <a:prstGeom prst="roundRect">
            <a:avLst>
              <a:gd name="adj" fmla="val 10667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853940" y="2880360"/>
            <a:ext cx="165195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chiama init, update, draw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548640" y="470916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" y="4800600"/>
            <a:ext cx="105457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primi tre riquadri stanno sul vostro portatile e richiedono il livello 2. Gli ultimi due sono un host: PRG32-QT, QEMU o la scheda.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kit: una console su breadboard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Espressif ESP32-C6: un core RISC-V a 160 MHz, con Wi-Fi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29800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99323"/>
            <a:ext cx="546811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display a colori da 2,8 pollici, 320 per 240 pixel: i giochi disegnano in un'area di 320 per 200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40537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306699"/>
            <a:ext cx="546811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 o due piccoli amplificatori audio, un joystick e dei pulsanti, collegati direttamente ai piedini del chip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51275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14076"/>
            <a:ext cx="546811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gioco arriva via Wi-Fi: la scheda crea una rete di nome PRG32, e voi le caricate la cartuccia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62013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21452"/>
            <a:ext cx="546811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serve per seguire il corso: tutto gira sul vostro portatile</a:t>
            </a:r>
            <a:endParaRPr lang="en-US" sz="2100" dirty="0"/>
          </a:p>
        </p:txBody>
      </p:sp>
      <p:pic>
        <p:nvPicPr>
          <p:cNvPr id="13" name="Image 0" descr="/Users/raffaelemontella/devel/riscv-prg32/computer-architecture-with-prg32/tools/assets/kit_bread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997906"/>
            <a:ext cx="4876495" cy="3136507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kit PRG32 su breadboard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 modi di eseguire la stessa cartuccia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000632"/>
                <a:gridCol w="2728135"/>
                <a:gridCol w="3091886"/>
                <a:gridCol w="327376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Scheda ESP32-C6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di Espressif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PRG32-QT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 gira il codice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modo nativo sul chip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modo nativo su un ESP32-C3 emulato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codice RV32IMAC interpretato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 una toolchain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 (ESP-IDF)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 (ESP-IDF)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per giocare e fare debug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cartuccia arriva con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caricamento Wi-Fi, Store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copia nell'immagine della flash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importazione di file, Store, caricamento HTTP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Esecuzione passo-passo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JTAG e GDB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GDB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debugger integrato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Gira su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kit hardware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Windows, Linux, macOS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desktop, Raspberry Pi, iOS, Android, TV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file della cartuccia è lo stesso in ogni colonna.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PRG32-QT: la console sul vostro portatile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Un'applicazione per Windows, macOS, Linux, Raspberry Pi, telefoni, tablet e televisori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26669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83511"/>
            <a:ext cx="546811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Contiene un interprete di RV32IMAC: esegue la vostra cartuccia istruzione per istruzione, e le offre le stesse funzioni del firmware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32727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244088"/>
            <a:ext cx="5468112" cy="139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velocità, in Settings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Accurate: temporizzata come l'ESP32-C6, è quella predefinita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Optimal: 30 frame al secondo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Unlimited: veloce quanto il vostro portatile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490042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817237"/>
            <a:ext cx="546811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navigatore dello Store, per scaricare ed eseguire le cartucce pubblicate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566661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83428"/>
            <a:ext cx="546811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debugger: assembly, registri, memoria, breakpoint, un'istruzione alla volta</a:t>
            </a:r>
            <a:endParaRPr lang="en-US" sz="1900" dirty="0"/>
          </a:p>
        </p:txBody>
      </p:sp>
      <p:pic>
        <p:nvPicPr>
          <p:cNvPr id="13" name="Image 0" descr="/Users/raffaelemontella/devel/riscv-prg32/computer-architecture-with-prg32/tools/assets/prg32qt_play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881553"/>
            <a:ext cx="4876495" cy="336921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che esegue una cartuccia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comandi, sulla tastiera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901616"/>
                <a:gridCol w="3925716"/>
                <a:gridCol w="426708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Sul kit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PRG32-QT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QEMU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Joystick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tasti freccia, oppure W A S D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gli stessi, battuti nel terminale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Pulsante 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 oppure J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 oppure J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Pulsante B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oppure K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oppure K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 / Select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Invio oppure Spazio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Invio oppure Spazio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Uscire dal gioco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Esc: si torna a Setup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chiudere QEMU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Un'idea dietro ogni installazione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compilatore per la famiglia ESP32 arriva con ESP-IDF, il kit di sviluppo di Espressif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37159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65172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richiede ESP-IDF 5.4 o successivo, installato per due chip: esp32c6, il kit, ed esp32c3, l'emulatore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56031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53892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ESP-IDF non è attivo da solo: ogni nuovo terminale deve attivarlo prima che gli strumenti funzionino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74903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642612"/>
            <a:ext cx="6565392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 un solo comando fa tutto: python3 -m prg32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25602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149596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Quasi tutti i problemi di installazione sono ESP-IDF non attivo nel terminale in cui state scrivendo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38160" y="1645920"/>
            <a:ext cx="32305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messaggio che incontrerete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2286000"/>
            <a:ext cx="3230575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idf.py: command not found</a:t>
            </a:r>
            <a:endParaRPr lang="en-US" sz="1900" dirty="0"/>
          </a:p>
          <a:p>
            <a:pPr indent="0" marL="0">
              <a:buNone/>
            </a:pP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ESP-IDF non è attivo in questo terminale. Attivatelo e riprovate.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Risoluzione dei problemi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oppure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riscv32-esp-elf-gcc mancante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compilatori non sono stati installati, o non sono attivi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./install.sh esp32c3,esp32c6, poi export.sh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module named prg32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 siete nella cartella PRG32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 nella cartella che avete clonato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PRG32-QT non è in esecuzione, o un firewall blocca la porta 8080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avviatelo; consentitelo;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macOS non apre PRG32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l'applicazione viene da fuori dell'App Store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clic destro, Apri; oppure Privacy e sicurezza, Apri comunque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Linux: PRG32 non parte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Qt di sistema è più vecchio della 6.5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distribuzione più recente, o compilare da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cliccate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Pronti per la Lezione 02?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682733"/>
                <a:gridCol w="8192799"/>
                <a:gridCol w="221888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PRG32-QT parte ed esegue un gioco dello Store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passo 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un nuovo terminale, dopo aver attivato ESP-IDF, doctor mostra solo OK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passo 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cartridge build produce pong.prg32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passo 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upload-and-run lo avvia in PRG32-QT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passo 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modalità debug, pausa e passo funzionano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passo 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un nuovo terminale, python3 -m prg32 doctor dice: idf.py missing. Qual è la causa più probabile?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ESP-IDF va installato di nuovo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ESP-IDF non è attivo in questo terminale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non è in esecuzione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non è collegata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Quale host permette di eseguire una cartuccia e farne il debug senza installare un compilatore?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ESP32-C6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QEMU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lo stesso pong.prg32 gira sulla scheda, su QEMU e su PRG32-QT?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viene ricompilato a ogni avvio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contiene tre programmi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chiama il runtime attraverso la stessa tabella di funzioni su ogni host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lo traduce in C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Glossario: inglese e italiano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375"/>
                <a:gridCol w="3328325"/>
                <a:gridCol w="2060391"/>
                <a:gridCol w="332832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toolchain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catena di strumenti di sviluppo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firmware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firmware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cartridge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cartuccia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ambiente di esecuzione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emulator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emulatore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interpreter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interprete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build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compilare (costruire)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flash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scrivere nella memoria flash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macchina ospite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breakpoint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punto di interruzione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Riepilogo e letture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è un runtime, un formato di cartuccia, uno strumento e uno Store; una cartuccia gira invariata sulla scheda, su QEMU e su PRG32-QT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37902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72602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basta per giocare e fare debug; ESP-IDF e il repository di PRG32 servono per compilare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23430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27883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ESP-IDF va attivato in ogni nuovo terminale: ricordatelo e la maggior parte dei problemi sparisce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08959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983165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Avete compilato una cartuccia, l'avete inviata a PRG32-QT e l'avete fermata nel debugger: il ciclo di tutto il corso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494487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838446"/>
            <a:ext cx="10710367" cy="1333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Letture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README e docs/usage di github.com/riscv-prg32/PRG32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README e docs di github.com/riscv-prg32/PRG32-QT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Playing with RISC-V: i capitoli sull'installazione e su PRG32-QT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PRG32 e PRG32-QT: allestire la propria officina</dc:title>
  <dc:subject>Lezione 01</dc:subject>
  <dc:creator>Raffaele Montella</dc:creator>
  <cp:lastModifiedBy>Raffaele Montella</cp:lastModifiedBy>
  <cp:revision>1</cp:revision>
  <dcterms:created xsi:type="dcterms:W3CDTF">2026-10-13T08:56:24Z</dcterms:created>
  <dcterms:modified xsi:type="dcterms:W3CDTF">2026-10-13T08:56:24Z</dcterms:modified>
</cp:coreProperties>
</file>