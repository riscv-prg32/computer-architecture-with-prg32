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27ed294-a337-00ba-cadd-c44527be594c}">
          <p14:sldIdLst>
            <p14:sldId id="256"/>
            <p14:sldId id="257"/>
            <p14:sldId id="258"/>
          </p14:sldIdLst>
        </p14:section>
        <p14:section name="La piattaforma, in dettaglio" id="{5ebcbc46-c493-cb38-2216-16850cc57356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Passo 1: installare PRG32-QT" id="{9aad4dc2-a3d0-fd0c-5048-a55b0053bea1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asso 2: installare la toolchain" id="{bcfb7073-8ace-6b8e-b500-97a9c9f50fa0}">
          <p14:sldIdLst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Passo 3: la prima compilazione" id="{5beadbff-9a8d-faa9-df10-f7ee68063f45}">
          <p14:sldIdLst>
            <p14:sldId id="280"/>
            <p14:sldId id="281"/>
            <p14:sldId id="282"/>
            <p14:sldId id="283"/>
            <p14:sldId id="284"/>
          </p14:sldIdLst>
        </p14:section>
        <p14:section name="Facoltativo: QEMU e il kit" id="{8291c152-b228-2a02-dbf4-d42df2368204}">
          <p14:sldIdLst>
            <p14:sldId id="285"/>
            <p14:sldId id="286"/>
            <p14:sldId id="287"/>
          </p14:sldIdLst>
        </p14:section>
        <p14:section name="Quando qualcosa non funziona" id="{210a14ee-339c-9650-a053-9d4f5c4a6e07}">
          <p14:sldIdLst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è un'officina, in due sensi: si lavora con le mani, e si esce con un posto in cui costruire cose. Qui non c'è teoria. Alla fine il vostro portatile esegue PRG32-QT, il compilatore per RISC-V è installato, e una cartuccia compilata da voi è ferma nel debugger. La citazione sull'ascia giustifica le due ore spese sugli strumenti: ogni lezione successiva presuppone che compilare ed eseguire un programma vi costi un comando e dieci secondi.
Per il docente: Novità del 2026/27: una lezione pratica. Gli studenti portano il portatile; alla fine ognuno ha PRG32-QT funzionante e una cartuccia compilata con la propria toolchain. I passi vengono dal README di PRG32, dalla documentazione di PRG32-QT e dal capitolo 3 del libro di PRG32. I comandi del passo 3 sono stati eseguiti su macOS con PRG32-QT; le installazioni su Windows e Linux seguono le istruzioni ufficiali e non sono state eseguite per queste slide. Chiedere agli studenti di fare a casa, prima della lezione, il lungo scaricamento del passo 2: la rete dell'aula non regge sessanta copie di ESP-IDF. I numeri di versione sono quelli di ottobre 2026: controllare le pagine dei rilasci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risultati, nell'ordine in cui li raggiungerete: un quadro della piattaforma, PRG32-QT installato, la toolchain installata e verificata, una cartuccia compilata e ferma nel debugger, e un elenco di rimedi per i guasti più comuni. Trattatelo come una lista di controllo. Se uscite dalla lezione con i soli primi due, potete già seguire il corso; il terzo e il quarto devono essere a posto prima della Lezione 02, quando scriverete il primo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L'installazione ha quattro livelli, e non servono tutti. Il livello 1, PRG32-QT, richiede cinque minuti e permette di giocare con qualunque cartuccia e di farne il debug. Il livello 2, ESP-IDF e il repository di PRG32, è uno scaricamento corposo e permette di compilare cartucce proprie: serve a tutti prima della Lezione 02. Il livello 3, l'emulatore QEMU, e il livello 4, il kit fisico, sono facoltativi. La didascalia è la riga importante per chi si preoccupa dei costi: il corso si segue con i livelli 1 e 2, senza scheda.
Per il docente: Il livello 1 richiede cinque minuti. Il livello 2 è uno scaricamento corposo e richiede da mezz'ora a un'ora: a casa, con una buona connessione. I livelli 3 e 4 sono per i curiosi, e per il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installare qualcosa conviene sapere quali sono i pezzi e come si incastrano. Le prossime sei slide descrivono la piattaforma: che cos'è PRG32, come un file sorgente diventa qualcosa sullo schermo, che cosa contiene il kit, le tre macchine su cui gira una cartuccia, PRG32-QT, e i tasti che sostituiscono il joystick.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PRG32 indica quattro cose. Un firmware, il programma residente che possiede schermo, pulsanti e suono. Un formato di cartuccia, il vostro gioco in un solo piccolo file. Uno strumento sul portatile, il comando python3 -m prg32, che compila, carica e impacchetta. E uno Store, dove si condividono i giochi finiti. Il vostro codice è vero codice macchina RISC-V a 32 bit, e incontra il firmware attraverso un contratto di tre funzioni: init, chiamata una volta, poi update e draw, chiamate a ogni frame. La Lezione 02 parte esattamente da questo contratto.
Per il docente: github.com/riscv-prg32/PRG32. Il runtime chiama init una volta, poi update e draw a ogni frame: la Lezione 02 parte da questo contratto.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Seguite un programma da sinistra a destra. Scrivete un file sorgente in assembly o in C. Il compilatore della toolchain RISC-V lo trasforma in codice macchina. Il risultato è una cartuccia, un file con codice, dati e una breve intestazione. La cartuccia viene caricata via rete su un host, e lì il runtime ne chiama le tre funzioni. I primi tre riquadri stanno sul portatile e richiedono il livello 2; gli ultimi due sono un host, che può essere PRG32-QT, QEMU o la scheda. Lo stesso file gira su tutti e tre perché raggiunge il runtime attraverso una tabella di funzioni, l'ABI.
Per il docente: Il compilatore è riscv32-esp-elf-gcc, installato da ESP-IDF. La cartuccia viene caricata all'indirizzo 0x40800000 e raggiunge il runtime attraverso una tabella di funzioni, l'ABI: per questo lo stesso file gira su tre host diversi.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è una piccola console montata su breadboard. Il suo cuore è un ESP32-C6, un chip con un core RISC-V a 160 MHz e il Wi-Fi. Attorno ci sono un display a colori da 2,8 pollici, uno o due amplificatori audio, un joystick e qualche pulsante, ciascuno collegato direttamente a un piedino del chip. Notate i due numeri dello schermo: il pannello ha 320 per 240 pixel, e i giochi disegnano in un'area di 320 per 200. Il gioco arriva alla scheda via Wi-Fi. Per seguire il corso il kit non serve; il laboratorio ne ha alcuni.
Per il docente: Display: ILI9341 su SPI. Audio: MAX98357A su I2S. L'elenco dei componenti e i collegamenti sono in docs/hardware del repository di PRG32. Il laboratorio dispone di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cartuccia, tre host. Leggete la tabella per righe. Sulla scheda e in QEMU il codice gira in modo nativo, su un chip vero o emulato; in PRG32-QT è interpretato, un'istruzione dopo l'altra. Scheda e QEMU richiedono la toolchain; PRG32-QT no, per giocare e fare debug. L'esecuzione passo-passo richiede strumenti aggiuntivi sui primi due, ed è integrata nel terzo. Una regola pratica: usate la scheda quando volete la verità sul tempo, e PRG32-QT quando volete la verità su un registro.
Per il docente: Usate la scheda quando volete la verità sul tempo, e PRG32-QT quando volete la verità su un registro. Perché un ESP32-C3 in QEMU? Espressif mantiene per quel chip un emulatore maturo e con grafica; esegue le stesse istruzioni RISC-V, e la cartuccia non se ne accorge.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la console in forma di applicazione: contiene un interprete di RV32IMAC e offre alla cartuccia le stesse funzioni del firmware. Tre cose da ricordare. I profili di velocità in Settings: Accurate, quello predefinito, temporizzato come l'ESP32-C6; Optimal, trenta frame al secondo; Unlimited. Il navigatore dello Store, che scarica ed esegue le cartucce pubblicate. E il debugger, che mostra assembly, registri e memoria ed esegue un'istruzione alla volta. Accurate è il profilo da tenere: vi dice quando il vostro programma sarebbe troppo lento sul chip vero.
Per il docente: github.com/riscv-prg32/PRG32-QT. Accurate addebita a ogni istruzione e a ogni chiamata un costo in cicli di un clock a 160 MHz: non è un modello esatto al ciclo del chip, ma è abbastanza vicino da far vedere quando un frame è in ritardo.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Sulla tastiera il joystick sono i tasti freccia, oppure W A S D; il pulsante A è Z oppure J; il pulsante B è X oppure K; Start e Select sono Invio oppure Spazio. In PRG32-QT, Esc lascia il gioco e torna a Setup. Un dettaglio di QEMU sorprende tutti la prima volta: i tasti vanno battuti nel terminale da cui QEMU è stato avviato, non nella finestra che mostra l'immagine. Se un gioco in QEMU sembra morto, cliccate sul terminale.
Per il docente: Un controller di gioco USB o Bluetooth viene riconosciuto da PRG32-QT appena lo si collega. QEMU legge la tastiera dal terminale che lo ha lanciato, non dalla finestra con l'immagine: la sorpresa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Primo passo: installare PRG32-QT. Richiede circa cinque minuti e non servono né un compilatore né un account. Fatelo adesso, in aula, sul vostro portatile: tutte le slide successive di questa lezione presuppongono che l'applicazione parta.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Trovate la riga del vostro sistema e scaricate quel file dalla pagina Releases del repository di PRG32-QT, sempre dall'ultimo rilascio. Windows ha un installatore, macOS un'immagine disco (una per Apple Silicon, una per Intel), Linux e Raspberry Pi OS un pacchetto Debian. Il numero 0.4.1 è la versione di ottobre 2026: quando leggerete potrà essere più alto, e i nomi dei file seguono lo stesso schema. Se non sapete quale Mac avete, la slide su macOS dice come scoprirlo.
Per il docente: Da github.com/riscv-prg32/PRG32-QT, Releases, l'ultimo rilascio. 0.4.1 è la versione di ottobre 2026: i nomi dei file seguono questo schema con il numero corrente. Il file SHA256SUMS-platforms.txt elenca le somme di controllo. Nella stessa pagina ci sono i pacchetti per Android e Android TV.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le mosse sono quattro: scaricare il file Setup, eseguirlo, accettare la cartella proposta, e avviare PRG32 dal menu Start. Possono comparire due avvisi, entrambi previsti. SmartScreen può mostrare un riquadro blu perché l'installatore non viene dal Microsoft Store: scegliete Ulteriori informazioni, poi Esegui comunque. Il firewall può chiedere un permesso: concedetelo sulle reti private. PRG32-QT ascolta sulla porta 8080 per ricevere le cartucce dagli strumenti, e lo userete nel passo 3.
Per il docente: L'installatore contiene le librerie Qt e il runtime del compilatore: non c'è altro da installare. La domanda del firewall compare perché PRG32-QT ascolta sulla porta 8080 le cartucce inviate dagli strumenti: il passo 3 la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un Mac, scoprite prima quale processore avete: menu Apple, Informazioni su questo Mac. «Chip Apple M...» significa il file ARM64; «Processore Intel» significa quello Intel. Aprite l'immagine disco e trascinate PRG32 su Applicazioni. Al primo avvio macOS può rifiutarsi di aprire un'applicazione che non viene dall'App Store: clic destro e Apri, oppure Privacy e sicurezza nelle Impostazioni di Sistema. Poi accettate le connessioni in entrata e l'accesso alla rete locale, che servono all'applicazione per ricevere le cartucce.
Per il docente: Il passo del primo avvio serve se macOS dice che lo sviluppatore non può essere verificato: l'applicazione è distribuita fuori dall'App Store. I due permessi servono all'interfaccia di dispositivo sulla porta 8080 e al suo annuncio sulla rete locale.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Linux la metà superiore del listato installa il pacchetto: apt install con ./ davanti al nome del file installa il file insieme a ciò da cui dipende. Il programma è poi /usr/bin/PRG32. Il requisito da controllare è Qt 6.5 o successivo: Debian 13 e Ubuntu 25.04 lo hanno; Ubuntu 24.04 no. La metà inferiore è l'alternativa per i sistemi più vecchi, la compilazione da sorgente con lo script del repository. Le righe che cominciano con # sono commenti: non vanno battute.
Per il docente: Il pacchetto dipende dai pacchetti Qt 6 QML, Multimedia e WebSockets della distribuzione. Dove il Qt di sistema è più vecchio della 6.5, installate Qt con l'installatore online di qt.io e compilate con quello. Su Raspberry Pi OS usate il pacchetto ARM64, oppure scripts/build-raspbian.sh.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prima esecuzione. Avviate PRG32-QT: la schermata Setup è la stessa che il firmware mostra sul kit. Scegliete Browse Store, prendete un gioco, scaricatelo e scegliete Run Cartridge. Giocate con i tasti freccia, Z e X; Esc vi riporta indietro. Poi aprite Settings e guardate i tre profili. Il riquadro verde dice che aspetto ha il successo: un gioco dello Store gira sul vostro portatile. Se il catalogo resta vuoto, il problema è la rete, non PRG32-QT.
Per il docente: Lo Store predefinito è store.prg32.uniparthenope.it. Se l'elenco resta vuoto, il portatile non raggiunge Internet oppure c'è di mezzo un proxy: Settings mostra l'indirizzo dello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le tre schermate che dovreste aver visto: il menu Setup, il navigatore dello Store e Settings. Hanno lo stesso aspetto su ogni sistema operativo. Confrontatele con il vostro schermo; se corrispondono, il livello 1 è completo, e da ora potete eseguire qualunque cartuccia e guardarci dentro. Se non corrispondono, alzate la mano adesso e non più tardi.
Per il docente: Schermate dalla documentazione di PRG32 e PRG32-QT (macOS).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Secondo passo: la toolchain, cioè il compilatore e i programmi che gli stanno intorno. È la parte lunga: uno scaricamento di qualche gigabyte che andava avviato a casa. Le slide danno prima l'idea, poi i comandi per ciascun sistema, poi la routine quotidiana, e infine il comando che controlla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Un'idea sola spiega ogni installazione e quasi ogni problema. Il compilatore arriva con ESP-IDF, il kit di sviluppo di Espressif, installato per due chip: esp32c6, il kit, ed esp32c3, l'emulatore. Ma ESP-IDF non è attivo da solo: ogni nuovo terminale deve attivarlo prima che gli strumenti si possano trovare. Il riquadro a destra mostra il messaggio che incontrerete di sicuro, idf.py: command not found. Non significa che qualcosa è rotto. Significa che ESP-IDF non è attivo nel terminale in cui state scrivendo.
Per il docente: Su Windows attivare significa aprire ESP-IDF PowerShell; su macOS e Linux, eseguire export.sh. Il sintomo è sempre lo stesso: idf.py, oppure riscv32-esp-elf-gcc, non trovato.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Windows i primi tre passi usano installatori grafici: Git, Python, e l'ESP-IDF Tools Installer, in cui si scelgono un rilascio 5.4 o successivo e i target esp32c3 ed esp32c6. L'installatore crea un collegamento chiamato ESP-IDF PowerShell: lavorate sempre in quella finestra, mai in un terminale qualsiasi. I cinque comandi clonano il repository di PRG32, installano due pacchetti Python ed eseguono il doctor. Su Windows l'interprete si chiama python, non python3.
Per il docente: Dal README di PRG32. Un'alternativa per chi preferisce un editor: Visual Studio Code con l'estensione Espressif ESP-IDF, che installa la stessa toolchain. Evitate cartelle con spazi o lettere accentate nel percorso: i vecchi strumenti di compilazione non li gradiscono.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macOS i blocchi sono tre. Homebrew installa i prerequisiti. Poi si clona ESP-IDF e install.sh scarica i compilatori per i due chip: abbiate pazienza, è la parte lunga. La riga . ./export.sh comincia con un punto e uno spazio, e il punto conta: fa sì che lo script modifichi il terminale in cui siete, invece di una copia che scompare. L'ultimo blocco clona PRG32 ed esegue il doctor. Gli stessi comandi funzionano su Apple Silicon e su Intel.
Per il docente: Dal README di PRG32. git può chiedere prima di installare gli strumenti da riga di comando di Xcode: accettate. Il clone ricorsivo e install.sh scaricano qualche gigabyte.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 Debian e Ubuntu il primo blocco è un unico lungo comando apt, spezzato su tre righe dalle barre rovesciate: copiatelo intero. I passi 2 e 3 sono identici a quelli di macOS. Sulle altre distribuzioni i pacchetti sono gli stessi, con altri nomi. L'ultima nota riguarda solo chi ha un kit: il vostro utente deve appartenere al gruppo dialout per raggiungere la porta seriale della scheda, e bisogna uscire dalla sessione e rientrare perché la modifica abbia effetto.
Per il docente: Dal README di PRG32. Il gruppo dialout dà accesso alla porta seriale della scheda: dopo il comando uscite dalla sessione e rientrate. Non serve per PRG32-QT né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è la routine quotidiana, e previene l'errore più comune delle prime settimane. In ogni nuovo terminale, prima di ogni altra cosa, attivate ESP-IDF con export.sh e spostatevi nella cartella PRG32. Due alias risparmiano battute: get_idf attiva, prg sta per python3 -m prg32. Su Windows, aprire ESP-IDF PowerShell fa lo stesso. Provate una volta di proposito: aprite un nuovo terminale, eseguite il doctor senza attivare, e leggete l'errore. Avendolo visto qui, più avanti lo riconoscerete subito.
Per il docente: L'errore più comune delle prime settimane. Far chiudere il terminale agli studenti, aprirne uno nuovo ed eseguire doctor senza attivare: devono vedere l'errore una volta, qui, e non durante un tutorial.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doctor controlla l'installazione e stampa una riga per ogni controllo. [OK] idf.py found significa che ESP-IDF è attivo. [OK] riscv32-esp-elf-gcc found significa che il compilatore RISC-V è raggiungibile. Le righe sulle partizioni significano che la cartella PRG32 è completa. Una riga che comincia con [ERROR] dice che cosa non va e che cosa fare: leggetela fino in fondo prima di chiedere aiuto. Quando tutte le righe sono OK, il livello 2 è fatto. Le ultime righe del listato mostrano l'errore che si ottiene in un terminale dove ESP-IDF non è attivo.
Per il docente: Messaggi del doctor di ottobre 2026. I quattro slot per le cartucce, da cart0 a cart3, sono regioni della memoria flash della scheda: 131072 byte ciascuno. Se doctor passa, il livello 2 è fatto.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Terzo passo: usare ciò che avete installato. Compilate una cartuccia da un esempio del repository, la inviate a PRG32-QT e la fermate nel debugger. È il ciclo di tutto il corso in miniatura: compilare, eseguire, guardare dentro.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cartridge build prende un file sorgente e scrive un file .prg32. Tre opzioni meritano di essere capite. --entry-prefix pong_c è il nome che nel sorgente precede _init, _update e _draw. --portable produce una cartuccia che gira su ogni host, non su una sola immagine del firmware. --out dà il nome al risultato. Lo strumento risponde con la dimensione del codice: un intero Pong sono circa tremila byte. Qui il sorgente è in C, preso dagli esempi, così provate il compilatore senza scrivere un programma.
Per il docente: Pong in C dagli esempi del repository: dimostra che il compilatore funziona senza dover scrivere un programma. Nella Lezione 02 il sorgente è vostro, in assembly, e il comando è lo stesso. Su Windows scrivete python e mettete il comando su una riga sola.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deve essere in esecuzione. Il primo comando, runtime, gli chiede il suo stato: se risponde, la connessione funziona. Il secondo, upload-and-run, memorizza la cartuccia nello slot cart0 e la avvia; il gioco compare nella finestra di PRG32-QT. Il comando dice esp32c6 perché, per lo strumento, PRG32-QT si comporta come una scheda che ascolta sulla porta 8080. Lo stesso comando con l'indirizzo di una scheda vera, http://192.168.4.1, manda il gioco lì. Senza gli strumenti si può anche importare il file dal menu di PRG32-QT.
Per il docente: Eseguito per queste slide su macOS. Se localhost non risponde, leggete l'indirizzo sulla schermata Setup di PRG32-QT e usate quello. Senza gli strumenti: in PRG32-QT importate il file pong.prg32 e scegliete Run Cartridge. Lo stesso comando con --url http://192.168.4.1 invia il gioco a una scheda vera.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Ora aprite la macchina. In Settings attivate Run cartridges in RISC-V debug mode ed eseguite di nuovo la cartuccia: il gioco è a sinistra, la macchina a destra. Pausa: è evidenziata un'istruzione, la prossima a essere eseguita. Qualche passo: l'evidenziazione si sposta e alcuni registri cambiano. Update e Draw mostrano quelle due funzioni della cartuccia. Riprendete, poi abbassate la velocità e guardate il gioco al rallentatore. Oggi non ci si aspetta che capiate i registri; conta che il debugger si apra e obbedisca.
Per il docente: Solo un primo sguardo: la Lezione 02 spiega che cosa sono i registri. Oggi conta che il debugger si apra e risponda. La modalità debug resta attiva finché non la si disattiva. Pausa, ripresa e passo sono i tre pulsanti di trasporto del debugger, disegnati come in un lettore video: due barre, un triangolo, un triangolo con una barra. Le slide e i tutorial li chiamano Pause, Resume e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Ecco che cosa dovreste vedere: a destra il listato in assembly con l'istruzione corrente evidenziata, i trentadue registri, una finestra sulla memoria e i contatori del frame. Ogni elemento di questa immagine sarà spiegato nelle prossime lezioni, a cominciare dai registri nella Lezione 02. Se vedete questa schermata con una cartuccia compilata da voi, la vostra officina è completa.
Per il docente: Dalla documentazione di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ultimi due livelli sono facoltativi. QEMU esegue il vero firmware su un chip emulato, sul portatile. Il kit è l'hardware reale. Nessuno dei due serve per superare l'esame; vale la pena provarli entrambi se siete curiosi di sapere che cosa c'è sotto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3 ha tre parti: le librerie che servono all'emulatore per la sua finestra, l'emulatore stesso, e tre comandi dello strumento. qemu build compila l'intero firmware, e la prima volta richiede diversi minuti. qemu upload copia una cartuccia nell'immagine della flash, e QEMU deve essere chiuso mentre lo si esegue. qemu run avvia l'emulatore, che si apre sul menu Setup: scegliete Run Cartridge e poi cart0. Ricordate di scrivere nel terminale, non nella finestra con l'immagine.
Per il docente: Dal README e da docs/usage/qemu.md di PRG32. Non eseguito per queste slide. La prima compilazione scarica componenti e compila l'intero firmware. Se upload fallisce, eseguite QEMU una volta perché esista l'immagine della flash, chiudetelo e ripetete. Da ottobre 2026 il firmware parte in modo predefinito dal menu Setup, su QEMU e sulla scheda: scegliete Run Cartridge, poi lo slot. I tasti vanno al terminale che ha lanciato QEMU, non alla finestra con l'immagine.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livello 4 è la scheda. Collegata via USB, build-and-flash compila il firmware e lo scrive nel chip: una volta per scheda. La scheda parte poi dal menu Setup e crea una rete Wi-Fi chiamata PRG32. Collegatevi, e il comando di caricamento che già conoscete funziona con l'indirizzo 192.168.4.1: da quel momento, niente cavi. L'ultimo comando fa invece entrare la scheda in una rete esistente. Su Linux il vostro utente deve stare nel gruppo dialout.
Per il docente: Dalla documentazione di PRG32. Non eseguito per queste slide. Se la porta seriale non viene trovata, indicatela esplicitamente: COMx su Windows, /dev/ttyACM0 su Linux, /dev/cu.usbmodem... su macOS. Uno schermo nero dopo la scrittura di solito significa che è stato scritto il firmware per QEMU invece di quello della scheda, oppure che il display è collegato a piedini diversi da quelli del firmware: da ottobre 2026 i valori predefiniti sono GPIO8 per DC e GPIO9 per RST (erano GPIO1 e GPIO0), e idf.py menuconfig li cambia.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Qualcosa andrà storto, ed è normale. Le prossime due slide raccolgono i sintomi più comuni con cause e rimedi, e una verifica finale che vi dice se siete pronti per il primo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Leggete la tabella da sinistra a destra: che cosa vedete, che cosa significa, che cosa fare. La prima riga copre la maggior parte dei casi: idf.py: command not found significa che ESP-IDF non è attivo in questo terminale. No module named prg32 significa che non siete nella cartella PRG32. Una connessione rifiutata significa che PRG32-QT non è in esecuzione, o che un firewall blocca la porta 8080. Quando chiedete aiuto, incollate il comando e il messaggio completo come testo: una fotografia dello schermo non si può né cercare né copiare.
Per il docente: La prima riga copre la maggior parte dei casi. docs/usage/troubleshooting.md del repository di PRG32 ha l'elenco completo. Quando chiedete aiuto, incollate il comando e l'intero messaggio: mai una fotografia dello schermo.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verifiche, una per ogni cosa che avete fatto: PRG32-QT esegue un gioco dello Store; in un nuovo terminale il doctor mostra solo OK; cartridge build produce pong.prg32; upload-and-run lo avvia; in modalità debug pausa e passo funzionano. Se ne manca una, l'ultima colonna dice quale passo ripetere. Chi è bloccato venga a ricevimento o in laboratorio prima della Lezione 02, con il portatile.
Per il docente: Cinque spunte e l'officina è pronta. Chi è bloccato viene a ricevimento, o in laboratorio, prima della Lezione 02: con il portatile.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Pensate a che cosa implica «un nuovo terminale» prima di rispondere. Nulla è stato disinstallato, PRG32-QT non c'entra con questo comando, e per il doctor non serve alcuna scheda. L'attivazione dura quanto il terminale in cui è stata fatta, quindi un terminale nuovo parte senza. Il rimedio è quello della routine quotidiana: export.sh, oppure ESP-IDF PowerShell.
Per il docente: Risposta: B. L'attivazione dura quanto il terminale: eseguite export.sh, oppure aprite ESP-IDF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domanda separa due attività: compilare una cartuccia ed eseguirla. Il compilatore serve solo per la prima. La scheda e QEMU eseguono il vero firmware, che va compilato; PRG32-QT interpreta la cartuccia e ha un proprio debugger, quindi è l'unico host a cui non serve altro.
Per il docente: Risposta: C. PRG32-QT interpreta la cartuccia e ha un debugger integrato; il compilatore serve solo per compilare le cartucce.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cartuccia non viene ricompilata, e non contiene tre programmi. Una cartuccia portabile non chiama il firmware a indirizzi fissi: passa da una tabella di funzioni, l'ABI, e ogni host fornisce quella tabella. È questo il significato dell'opzione --portable, e la ragione per cui il file è lo stesso in ogni colonna della tabella dei tre host.
Per il docente: Risposta: C. Una cartuccia portabile dipende soltanto dall'ABI, la tabella di funzioni del runtime, che ogni host fornisce.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compito. Completate le cinque verifiche. Scaricate tre cartucce dallo Store e, in ognuna, trovate con il debugger la prima istruzione di update. Compilate un altro esempio. Il quarto compito è la vera prova: chiudete tutto, riavviate il computer e tornate a una cartuccia in esecuzione senza queste slide. Se ci riuscite, avete capito l'attivazione, e l'officina è vostra.
Per il docente: Il quarto compito è la vera prova: mostra chi ha capito l'attivazione di ESP-IDF.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 che incontrerete in ogni documento su PRG32, con l'italiano usato di solito in aula. Tre meritano attenzione. Una toolchain è la catena di programmi che trasforma un sorgente in un eseguibile: compilatore, assemblatore, linker. To flash significa scrivere un programma nella memoria flash di un chip. Un host è la macchina su cui gira una cartuccia: la scheda, QEMU o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da tenere. PRG32 è un runtime, un formato di cartuccia, uno strumento e uno Store, e una cartuccia gira invariata su tre host. PRG32-QT basta per giocare e fare debug; ESP-IDF e il repository servono per compilare. ESP-IDF va attivato in ogni nuovo terminale. E avete completato il ciclo di tutto il corso: compilare, inviare, fermare nel debugger. Le letture sono i file README dei due repository; la Lezione 02 usa questa officina per il vostro primo programma in assembly.
Per il docente: A seguire: Lezione 02, il primo programma in assembly RISC-V, scritto dagli studenti nell'officina appena allestita.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in dettaglio, e l'installazione passo per passo su Windows, macOS e Linux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“Datemi sei ore per abbattere un albero e passerò le prime quattro ad affilare l'ascia.”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attribuita ad Abraham Lincoln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quadro chiaro dei pezzi di PRG32: runtime, cartuccia, strumenti, host, Store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installato sul portatile: potete giocare con qualunque cartuccia e guardarci dentro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installata e verificata: potete compilare cartucce vostre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7258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65429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compilata da voi, in esecuzione in PRG32-QT, ferma nel debugger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elenco di che cosa fare quando qualcosa non funziona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livelli: installate ciò che vi serve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924535"/>
                <a:gridCol w="3361944"/>
                <a:gridCol w="4370527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giocare con le cartucce, scaricarle dallo Store, usare il debugger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oggi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e il repository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cartucce vostre da assembly o da 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prima della Lezione 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l'emulatore QEMU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il vero firmware sul portatile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kit: una 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su hardware reale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si può seguire con i soli livelli 1 e 2. Non serve alcuna scheda.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piattaforma, in dettaglio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che cosa è fatto PRG32, prima di installarlo.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runtime, formato di file, insieme di strumenti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open source per insegnare l'assembly RISC-V e il C, sviluppata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601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6941"/>
            <a:ext cx="6565392" cy="2176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cose, un nome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firmware residente: il programma che possiede schermo, pulsanti e suono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formato di cartuccia: il vostro gioco in un solo piccolo file, .prg32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uno strumento sul portatile: python3 -m prg32 compila, carica, impacchetta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Cartridge Store: dove si condividono i giochi finiti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8069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723807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come vero codice macchina RISC-V a 32 bit, RV32IMAC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contratto tra il vostro gioco e il runtime è fatto di tre funzioni: init, update, draw</a:t>
            </a:r>
            <a:endParaRPr lang="en-US" sz="1900" dirty="0"/>
          </a:p>
        </p:txBody>
      </p:sp>
      <p:pic>
        <p:nvPicPr>
          <p:cNvPr id="11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vostro file allo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sorgente: assembly o C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compilatore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lo trasforma in codice macchina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verm1.prg32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cartuccia: codice, dati, un'intestazione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caricamento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rete, verso un host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init, update, draw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tre riquadri stanno sul vostro portatile e richiedono il livello 2. Gli ultimi due sono un host: PRG32-QT, QEMU o la scheda.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kit: una console su breadboard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Espressif ESP32-C6: un core RISC-V a 160 MHz, con Wi-Fi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a colori da 2,8 pollici, 320 per 240 pixel: i giochi disegnano in un'area di 320 per 200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due piccoli amplificatori audio, un joystick e dei pulsanti, collegati direttamente ai piedini del chip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arriva via Wi-Fi: la scheda crea una rete di nome PRG32, e voi le caricate la cartuccia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serve per seguire il corso: tutto gira sul vostro portatile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eseguire la stessa cartuccia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728135"/>
                <a:gridCol w="3091886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di Espressif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gira il 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sul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 un ESP32-C3 emulato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RV32IMAC interpretato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 una toolchain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per giocare e fare debug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cartuccia arriva 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Wi-Fi,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nell'immagine della flash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importazione di file, Store, caricamento HTTP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Esecuzione passo-passo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JTAG e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debugger integrato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 hardware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Windows, Linux, macOS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desktop, Raspberry Pi, iOS, Android, TV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della cartuccia è lo stesso in ogni colonna.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la console sul vostro portatile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Un'applicazione per Windows, macOS, Linux, Raspberry Pi, telefoni, tablet e televisori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66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511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un interprete di RV32IMAC: esegue la vostra cartuccia istruzione per istruzione, e le offre le stesse funzioni del firmware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272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44088"/>
            <a:ext cx="5468112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velocità, in Settings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Accurate: temporizzata come l'ESP32-C6, è quella predefinita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Optimal: 30 frame al secondo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Unlimited: veloce quanto il vostro portatile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9004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1723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navigatore dello Store, per scaricare ed eseguire le cartucce pubblicate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debugger: assembly, registri, memoria, breakpoint, un'istruzione alla volta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p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che esegue una cartuccia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comandi, sulla tastiera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01616"/>
                <a:gridCol w="3925716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kit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 freccia, oppure W A S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stessi, battuti nel terminale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Uscire dal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Esc: si torna a Setup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chiudere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1: installare PRG32-QT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minuti. Nessun compilatore, nessun account.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Scaricate l'installatore per il vostro sistema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5379110"/>
                <a:gridCol w="201716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sistema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da scaricare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10 o 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PRG32-QT-0.4.1-Windows-X64-Setup.exe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Apple Silicon (M1 e successivi)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PRG32-QT-0.4.1-macOS-ARM64.dmg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macOS, Intel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PRG32-QT-0.4.1-macOS-Intel-X64.dmg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immagine disco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Linux, PC a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PRG32-QT-0.4.1-Linux-X64.deb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OS, 64 bit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PRG32-QT-0.4.1-Raspberry-Pi-OS-ARM64.deb</a:t>
                      </a:r>
                      <a:endParaRPr lang="en-US" sz="2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pacchetto Debian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github.com/riscv-prg32/PRG32-QT, poi Releases. Prendete l'ultima versione.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Scaricare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che termina in Windows-X64-Setup.exe, dalla pagina Releases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Windows mostra l'avviso blu di SmartScreen: Ulteriori informazioni, poi Esegui comunque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la cartella proposta: l'installatore porta con sé tutto ciò che serve al programma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PRG32, dal menu Start. Se il firewall lo chiede, consentitelo sulle reti private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Mac?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Apple, Informazioni su questo Mac: Chip Apple M... significa ARM64; Processore Intel significa X64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Installare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.dmg e trascinate PRG32 sulla cartella Applicazioni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Primo avvio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destro su PRG32 e Apri; oppure Impostazioni di Sistema, Privacy e sicurezza, Apri comunque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0847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828800"/>
            <a:ext cx="2464994" cy="425196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55448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24028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Consentire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00400"/>
            <a:ext cx="209923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Accettate le connessioni in entrata e l'accesso alla rete locale quando macOS lo chiede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 su Linux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Debian 13, Ubuntu 25.04 and later, or another system with Qt 6.5 or newer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~/Downloads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./PRG32-QT-0.4.1-Linux-X64.deb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 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older systems (Ubuntu 24.04 has Qt 6.4: too old): build from source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git cmake ninja-build g++ qt6-base-dev qt6-declarative-dev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qt6-multimedia-dev qt6-websockets-dev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PRG32-QT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./scripts/build-linux.sh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 install con ./ installa il file e ciò di cui ha bisogno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è /usr/bin/PRG32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Qt 6.5 o successivo: controllate la vostra distribuzione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Anche la compilazione da sorgente richiede un Qt recente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la prima cartuccia, dallo Store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Avviate PRG32-QT: compare la schermata Setup, la stessa che il firmware mostra sul kit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159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2976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Browse Store: viene scaricato il catalogo del Cartridge Store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un gioco, scaricatelo, e scegliete Run Cartridge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Giocate con i tasti freccia, Z e X. Esc riporta a Setup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Settings: guardate i tre profili di prestazione e le scelte di layout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dello Store gira sul vostro portatile. Questo è il livello 1: da ora potete eseguire qualunque cartuccia, e guardarci dentro.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70748"/>
            <a:ext cx="3240938" cy="243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Setup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338218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7" name="Image 1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378" y="1966503"/>
            <a:ext cx="3240938" cy="22391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475378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Store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8127797" y="1417320"/>
            <a:ext cx="3515258" cy="3931920"/>
          </a:xfrm>
          <a:prstGeom prst="roundRect">
            <a:avLst>
              <a:gd name="adj" fmla="val 208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10" name="Image 2" descr="/Users/raffaelemontella/devel/riscv-prg32/computer-architecture-with-prg32/tools/assets/prg32qt_setting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957" y="1966503"/>
            <a:ext cx="3240938" cy="223919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64957" y="4663440"/>
            <a:ext cx="32409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stesse tre schermate su ogni sistema. Se siete qui, il passo 1 è fatto.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2: installare la toolchain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ESP-IDF, il repository di PRG32, e un dottore.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Un'idea dietro ogni installazione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compilatore per la famiglia ESP32 arriva con ESP-IDF, il kit di sviluppo di Espressif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richiede ESP-IDF 5.4 o successivo, installato per due chip: esp32c6, il kit, ed esp32c3, l'emulatore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da solo: ogni nuovo terminale deve attivarlo prima che gli strumenti funzionino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42612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un solo comando fa tutto: python3 -m prg32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tutti i problemi di installazione sono ESP-IDF non attivo nel terminale in cui state scrivendo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messaggio che incontrerete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command not found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terminale. Attivatelo e riprovate.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Windows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Install Git for Windows (git-scm.com) and Python 3 (python.org)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Run the ESP-IDF Tools Installer (dl.espressif.com/dl/esp-idf):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choose an ESP-IDF release 5.4 or newer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select the targets esp32c3 and esp32c6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- optional: tick the QEMU RISC-V emulator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Open the shortcut "ESP-IDF PowerShell" that the installer created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In that window: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prg32 doctor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ESP-IDF PowerShell, mai un terminale qualsiasi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Windows il comando è python, non python3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installa nell'ambiente di ESP-IDF: è voluto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controlla l'installazione: si vedano le prossime slide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macOS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Homebrew (brew.sh), then the prerequisites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git cmake ninja dfu-util ccache libusb python curl zip portaudio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Homebrew: fornisce git, cmake, python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install.sh scarica i compilatori: abbiate pazienza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punto prima di export.sh conta: modifica questo terminale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Funziona su Apple Silicon e su Intel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toolchain su Linux (Debian, Ubuntu)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Prerequisites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update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git wget flex bison gperf python3 python3-venv python3-pip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python3-zeroconf cmake ninja-build ccache libffi-dev libssl-dev dfu-util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libusb-1.0-0 curl zip portaudio19-dev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ESP-IDF 5.4 for the two chips (a large download)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-b v5.4 --recursive https://github.com/espressif/esp-idf.git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esp-idf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./install.sh esp32c3,esp32c6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./export.sh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pyaudio zeroconf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https://github.com/riscv-prg32/PRG32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doctor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lunga riga apt: copiatela intera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2 e 3 sono gli stessi di macOS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Altre distribuzioni: stessi pacchetti, altri nomi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per il kit: sudo usermod -aG dialout $USER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Ogni nuovo terminale: attivare ESP-IDF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and Linux: in every new terminal, before anything else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$HOME/esp-idf/export.sh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$HOME/PRG32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save typing: add these two lines to ~/.zshrc or ~/.bashrc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get_idf=". $HOME/esp-idf/export.sh"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prg="python3 -m prg32"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then, in a new terminal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get_idf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 doctor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Windows: open "ESP-IDF PowerShell" from the Start menu, then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$HOME\Documents\PRG32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export.sh agisce sul terminale in cui viene eseguito, e solo su quello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nuova finestra è un nuovo terminale: attivate di nuovo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alias sono una comodità, non un obbligo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i comandi prg32 dalla cartella PRG32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dottore: è tutto a posto?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prg32 doctor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idf.py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riscv32-esp-elf-gcc found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partitions file found: .../PRG32/profiles/partitions_prg32.csv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partition cart0 parsed (offset=0x210000, size=131072)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when ESP-IDF is not active in this terminal: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[ERROR] idf.py missing (you must source ESP-IDF export.sh)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ESP-IDF è attivo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riscv32-esp-elf-gcc: il compilatore RISC-V è raggiungibile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partitions: la cartella PRG32 è completa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riga ERROR dice che cosa fare: leggetela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3: la prima compilazione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cartuccia, dal sorgente al debugger.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Compilate una cartuccia dagli esempi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the PRG32 folder, ESP-IDF active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examples/games/pong/c/game.c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--portable --entry-prefix pong_c --name pong --out pong.prg32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built pong.prg32 name=pong load=0x40800000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[INFO] code=3004 mem=3028 audio=0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did we build?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pong.prg32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build: entra un sorgente, esce un .prg32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--entry-prefix: il nome che precede _init, _update, _draw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--portable: gira su ogni host, non su un solo firmware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Pong intero: tremila byte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Inviatela a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PRG32-QT must be running on this computer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is it listening?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runtime --url http://localhost:8080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upload the cartridge to slot cart0 and start it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{"loaded":false,"ok":true,"slot":"cart0","stored":true}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{"ok":true,"slot":"cart0"}</a:t>
            </a:r>
            <a:endParaRPr lang="en-US" sz="1750" dirty="0"/>
          </a:p>
          <a:p>
            <a:pPr indent="0" marL="0">
              <a:buNone/>
            </a:pPr>
            <a:r>
              <a:rPr lang="en-US" sz="17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[OK] Finished upload and run on ESP32C6</a:t>
            </a:r>
            <a:endParaRPr lang="en-US" sz="17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ne stampa lo stato: una rapida prova di connessione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dice esp32c6: per lo strumento, PRG32-QT è una scheda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Guardare dentro: il debugger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597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03769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di nuovo la cartuccia: il gioco è a sinistra, la macchina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1917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0088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pausa: il gioco si ferma, e nel listato è evidenziata un'istruzione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8236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64077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alcune volte il pulsante di passo: l'evidenziazione si sposta, e alcuni registri cambiano valore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64555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62727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Update, poi Draw: il listato salta a quelle due funzioni della cartuccia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il pulsante di riproduzione: il gioco riprende. Abbassate la velocità a 0.1x e guardatelo al rallentatore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macchina, aperta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3931920"/>
          </a:xfrm>
          <a:prstGeom prst="roundRect">
            <a:avLst>
              <a:gd name="adj" fmla="val 18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pic>
        <p:nvPicPr>
          <p:cNvPr id="4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68" y="1554480"/>
            <a:ext cx="2498959" cy="30632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85800" y="4663440"/>
            <a:ext cx="108200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con l'istruzione corrente, i 32 registri, la memoria e i contatori del frame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vedete questo con la vostra cartuccia, siete pronti per il resto del corso.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Facoltativo: QEMU e il kit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vero firmware, sul portatile o sulla scheda.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3: l'emulatore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libraries for the window of the emulator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brew install libgcrypt glib pixman sdl2 libslirp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macOS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-y libgcrypt20 libglib2.0-0 libpixman-1-0 \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libsdl2-2.0-0 libslirp0                         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Linux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emulator itself (Windows: tick it in the ESP-IDF installer)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$IDF_PATH/tools/idf_tools.py install qemu-riscv32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$IDF_PATH/export.sh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 the firmware for QEMU, stage a cartridge, run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pong.prg32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emula un intero chip ed esegue il vero firmware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build compila il firmware: diversi minuti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prepara la cartuccia: prima chiudete QEMU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 si apre su Setup: Run Cartridge, cart0. Scrivete nel terminale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Livello 4: il kit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connect the board with a USB cable; ESP-IDF active, in the PRG32 folder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board starts and creates a Wi-Fi network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name: PRG32     password: prg32game     address: 192.168.4.1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join it with your laptop, then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pong.prg32 \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or let the board join the Wi-Fi of the classroom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wifi set --ssid "NAME" --password "PASSWORD" --mode sta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build-and-flash scrive il firmware: una volta per scheda. Parte da Setup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i giochi arrivano via Wi-Fi: niente più cavi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upload di PRG32-QT, con un altro indirizzo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il vostro utente deve stare nel gruppo dialout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779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qualcosa non funziona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3434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Sintomi, cause, rimedi.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Risoluzione dei problemi</a:t>
            </a:r>
            <a:endParaRPr lang="en-US" sz="3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oppure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mancante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compilatori non sono stati installati, o non sono attivi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./install.sh esp32c3,esp32c6, poi export.sh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module named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siete nella cartella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 nella cartella che avete clonato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non è in esecuzione, o un firewall blocca la porta 8080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avviatelo; consentitelo;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non apre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l'applicazione viene da fuori dell'App 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 destro, Apri; oppure Privacy e sicurezza, Apri comunque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Linux: PRG32 non parte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Qt di sistema è più vecchio della 6.5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distribuzione più recente, o compilare da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cliccate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Pronti per la Lezione 02?</a:t>
            </a:r>
            <a:endParaRPr lang="en-US" sz="3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8192799"/>
                <a:gridCol w="22188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parte ed esegue un gioco dello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un nuovo terminale, dopo aver attivato ESP-IDF, doctor mostra solo OK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build produce pong.prg32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upload-and-run lo avvia 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modalità debug, pausa e passo funzionano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nuovo terminale, python3 -m prg32 doctor dice: idf.py missing. Qual è la causa più probabile?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installato di nuovo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non è in esecuzione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non è collegata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host permette di eseguire una cartuccia e farne il debug senza installare un compilatore?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ESP32-C6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lo stesso pong.prg32 gira sulla scheda, su QEMU e su PRG32-QT?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ricompilato a ogni avvio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tre programmi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il runtime attraverso la stessa tabella di funzioni su ogni host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lo traduce in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della prossima lezione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Completate sul vostro portatile le cinque verifiche della slide «Pronti»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7314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05486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Scaricate tre cartucce dallo Store, e in ognuna trovate con il debugger la prima istruzione di update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 un altro degli esempi in examples/games, ed eseguitelo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1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27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Chiudete tutto, riavviate il computer, e tornate a una cartuccia in esecuzione senza queste slide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4714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45312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Facoltativo: installate QEMU ed eseguite lì la stessa cartuccia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officina sopravvive a un riavvio, e sapete riaprirla senza aiuto.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375"/>
                <a:gridCol w="3328325"/>
                <a:gridCol w="2060391"/>
                <a:gridCol w="332832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catena di strumenti di sviluppo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 di esecuzione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build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(costruire)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scrivere nella memoria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ospite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è un runtime, un formato di cartuccia, uno strumento e uno Store; una cartuccia gira invariata sulla scheda, su QEMU e su PRG32-QT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90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260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basta per giocare e fare debug; ESP-IDF e il repository di PRG32 servono per compilare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343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7883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attivato in ogni nuovo terminale: ricordatelo e la maggior parte dei problemi sparisce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895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83165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compilato una cartuccia, l'avete inviata a PRG32-QT e l'avete fermata nel debugger: il ciclo di tutto il corso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9448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3844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docs/usage di github.com/riscv-prg32/PRG32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 di github.com/riscv-prg32/PRG32-QT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i capitoli sull'installazione e su PRG32-QT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</dc:title>
  <dc:subject>Lezione 01</dc:subject>
  <dc:creator>Raffaele Montella</dc:creator>
  <cp:lastModifiedBy>Raffaele Montella</cp:lastModifiedBy>
  <cp:revision>1</cp:revision>
  <dcterms:created xsi:type="dcterms:W3CDTF">2026-10-12T11:28:40Z</dcterms:created>
  <dcterms:modified xsi:type="dcterms:W3CDTF">2026-10-12T11:28:40Z</dcterms:modified>
</cp:coreProperties>
</file>