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fa55fc3-66cb-2f9c-0519-3fecd9253b65}">
          <p14:sldIdLst>
            <p14:sldId id="256"/>
            <p14:sldId id="257"/>
          </p14:sldIdLst>
        </p14:section>
        <p14:section name="I listati" id="{bf27372b-fe96-8f7a-5dc8-61a732fadc12}">
          <p14:sldIdLst>
            <p14:sldId id="258"/>
          </p14:sldIdLst>
        </p14:section>
        <p14:section name="Passo 1: nomi per i bit" id="{19aa7f0a-5093-b31a-8d78-ff2d050a8140}">
          <p14:sldIdLst>
            <p14:sldId id="259"/>
            <p14:sldId id="260"/>
          </p14:sldIdLst>
        </p14:section>
        <p14:section name="Passo 2: la guida" id="{7edf7030-11f5-b2e9-af56-7882f1a23b72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sso 3: il cibo, un punteggio, un suono" id="{92755eab-3296-cefa-3baf-cf6ddc32c007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Eseguire e provare" id="{00da36d8-c0c7-ba64-6128-9f223cdd5774}">
          <p14:sldIdLst>
            <p14:sldId id="275"/>
            <p14:sldId id="276"/>
            <p14:sldId id="277"/>
            <p14:sldId id="278"/>
            <p14:sldId id="279"/>
          </p14:sldIdLst>
        </p14:section>
        <p14:section name="Esercizi" id="{a01b4768-46ec-db60-ee75-51c1ab9804b5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12.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~/arc12/verm1/verm1_part2.S;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~/arc12/verm1/verm1_part2.S;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della Parte 1: compilare la cartuccia, poi caricarla su PRG32-QT ed eseguirla. Tenete aperto PRG32-QT per tutta la seduta, con la modalità debug attiva se volete il debugger a portata di mano: lo usa il passo 4.
Per il docente: Gli stessi due comandi della Parte 1. PRG32-QT deve essere in esecuzione, con Run cartridges in RISC-V debug mode attivo in Settings se si vuole il debugger.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Aggiungete queste righe alle costanti della Parte 1. RED è il colore del cibo. Le quattro costanti BTN_ sono maschere: ognuna ha un solo bit a 1, il bit di quel pulsante nella parola restituita dal runtime. Le quattro costanti DIR_ sono i codici delle direzioni, numeri da 0 a 3, cioè due bit. I commenti dicono che cosa significa ciascuno dei due bit, e la presentazione della lezione, nella slide «Un codice scelto con cura», spiega perché i codici sono stati scelti così.
Per il docente: Aggiungete alle costanti della Parte 1 la riga di RED e quelle da BTN_LEFT a DIR_UP.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Sostituite con questi i dati della Parte 1. In .rodata ci sono due tabelle di quattro parole, dx e dy: per ogni codice di direzione, la variazione di colonna e la variazione di riga. Non cambiano mai, quindi stanno con le costanti. In .data ci sono cinque variabili nuove: dir, la direzione dell'ultimo passo; want, la direzione chiesta dal giocatore; e score, food_x e food_y, che si usano nel passo 3.
Per il docente: Sostituite con questi i dati della Parte 1. I valori iniziali bastano per il passo 2: init si completa nel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l'inizio di verm1_update. Dopo la chiamata a prg32_input_read, t1 riceve la direzione corrente e t2 il desiderio corrente. Poi quattro blocchi identici: andi isola un pulsante; se il risultato è zero si salta l'istruzione successiva; altrimenti il desiderio in t2 viene sovrascritto con quella direzione. Infine la regola: lo XOR di desiderio e direzione si confronta con 2; se sono uguali la richiesta è un'inversione a U e la sw viene saltata, così resta il desiderio precedente. update ora fa una chiamata, quindi ha un frame di stack.
Per il docente: Sostituisce l'inizio di verm1_update. update ora chiama una funzione, quindi le serve un frame di stack. Con due pulsanti premuti vince l'ultimo test: UP batte LEFT che batte DOWN che batte RIGHT. Il desiderio del giocatore è memorizzato in want e diventa la direzione solo al passo successivo: così due pressioni rapide non possono ripiegare il verme su se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verm1_update è il timer in virgola fissa della Parte 1, invariato: si somma la velocità, e quando si è accumulata una cella intera si sottrae 256. L'unica differenza è ciò che accade dopo: invece di muovere direttamente head_x, il codice chiama una funzione nuova, step. Qui le etichette locali sono 6 e 7 perché i numeri da 1 a 5 sono già usati nella prima metà della funzione.
Per il docente: È il resto di verm1_update. Le righe che nella Parte 1 muovevano head_x sono sparite: diventano la funzione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step. Il desiderio diventa la direzione: accade una volta per passo, non una volta per frame, così due pressioni rapide non possono ripiegare il verme su se stesso. Poi la ricerca in tabella: il codice della direzione viene scorso a sinistra di 2, perché ogni elemento di una tabella è una parola di quattro byte, e sommato all'indirizzo di dx; la parola caricata è la variazione di colonna, meno 1, 0 o più 1. Lo stesso scostamento serve per dy. Non c'è alcun salto: il codice seleziona il valore, come farebbe un multiplexer.
Per il docente: Una tabella in memoria di sola lettura indirizzata da un codice è una ROM: Lezione 11. L'alternativa sono quattro salti; la tabella è più corta, e cambiare le regole significa cambiare dati, non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muove la testa e gestisce i bordi, nei due versi. La colonna più dx ora può diventare meno 1: bgez esamina il segno, e una colonna negativa è sostituita dall'ultima colonna. Se invece ha raggiunto COLS, diventa 0. Lo stesso si fa per la riga con ROWS. Notate l'ultima nota: t4 e t6 contengono ancora la nuova colonna e la nuova riga, e il pezzo di codice successivo li userà.
Per il docente: Nella Parte 1 esisteva solo il bordo destro. Una colonna negativa è un numero con segno: bgez e blt sono i confronti con segno della Lezione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 provvisorie che ripristinano ra, rilasciano il frame e ritornano, così step è completa e il programma può girare subito. È un'abitudine dei tutorial: quando una funzione verrà finita più tardi, la si chiude in modo provvisorio e si prova ciò che c'è. Nel passo 3 inserirete prima di queste righe il test del cibo.
Per il docente: Un finale provvisorio, perché il programma possa girare subito.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state guidando. La testa parte verso destra come prima. Tenete premuto DOWN e gira al passo successivo. Mentre va a destra, tenete premuto LEFT: non accade nulla, perché l'inversione a U è rifiutata. Per andare a sinistra servono due svolte, DOWN e poi LEFT. Il riquadro verde dà una verifica precisa: tenendo premuto DOWN dall'inizio per 64 frame la testa arriva alla colonna 5 della riga 22, dieci passi verso il basso.
Per il docente: Verificato sull'esecutore headless di PRG32-QT: DOWN premuto per 64 frame dà (5, 22); LEFT premuto per 64 frame dà (15, 12), come se non fosse stato premuto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è sostituita da una versione completa: ogni variabile riceve il suo valore iniziale, comprese la direzione, il desiderio e il punteggio, e il primo cibo viene piazzato chiamando place_food. Poiché ora fa una chiamata, anche init ha un frame di stack che salva ra.
Per il docente: Sostituite verm1_init.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chiede al runtime due numeri casuali. Il contratto di prg32_random_number è: minimo in a0, massimo in a1, estremi compresi, risultato in a0. La prima chiamata dà una colonna da 0 a 39, la seconda una riga da 0 a 23, e ciascuna viene memorizzata nella propria variabile. Un difetto è lasciato di proposito: il cibo può cadere esattamente sulla testa. Lo correggerà la Parte 3, quando il verme avrà un corpo.
Per il docente: I numeri casuali vengono dal runtime: sulla scheda dal generatore hardware dell'ESP32-C6. Due partite sono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il finale provvisorio di step. È un comparatore costruito con le istruzioni: lo xor della colonna del cibo e di quella della testa vale 0 quando sono uguali; lo stesso per le righe; l'or dei due risultati vale 0 solo se entrambe sono uguali. Se il risultato non è zero, la funzione finisce. Altrimenti il verme ha mangiato: il punteggio aumenta di uno, si piazza nuovo cibo, e si suona una nota. È l'AND di XNOR della Lezione 11, scritto con due xor e una or.
Per il docente: Un comparatore di uguaglianza è una fila di porte XOR seguita da un OR: Lezione 11. Qui sono due xor e una or. I registri t4 e t6 contengono ancora la nuova colonna e la nuova riga; dopo le chiamate non servono più, ed è per questo che si possono tenere in registri temporanei.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 suona una nota. prg32_audio_note prende cinque argomenti, da a0 ad a4: canale, strumento, nota, volume e durata in millisecondi. La nota 72 è il Do della quinta ottava nella numerazione MIDI. L'ultima nota ripete un principio di PRG32: il suono viene per ultimo. Il gioco funzionava anche senza, e lo si aggiunge quando tutto il resto è solido.
Per il docente: prg32_audio_note(canale, strumento, nota, volume, millisecondi). Su PRG32-QT la nota è suonata dal computer; sulla scheda dall'amplificatore con il suo altoparlante.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della nuova verm1_draw: dopo il titolo, un ciclo disegna un rettangolino per ogni punto del punteggio, a 4 pixel di distanza. Il contatore del ciclo sta in s0, non in un registro t, perché deve sopravvivere alle chiamate a prg32_gfx_rect: una funzione può distruggere i temporanei, ma conserva i registri s. In cambio la vostra funzione deve salvare s0 nel proprio frame e ripristinarlo alla fine. Questa convenzione si studia nella Lezione 18.
Per il docente: Sostituite l'inizio di verm1_draw. Un registro t può essere distrutto da qualunque chiamata; un registro s è conservato, purché lo salviamo e lo ripristiniamo noi: la convenzione, incontrata nella Lezione 02, si studia nella Lezione 18. Le cifre arrivano nella Parte 4, quando è disponibile la divisione.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verm1_draw: le stesse tre righe due volte, prima per il cibo e poi per la testa: si carica la colonna, si carica la riga, si carica il colore, e si chiama draw_cell. L'ordine conta: la testa si disegna per ultima, così copre il cibo se stanno nella stessa cella. Poi s0 e ra vengono ripristinati e la funzione ritorna.
Per il docente: È il resto di verm1_draw: sostituisce il rettangolo della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 raccoglie in una funzione l'aritmetica che la Parte 1 aveva dentro draw: colonna per 8, riga per 8 più TOP. Il suo contratto è scritto nel commento sulla prima riga: colonna in a0, riga in a1, colore in a2. Una sottigliezza: prg32_gfx_rect vuole il colore in a4, e a2 sta per essere sovrascritto con la larghezza, quindi il colore va spostato per primo. Scrivere in un commento il contratto di una funzione fa parte del lavoro.
Per il docente: Una funzione con un contratto: a0 = colonna, a1 = riga, a2 = colore. Scrivere il contratto in un commento fa parte del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Dovreste vedere una cella rossa da qualche parte. Guidate la testa su di essa: suona una nota, compare una tacca accanto al titolo, e il cibo si sposta in un'altra cella. La schermata mostra il gioco dopo due bocconi, con due tacche. È stata prodotta dal test automatico, in cui un giocatore programmato guida due volte la testa sul cibo.
Per il docente: Schermata prodotta da tools/tests/verm1_check.py: un giocatore programmato guida due volte la testa sul cibo.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Fate del pulsante A un freno che ferma il timer mentre è premuto. Date due punti per il cibo mangiato nella riga più in alto. Disegnate la testa di un colore diverso per ogni direzione, con una terza tabella indicizzata come dx. E cambiate la codifica delle direzioni: con RIGHT 0, LEFT 1, DOWN 2 e UP 3, che cosa diventa la regola dell'inversione a U? Tenete una copia della Parte 2 funzionante prima di sperimentare.
Per il docente: Freno: andi con BTN_A (0x10) all'inizio del timer, salto all'uscita. Tabella dei colori: quattro .word in .rodata, indicizzate come dx. Nuova codifica: gli opposti differiscono nel bit 0, quindi il test è XOR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12-Architettura_dei_Calcolatori-Verm1_Parte_2.pptx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15 listati della Lezione 12,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verm1/verm1_part2.S, 231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pulsanti e direzioni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button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direction is a 2-bit code: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0 = vertical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colore: RED, per il cibo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bit di una parola: una maschera lo seleziona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direzione è un numero da 0 a 3: due bit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codici non sono arbitrari: si veda la lezione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Dati: due tabelle e cinque variabili nuove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.asciz "VERM1"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.word  1, 0, -1,  0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.word  0, 1,  0, -1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head_x: 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head_y:  .word 12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of the last step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asked by the player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.word 20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.word 12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e dy: quattro parole ciascuna, una per direzione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costanti, quindi vivono in .rodata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 è la direzione dell'ultimo passo, want quella richiesta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food_x, food_y: si usano nel passo 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dai pulsanti a un desiderio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it for the next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tiene un bit: zero significa non premuto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premuto sovrascrive il desiderio in t2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di desiderio e direzione: 2 significa opposta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Un'inversione a U non viene memorizzata: resta il desiderio precedente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il timer chiama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timer in virgola fissa della Parte 1, invariato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Muoversi è ora una funzione a sé: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6 e 7: i numeri da 1 a 5 sono usati sopra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cercare il movimento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dx[direction]: -1, 0 or +1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desiderio diventa la direzione, una volta per passo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4 byte: scostamento = codice scorso a sinistra di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della tabella + scostamento: la parola da caricare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salto: il codice seleziona, come un multiplexer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muoversi e rientrare, nei due versi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t4, 1f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COLS-1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t5, COLS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t4, t5, 2f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right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t4,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new column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t6,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t6, t6, t3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t6, 3f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ROWS-1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t5, ROWS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t6, t5,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t6,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t6 = new row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 dx: la colonna ora può scendere sotto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esamina il segno: negativo significa fuori a sinistra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per la riga, con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e t6 conservano la nuova cella per la slide successiva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chiudere la funzione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 end of step: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 will replace these three lines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queste tre righe dopo il rientro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Ripristinano ra e ritornano: step è completa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passo 3 mette prima di esse il test del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state guidando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testa parte ancora verso destra, dalla colonna 5 della riga 12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DOWN: la testa gira al passo successivo e scende, rientrando dalla riga 23 alla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Mentre va a destra, tenete premuto LEFT: non accade nulla. L'inversione a U è rifiutata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 e poi LEFT: due svolte, e ora la testa va a sinistra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premuto DOWN dall'inizio per 64 frame la testa arriva alla colonna 5, riga 22: dieci passi, tutti verso il basso.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una partenza completa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moving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variabile riceve il suo valore iniziale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ora chiama una funzione: le serve un frame di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cibo viene piazzato qui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place_food: una cella a caso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column, 0 .. 39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row, 0 .. 23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prg32_random_number(min, max): estremi compresi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in a0 e a1, risultato in a0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colonna da 0 a 39, una riga da 0 a 23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può cadere sulla testa: lo corregge la Parte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la testa è sul cibo?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t4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column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t6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t1, t1, t2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only if both are equal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5f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on the 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lw   ra, 12(sp)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il finale provvisorio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vale 0 quando due numeri sono uguali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dei due risultati: 0 solo se entrambi sono uguali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un punto in più, nuovo cibo, un suono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eat_sound: una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argomenti, da a0 ad a4, poi la chiamata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72 è il Do5 nella numerazione MIDI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suono viene per ultimo: il gioco funzionava anche senza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punteggio a tacche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conta le tacche: deve sopravvivere alle chiamate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s0 è salvato nel frame, insieme a 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rettangolino per punto, a 4 pixel di distanza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finisce quando s0 raggiunge il punteggio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cibo e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righe due volte: colonna, riga, colore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draw_cell fa la conversione in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si disegna per ultima: copre il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draw_cell: dalle celle ai pixel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della Parte 1, scritta una volta sola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colore arriva in a2 e deve uscire in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spostato per primo: a2 sta per essere sovrascritto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5256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testa, il cibo, e due tacche dopo il titolo: due punti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una cella rossa da qualche parte; guidate la testa su di essa; suona una nota, compare una tacca accanto a VERM1, il cibo si sposta.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testa che guidate, una cella rossa di cibo che si sposta quando viene mangiata, una nota, e una tacca per punto accanto a VERM1.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guidate con il joystick; l'inversione a U è rifiutata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del pulsante A un freno: mentre è premuto, il timer non avanza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due punti per un pezzo di cibo mangiato nella riga più in alto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53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347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testa di un colore diverso per ogni direzione, usando una terza tabella di quattro colori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la codifica in RIGHT = 0, LEFT = 1, DOWN = 2, UP = 3: che cosa diventa la regola dell'inversione a U?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sono poche righe. Tenete una copia della Parte 2 funzionante prima di sperimentare: la Parte 3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punteggio: il codice</dc:title>
  <dc:subject>Lezione 12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