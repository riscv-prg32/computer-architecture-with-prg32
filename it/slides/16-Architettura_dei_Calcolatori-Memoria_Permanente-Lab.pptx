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6d255d0-4dc6-7a85-20c5-b131894f3527}">
          <p14:sldIdLst>
            <p14:sldId id="256"/>
            <p14:sldId id="257"/>
          </p14:sldIdLst>
        </p14:section>
        <p14:section name="Riscaldamento sulla macchina" id="{4d144bb2-7f91-f910-a7ff-4bfefdaeb0c0}">
          <p14:sldIdLst>
            <p14:sldId id="258"/>
          </p14:sldIdLst>
        </p14:section>
        <p14:section name="Il programma completo" id="{ece9d61a-37d2-d1f4-78af-01d6ef807971}">
          <p14:sldIdLst>
            <p14:sldId id="259"/>
            <p14:sldId id="260"/>
            <p14:sldId id="261"/>
            <p14:sldId id="262"/>
          </p14:sldIdLst>
        </p14:section>
        <p14:section name="Eseguire e provare" id="{5b78f1a7-eaaa-a44f-b6b1-31127af3ccdb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9095a936-1a22-c87c-f471-cecaa1a2068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16.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ROM, flash, firmware; l'architettura di von Neumann; la cache; la memoria secondaria. DA UTILIZZARE OGGI: il programma completo, gli strumenti di PRG32 (si usa, non si studia, in questo corso). DA COMPRENDERE PIÙ AVANTI: niente. Una slide senza etichetta è contesto: una storia, un esempio, una domanda, un esercizio.
Percorso. I risultati di oggi: (1) classificare le memorie permanenti e dire dove è conservata la cartuccia; (2) spiegare un successo e un fallimento di cache, e la località; (3) confrontare i tempi di accesso di dischi e memorie a stato solido. Si appoggia su: l'architettura di von Neumann (Lezione 03). Prossimo passo: Lezione 17, Verm1, parte 3: un corpo, regole e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Il titolo risiede nella sezione .rodata, che fa parte del file della cartuccia; il file è memorizzato nella flash e quindi sopravvive. Il punteggio migliore è una variabile della sezione .data, che viene copiata in RAM all'avvio della cartuccia; vive nella SRAM e si perde. Dopo uno spegnimento e una riaccensione il titolo è ancora presente e il punteggio è tornato a 0. Per conservare un punteggio in modo permanente bisognerebbe scriverlo in una memoria non volatile, e la lezione passa in rassegna le memorie che esistono. La lezione riguarda più del punteggio: ogni sezione di un programma ha una collocazione fisica, e quella collocazione ne determina la durata.
DA COMPRENDERE OGGI: ROM, flash, firmware.
Per il docente: Scritto per questa lezione. Su PRG32 i punteggi persistenti sono gestiti dal servizio del Cartridge Store; qui conta dove vive ciascuna sezione di un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la latenza rotazionale media di un disco a 7.200 giri al minuto, che è il tempo di mezzo giro. Calcolare il tempo di accesso medio di una cache con il 95% di hit, come media pesata dei tempi di hit e di miss. Dire dove risiedono cinque oggetti sul kit: il codice di avvio, il firmware, una cartuccia, una variabile e un registro. Trovare le specifiche della memorizzazione del proprio portatile o telefono. E misurare su PRG32 due cicli su un grande array, uno sequenziale e uno a salti: c'è una differenza, e perché potrebbe non essercene su questo chip particolare, che non ha una cache dei dati davanti alla sua SRAM?
Per il docente: 60 / 7200 = 8,33 ms per giro. Esercizio 3: ROM, flash, flash (o RAM una volta caricata), SRAM, un registro di flip-flop nel processore. Esercizio 5: la SRAM dell'ESP32-C6 non ha una cache davanti, quindi l'ordine degli accessi conta poco; su un portatile la differenza è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16: Memoria permanente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permanente: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16-Architettura_dei_Calcolatori-Memoria_Permanente.pptx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latfor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16: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code/l16.S, 82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Spegnete e riaccendete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uno spegnimento il titolo c'è ancora, ma il punteggio migliore è di nuovo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un file nella memoria flash: non volatile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variabile vive nella SRAM: volatile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conservare un punteggio per sempre va scritto in una memoria permanente: quali esistono?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ROM, flash,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16: Permanent Memory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l16.S: what stays in the file and what lives in RAM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title HIGH SCORE and two bars: the score of this run, which grows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while A is held and falls back to zero when A is released, and the best score, which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never goes down. Restart the cartridge: the title is still there, the best score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 again.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l16.S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l16 --name l16 --out l16.prg32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l16_draw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held: one more point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t2, 2f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released: the run is over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a0,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a0, t1, 1f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new score not better: skip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 best score ... in RAM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 from .rodata: it is always there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score, at most 255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255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l16.S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part of the cartridge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.asciz "HIGH SCORE"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stored in flash: it survives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copied into RAM at start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.word 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lives in RAM: it is lost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titolo HIGH SCORE e due barre: il punteggio di questa prova, che cresce mentre A è premuto e torna a zero quando A è rilasciato, e il punteggio migliore, che non scende mai. Riavviate la cartuccia: il titolo c'è ancora, il punteggio migliore è di nuovo zero.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A, rilasciatelo, poi riavviate la cartuccia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l16 --out l16.prg32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l16 --name l16 --architecture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disco gira a 7200 giri al minuto: qual è la sua latenza media?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47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2641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cache risponde in 1 ns e la memoria in 50 ns: qual è il tempo medio di accesso con il 95% di hit?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036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8536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 dove vive sul kit PRG32 ciascuno di questi: il codice di avvio, il firmware, una cartuccia, la variabile counter, il registro t0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le specifiche della memoria di massa del vostro portatile o telefono: tecnologia, capacità, interfaccia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cronometrate due cicli che sommano un grande vettore: uno in ordine, uno a salti di passo ampio. C'è differenza, e perché su questo chip potrebbe non esserci?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Latenza: mezzo giro, circa 4,2 ms. Tempo medio di accesso: 0,95 x 1 + 0,05 x 51 = 3,5 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 permanente: il codice</dc:title>
  <dc:subject>Lezione 16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