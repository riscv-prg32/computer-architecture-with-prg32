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6b8970f-1c8d-5fc5-0746-9af61a986767}">
          <p14:sldIdLst>
            <p14:sldId id="256"/>
            <p14:sldId id="257"/>
          </p14:sldIdLst>
        </p14:section>
        <p14:section name="I listati" id="{52760ce0-45d5-c3f0-1b2d-c13e7158e7e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Il programma completo" id="{141a815b-2a9f-2c11-3b70-4190163c5715}">
          <p14:sldIdLst>
            <p14:sldId id="275"/>
            <p14:sldId id="276"/>
            <p14:sldId id="277"/>
          </p14:sldIdLst>
        </p14:section>
        <p14:section name="Eseguire e provare" id="{1983ebe0-55b0-f463-e6e7-69a5f7a721a3}">
          <p14:sldIdLst>
            <p14:sldId id="278"/>
            <p14:sldId id="279"/>
            <p14:sldId id="280"/>
            <p14:sldId id="281"/>
            <p14:sldId id="282"/>
          </p14:sldIdLst>
        </p14:section>
        <p14:section name="Esercizi" id="{c588c12e-b10d-0c7e-1000-3847c0809bf8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01. La presentazione della lezione contiene i concetti; questa contiene tutto ciò che si scrive e si esegue: i listati con la loro spiegazione, il programma completo, che cosa mostra, e il modo di provarlo su ciascuno dei tre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~/arc12/code/l01.S;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~/arc12/code/l01.S;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Trovate la riga del vostro sistema e scaricate quel file dalla pagina Releases del repository di PRG32-QT, sempre dall'ultimo rilascio. Windows ha un installatore, macOS un'immagine disco (una per Apple Silicon, una per Intel), Linux e Raspberry Pi OS un pacchetto Debian. Il numero 0.4.1 è la versione di ottobre 2026: quando leggerete potrà essere più alto, e i nomi dei file seguono lo stesso schema. Se non sapete quale Mac avete, la slide su macOS dice come scoprirlo.
Per il docente: Da github.com/riscv-prg32/PRG32-QT, Releases, l'ultimo rilascio. 0.4.1 è la versione di ottobre 2026: i nomi dei file seguono questo schema con il numero corrente. Il file SHA256SUMS-platforms.txt elenca le somme di controllo. Nella stessa pagina ci sono i pacchetti per Android e Android TV.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Windows le mosse sono quattro: scaricare il file Setup, eseguirlo, accettare la cartella proposta, e avviare PRG32 dal menu Start. Possono comparire due avvisi, entrambi previsti. SmartScreen può mostrare un riquadro blu perché l'installatore non viene dal Microsoft Store: scegliete Ulteriori informazioni, poi Esegui comunque. Il firewall può chiedere un permesso: concedetelo sulle reti private. PRG32-QT ascolta sulla porta 8080 per ricevere le cartucce dagli strumenti, e lo userete nel passo 3.
Per il docente: L'installatore contiene le librerie Qt e il runtime del compilatore: non c'è altro da installare. La domanda del firewall compare perché PRG32-QT ascolta sulla porta 8080 le cartucce inviate dagli strumenti: il passo 3 la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un Mac, scoprite prima quale processore avete: menu Apple, Informazioni su questo Mac. «Chip Apple M...» significa il file ARM64; «Processore Intel» significa quello Intel. Aprite l'immagine disco e trascinate PRG32 su Applicazioni. Al primo avvio macOS può rifiutarsi di aprire un'applicazione che non viene dall'App Store: clic destro e Apri, oppure Privacy e sicurezza nelle Impostazioni di Sistema. Poi accettate le connessioni in entrata e l'accesso alla rete locale, che servono all'applicazione per ricevere le cartucce.
Per il docente: Il passo del primo avvio serve se macOS dice che lo sviluppatore non può essere verificato: l'applicazione è distribuita fuori dall'App Store. I due permessi servono all'interfaccia di dispositivo sulla porta 8080 e al suo annuncio sulla rete locale.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Linux la metà superiore del listato installa il pacchetto: apt install con ./ davanti al nome del file installa il file insieme a ciò da cui dipende. Il programma è poi /usr/bin/PRG32. Il requisito da controllare è Qt 6.5 o successivo: Debian 13 e Ubuntu 25.04 lo hanno; Ubuntu 24.04 no. La metà inferiore è l'alternativa per i sistemi più vecchi, la compilazione da sorgente con lo script del repository. Le righe che cominciano con # sono commenti: non vanno battute.
Per il docente: Il pacchetto dipende dai pacchetti Qt 6 QML, Multimedia e WebSockets della distribuzione. Dove il Qt di sistema è più vecchio della 6.5, installate Qt con l'installatore online di qt.io e compilate con quello. Su Raspberry Pi OS usate il pacchetto ARM64, oppure scripts/build-raspbian.sh.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prima esecuzione. Avviate PRG32-QT: la schermata Setup è la stessa che il firmware mostra sul kit. Scegliete Browse Store, prendete un gioco, scaricatelo e scegliete Run Cartridge. Giocate con i tasti freccia, Z e X; Esc vi riporta indietro. Poi aprite Settings e guardate i tre profili. Il riquadro verde dice che aspetto ha il successo: un gioco dello Store gira sul vostro portatile. Se il catalogo resta vuoto, il problema è la rete, non PRG32-QT.
Per il docente: Lo Store predefinito è store.prg32.uniparthenope.it. Se l'elenco resta vuoto, il portatile non raggiunge Internet oppure c'è di mezzo un proxy: Settings mostra l'indirizzo dello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Sono le tre schermate che dovreste aver visto: il menu Setup, il navigatore dello Store e Settings. Hanno lo stesso aspetto su ogni sistema operativo. Confrontatele con il vostro schermo; se corrispondono, il livello 1 è completo, e da ora potete eseguire qualunque cartuccia e guardarci dentro. Se non corrispondono, alzate la mano adesso e non più tardi.
Per il docente: Schermate dalla documentazione di PRG32 e PRG32-QT (macOS).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Windows i primi tre passi usano installatori grafici: Git, Python, e l'ESP-IDF Tools Installer, in cui si scelgono un rilascio 5.4 o successivo e i target esp32c3 ed esp32c6. L'installatore crea un collegamento chiamato ESP-IDF PowerShell: lavorate sempre in quella finestra, mai in un terminale qualsiasi. I cinque comandi clonano il repository di PRG32, installano due pacchetti Python ed eseguono il doctor. Su Windows l'interprete si chiama python, non python3.
Per il docente: Dal README di PRG32. Un'alternativa per chi preferisce un editor: Visual Studio Code con l'estensione Espressif ESP-IDF, che installa la stessa toolchain. Evitate cartelle con spazi o lettere accentate nel percorso: i vecchi strumenti di compilazione non li gradiscono.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macOS i blocchi sono tre. Homebrew installa i prerequisiti. Poi si clona ESP-IDF e install.sh scarica i compilatori per i due chip: abbiate pazienza, è la parte lunga. La riga . ./export.sh comincia con un punto e uno spazio, e il punto conta: fa sì che lo script modifichi il terminale in cui siete, invece di una copia che scompare. L'ultimo blocco clona PRG32 ed esegue il doctor. Gli stessi comandi funzionano su Apple Silicon e su Intel.
Per il docente: Dal README di PRG32. git può chiedere prima di installare gli strumenti da riga di comando di Xcode: accettate. Il clone ricorsivo e install.sh scaricano qualche gigabyte.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Debian e Ubuntu il primo blocco è un unico lungo comando apt, spezzato su tre righe dalle barre rovesciate: copiatelo intero. I passi 2 e 3 sono identici a quelli di macOS. Sulle altre distribuzioni i pacchetti sono gli stessi, con altri nomi. L'ultima nota riguarda solo chi ha un kit: il vostro utente deve appartenere al gruppo dialout per raggiungere la porta seriale della scheda, e bisogna uscire dalla sessione e rientrare perché la modifica abbia effetto.
Per il docente: Dal README di PRG32. Il gruppo dialout dà accesso alla porta seriale della scheda: dopo il comando uscite dalla sessione e rientrate. Non serve per PRG32-QT né per QEMU.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slide è la routine quotidiana, e previene l'errore più comune delle prime settimane. In ogni nuovo terminale, prima di ogni altra cosa, attivate ESP-IDF con export.sh e spostatevi nella cartella PRG32. Due alias risparmiano battute: get_idf attiva, prg sta per python3 -m prg32. Su Windows, aprire ESP-IDF PowerShell fa lo stesso. Provate una volta di proposito: aprite un nuovo terminale, eseguite il doctor senza attivare, e leggete l'errore. Avendolo visto qui, più avanti lo riconoscerete subito.
Per il docente: L'errore più comune delle prime settimane. Far chiudere il terminale agli studenti, aprirne uno nuovo ed eseguire doctor senza attivare: devono vedere l'errore una volta, qui, e non durante un tutorial.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doctor controlla l'installazione e stampa una riga per ogni controllo. [OK] idf.py found significa che ESP-IDF è attivo. [OK] riscv32-esp-elf-gcc found significa che il compilatore RISC-V è raggiungibile. Le righe sulle partizioni significano che la cartella PRG32 è completa. Una riga che comincia con [ERROR] dice che cosa non va e che cosa fare: leggetela fino in fondo prima di chiedere aiuto. Quando tutte le righe sono OK, il livello 2 è fatto. Le ultime righe del listato mostrano l'errore che si ottiene in un terminale dove ESP-IDF non è attivo.
Per il docente: Messaggi del doctor di ottobre 2026. I quattro slot per le cartucce, da cart0 a cart3, sono regioni della memoria flash della scheda: 131072 byte ciascuno. Se doctor passa, il livello 2 è fatto.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comando cartridge build prende un file sorgente e scrive un file .prg32. Tre opzioni meritano di essere capite. --entry-prefix pong_c è il nome che nel sorgente precede _init, _update e _draw. --portable produce una cartuccia che gira su ogni host, non su una sola immagine del firmware. --out dà il nome al risultato. Lo strumento risponde con la dimensione del codice: un intero Pong sono circa tremila byte. Qui il sorgente è in C, preso dagli esempi, così provate il compilatore senza scrivere un programma.
Per il docente: Pong in C dagli esempi del repository: dimostra che il compilatore funziona senza dover scrivere un programma. Nella Lezione 02 il sorgente è vostro, in assembly, e il comando è lo stesso. Su Windows scrivete python e mettete il comando su una riga 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PRG32-QT deve essere in esecuzione. Il primo comando, runtime, gli chiede il suo stato: se risponde, la connessione funziona. Il secondo, upload-and-run, memorizza la cartuccia nello slot cart0 e la avvia; il gioco compare nella finestra di PRG32-QT. Il comando dice esp32c6 perché, per lo strumento, PRG32-QT si comporta come una scheda che ascolta sulla porta 8080. Lo stesso comando con l'indirizzo di una scheda vera, http://192.168.4.1, manda il gioco lì. Senza gli strumenti si può anche importare il file dal menu di PRG32-QT.
Per il docente: Eseguito per queste slide su macOS. Se localhost non risponde, leggete l'indirizzo sulla schermata Setup di PRG32-QT e usate quello. Senza gli strumenti: in PRG32-QT importate il file pong.prg32 e scegliete Run Cartridge. Lo stesso comando con --url http://192.168.4.1 invia il gioco a una scheda vera.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 aprite la macchina. In Settings attivate Run cartridges in RISC-V debug mode ed eseguite di nuovo la cartuccia: il gioco è a sinistra, la macchina a destra. Pausa: è evidenziata un'istruzione, la prossima a essere eseguita. Qualche passo: l'evidenziazione si sposta e alcuni registri cambiano. Update e Draw mostrano quelle due funzioni della cartuccia. Riprendete, poi abbassate la velocità e guardate il gioco al rallentatore. Oggi non ci si aspetta che capiate i registri; conta che il debugger si apra e obbedisca.
Per il docente: Solo un primo sguardo: la Lezione 02 spiega che cosa sono i registri. Oggi conta che il debugger si apra e risponda. La modalità debug resta attiva finché non la si disattiva. Pausa, ripresa e passo sono i tre pulsanti di trasporto del debugger, disegnati come in un lettore video: due barre, un triangolo, un triangolo con una barra. Le slide e i tutorial li chiamano Pause, Resume 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Ecco che cosa dovreste vedere: a destra il listato in assembly con l'istruzione corrente evidenziata, i trentadue registri, una finestra sulla memoria e i contatori del frame. Ogni elemento di questa immagine sarà spiegato nelle prossime lezioni, a cominciare dai registri nella Lezione 02. Se vedete questa schermata con una cartuccia compilata da voi, la vostra officina è completa.
Per il docente: Dalla documentazione di PRG32-QT.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livello 3 ha tre parti: le librerie che servono all'emulatore per la sua finestra, l'emulatore stesso, e tre comandi dello strumento. qemu build compila l'intero firmware, e la prima volta richiede diversi minuti. qemu upload copia una cartuccia nell'immagine della flash, e QEMU deve essere chiuso mentre lo si esegue. qemu run avvia l'emulatore, che si apre sul menu Setup: scegliete Run Cartridge e poi cart0. Ricordate di scrivere nel terminale, non nella finestra con l'immagine.
Per il docente: Dal README e da docs/usage/qemu.md di PRG32. Non eseguito per queste slide. La prima compilazione scarica componenti e compila l'intero firmware. Se upload fallisce, eseguite QEMU una volta perché esista l'immagine della flash, chiudetelo e ripetete. Da ottobre 2026 il firmware parte in modo predefinito dal menu Setup, su QEMU e sulla scheda: scegliete Run Cartridge, poi lo slot. I tasti vanno al terminale che ha lanciato QEMU, non alla finestra con l'immagine.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livello 4 è la scheda. Collegata via USB, build-and-flash compila il firmware e lo scrive nel chip: una volta per scheda. La scheda parte poi dal menu Setup e crea una rete Wi-Fi chiamata PRG32. Collegatevi, e il comando di caricamento che già conoscete funziona con l'indirizzo 192.168.4.1: da quel momento, niente cavi. L'ultimo comando fa invece entrare la scheda in una rete esistente. Su Linux il vostro utente deve stare nel gruppo dialout.
Per il docente: Dalla documentazione di PRG32. Non eseguito per queste slide. Se la porta seriale non viene trovata, indicatela esplicitamente: COMx su Windows, /dev/ttyACM0 su Linux, /dev/cu.usbmodem... su macOS. Uno schermo nero dopo la scrittura di solito significa che è stato scritto il firmware per QEMU invece di quello della scheda, oppure che il display è collegato a piedini diversi da quelli del firmware: da ottobre 2026 i valori predefiniti sono GPIO8 per DC e GPIO9 per RST (erano GPIO1 e GPIO0), e idf.py menuconfig li cambia.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compito. Completate le cinque verifiche. Scaricate tre cartucce dallo Store e, in ognuna, trovate con il debugger la prima istruzione di update. Compilate un altro esempio. Il quarto compito è la vera prova: chiudete tutto, riavviate il computer e tornate a una cartuccia in esecuzione senza queste slide. Se ci riuscite, avete capito l'attivazione, e l'officina è vostra.
Per il docente: Il quarto compito è la vera prova: mostra chi ha capito l'attivazione di ESP-IDF.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01: Installazione di PRG32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 e PRG32-QT: allestire la propria officina: il codice</a:t>
            </a:r>
            <a:endParaRPr lang="en-US" sz="4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0" descr="/Users/raffaelemontella/devel/riscv-prg32/computer-architecture-with-prg32/tools/assets/prg32qt_debu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277" y="4251960"/>
            <a:ext cx="2648036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10 listati della Lezione 01,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code/l01.S, 57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Scaricate l'installatore per il vostro sistema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5379110"/>
                <a:gridCol w="201716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vostro sistema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da scaricare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 o 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PRG32-QT-0.4.1-Windows-X64-Setup.exe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installatore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macOS, Apple Silicon (M1 e successivi)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PRG32-QT-0.4.1-macOS-ARM64.dmg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immagine disco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macOS, Intel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PRG32-QT-0.4.1-macOS-Intel-X64.dmg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immagine disco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Linux, PC a 64 bit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PRG32-QT-0.4.1-Linux-X64.deb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pacchetto Debian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OS, 64 bit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PRG32-QT-0.4.1-Raspberry-Pi-OS-ARM64.deb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pacchetto Debian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github.com/riscv-prg32/PRG32-QT, poi Releases. Prendete l'ultima versione.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PRG32-QT su Windows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Scaricare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file che termina in Windows-X64-Setup.exe, dalla pagina Releases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Eseguire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Windows mostra l'avviso blu di SmartScreen: Ulteriori informazioni, poi Esegui comunque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Installare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Accettate la cartella proposta: l'installatore porta con sé tutto ciò che serve al programma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Avviare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PRG32, dal menu Start. Se il firewall lo chiede, consentitelo sulle reti private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PRG32-QT su macOS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Mac?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Apple, Informazioni su questo Mac: Chip Apple M... significa ARM64; Processore Intel significa X64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Installare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Aprite il .dmg e trascinate PRG32 sulla cartella Applicazioni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 avvio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destro su PRG32 e Apri; oppure Impostazioni di Sistema, Privacy e sicurezza, Apri comunque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Consentire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Accettate le connessioni in entrata e l'accesso alla rete locale quando macOS lo chiede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PRG32-QT su Linux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Debian 13, Ubuntu 25.04 and later, or another system with Qt 6.5 or newer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~/Downloads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./PRG32-QT-0.4.1-Linux-X64.deb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 &amp;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older systems (Ubuntu 24.04 has Qt 6.4: too old): build from source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git cmake ninja-build g++ qt6-base-dev qt6-declarative-dev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qt6-multimedia-dev qt6-websockets-dev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https://github.com/riscv-prg32/PRG32-QT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PRG32-QT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./scripts/build-linux.sh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install con ./ installa il file e ciò di cui ha bisogno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è /usr/bin/PRG32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Qt 6.5 o successivo: controllate la vostra distribuzione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la compilazione da sorgente richiede un Qt recente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la prima cartuccia, dallo Store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Avviate PRG32-QT: compare la schermata Setup, la stessa che il firmware mostra sul kit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1597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29768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Scegliete Browse Store: viene scaricato il catalogo del Cartridge Store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Scegliete un gioco, scaricatelo, e scegliete Run Cartridge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910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7276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Giocate con i tasti freccia, Z e X. Esc riporta a Setup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28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10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Aprite Settings: guardate i tre profili di prestazione e le scelte di layout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dello Store gira sul vostro portatile. Questo è il livello 1: da ora potete eseguire qualunque cartuccia, e guardarci dentro.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393192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4" name="Image 0" descr="/Users/raffaelemontella/devel/riscv-prg32/computer-architecture-with-prg32/tools/assets/menu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0748"/>
            <a:ext cx="3240938" cy="243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6634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menu Setup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338218" y="1417320"/>
            <a:ext cx="3515258" cy="393192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7" name="Image 1" descr="/Users/raffaelemontella/devel/riscv-prg32/computer-architecture-with-prg32/tools/assets/prg32qt_st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378" y="1966503"/>
            <a:ext cx="3240938" cy="223919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75378" y="46634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Store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127797" y="1417320"/>
            <a:ext cx="3515258" cy="393192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10" name="Image 2" descr="/Users/raffaelemontella/devel/riscv-prg32/computer-architecture-with-prg32/tools/assets/prg32qt_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957" y="1966503"/>
            <a:ext cx="3240938" cy="223919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264957" y="46634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stesse tre schermate su ogni sistema. Se siete qui, il passo 1 è fatto.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toolchain su Windows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Install Git for Windows (git-scm.com) and Python 3 (python.org)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Run the ESP-IDF Tools Installer (dl.espressif.com/dl/esp-idf):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- choose an ESP-IDF release 5.4 or newer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- select the targets esp32c3 and esp32c6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- optional: tick the QEMU RISC-V emulator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Open the shortcut "ESP-IDF PowerShell" that the installer created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In that window: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$HOME\Documents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https://github.com/riscv-prg32/PRG32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PRG32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pyaudio zeroconf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prg32 doctor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Usate ESP-IDF PowerShell, mai un terminale qualsiasi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Windows il comando è python, non python3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installa nell'ambiente di ESP-IDF: è voluto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controlla l'installazione: si vedano le prossime slide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toolchain su macOS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Homebrew (brew.sh), then the prerequisites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git cmake ninja dfu-util ccache libusb python curl zip portaudio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ESP-IDF 5.4 for the two chips (a large download)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$HOME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-b v5.4 --recursive https://github.com/espressif/esp-idf.git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esp-idf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./install.sh esp32c3,esp32c6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./export.sh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pyaudio zeroconf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PRG32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$HOME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https://github.com/riscv-prg32/PRG32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PRG32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doctor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Homebrew: fornisce git, cmake, 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install.sh scarica i compilatori: abbiate pazienza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punto prima di export.sh conta: modifica questo terminale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 su Apple Silicon e su Intel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toolchain su Linux (Debian, Ubuntu)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Prerequisites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-y git wget flex bison gperf python3 python3-venv python3-pip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python3-zeroconf cmake ninja-build ccache libffi-dev libssl-dev dfu-util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libusb-1.0-0 curl zip portaudio19-dev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ESP-IDF 5.4 for the two chips (a large download)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$HOME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-b v5.4 --recursive https://github.com/espressif/esp-idf.git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esp-idf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./install.sh esp32c3,esp32c6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./export.sh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pyaudio zeroconf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PRG32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$HOME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https://github.com/riscv-prg32/PRG32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PRG32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doctor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lunga riga apt: copiatela intera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passi 2 e 3 sono gli stessi di macOS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 distribuzioni: stessi pacchetti, altri nomi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per il kit: sudo usermod -aG dialout $USER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nuovo terminale: attivare ESP-IDF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 and Linux: in every new terminal, before anything else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$HOME/esp-idf/export.sh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$HOME/PRG32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typing: add these two lines to ~/.zshrc or ~/.bashrc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get_idf=". $HOME/esp-idf/export.sh"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prg="python3 -m prg32"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then, in a new terminal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get_idf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 doctor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Windows: open "ESP-IDF PowerShell" from the Start menu, then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$HOME\Documents\PRG32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export.sh agisce sul terminale in cui viene eseguito, e solo su quello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nuova finestra è un nuovo terminale: attivate di nuovo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alias sono una comodità, non un obbligo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Eseguite i comandi prg32 dalla cartella PRG32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dottore: è tutto a posto?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prg32 doctor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idf.py found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riscv32-esp-elf-gcc found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partitions file found: .../PRG32/profiles/partitions_prg32.csv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partition cart0 parsed (offset=0x210000, size=131072)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when ESP-IDF is not active in this terminal: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[ERROR] idf.py missing (you must source ESP-IDF export.sh)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idf.py: ESP-IDF è attivo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riscv32-esp-elf-gcc: il compilatore RISC-V è raggiungibile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partitions: la cartella PRG32 è completa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riga ERROR dice che cosa fare: leggetela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Compilate una cartuccia dagli esempi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PRG32 folder, ESP-IDF active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examples/games/pong/c/game.c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--portable --entry-prefix pong_c --name pong --out pong.prg32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built pong.prg32 name=pong load=0x40800000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code=3004 mem=3028 audio=0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did we build?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pong.prg32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build: entra un sorgente, esce un .prg32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--entry-prefix: il nome che precede _init, _update, _draw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--portable: gira su ogni host, non su un solo firmware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Pong intero: tremila byte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Inviatela a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PRG32-QT must be running on this computer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is it listening?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runtime --url http://localhost:8080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upload the cartridge to slot cart0 and start it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pong.prg32 \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{"loaded":false,"ok":true,"slot":"cart0","stored":true}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{"ok":true,"slot":"cart0"}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Finished upload and run on ESP32C6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ne stampa lo stato: una rapida prova di connessione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comando dice esp32c6: per lo strumento, PRG32-QT è una scheda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Guardare dentro: il debugger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aprite Settings e attivate Run cartridges in RISC-V debug mode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597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03769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Eseguite di nuovo la cartuccia: il gioco è a sinistra, la macchina a destra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19171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900883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Premete il pulsante di pausa: il gioco si ferma, e nel listato è evidenziata un'istruzione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82365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3764077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Premete alcune volte il pulsante di passo: l'evidenziazione si sposta, e alcuni registri cambiano valore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4555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62727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Premete Update, poi Draw: il listato salta a quelle due funzioni della cartuccia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087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549046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Premete il pulsante di riproduzione: il gioco riprende. Abbassate la velocità a 0.1x e guardatelo al rallentatore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macchina, aperta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4" name="Image 0" descr="/Users/raffaelemontella/devel/riscv-prg32/computer-architecture-with-prg32/tools/assets/prg32qt_debugger_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68" y="1554480"/>
            <a:ext cx="2498959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66344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L'assembly con l'istruzione corrente, i 32 registri, la memoria e i contatori del frame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vedete questo con la vostra cartuccia, siete pronti per il resto del corso.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Livello 3: l'emulatore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libraries for the window of the emulator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libgcrypt glib pixman sdl2 libslirp      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macOS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-y libgcrypt20 libglib2.0-0 libpixman-1-0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libsdl2-2.0-0 libslirp0                           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Linux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emulator itself (Windows: tick it in the ESP-IDF installer)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$IDF_PATH/tools/idf_tools.py install qemu-riscv32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$IDF_PATH/export.sh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the firmware for QEMU, stage a cartridge, run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pong.prg32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emula un intero chip ed esegue il vero firmware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build compila il firmware: diversi minuti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prepara la cartuccia: prima chiudete QEMU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si apre su Setup: Run Cartridge, cart0. Scrivete nel terminale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Livello 4: il kit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connect the board with a USB cable; ESP-IDF active, in the PRG32 folder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board starts and creates a Wi-Fi network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name: PRG32     password: prg32game     address: 192.168.4.1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join it with your laptop, then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pong.prg32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let the board join the Wi-Fi of the classroom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wifi set --ssid "NAME" --password "PASSWORD" --mode sta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build-and-flash scrive il firmware: una volta per scheda. Parte da Setup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i giochi arrivano via Wi-Fi: niente più cavi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upload di PRG32-QT, con un altro indirizzo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il vostro utente deve stare nel gruppo dialout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l01.S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01: PRG32 and PRG32-QT: Setting Up Your Workshop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l01.S: a test pattern that proves the installation works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four vertical bars, red, green, blue and white, and the words 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l01.S --portable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l01 --name l01 --out l01.prg32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0x0000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0xffff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l01_init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l01_update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l01_draw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l01_init: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l01_update: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l01.S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l01_draw: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bar number, 0 to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bars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table of the four colours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s0, 2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bytes per 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a4, 0(t0)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 = colour of bar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a0, s0, 6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64 * bar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40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40 + 64 * bar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48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100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1b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l01.S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bars: .word 0xf800, 0x07e0, 0x001f, 0xffff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red, green, blue, white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ok:   .asciz "PRG32 OK"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38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quattro barre verticali, rossa, verde, blu e bianca, e le parole PRG32 OK.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56387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441954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l01 --name l01 --out l01.prg32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l01.prg32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l01 --name l01 --architecture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l01 --name l01 --architecture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l01-esp32c6.prg32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l01-esp32c6.prg32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 della prossima lezione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Completate sul vostro portatile le cinque verifiche della slide «Pronti»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31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05486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Scaricate tre cartucce dallo Store, e in ognuna trovate con il debugger la prima istruzione di update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 un altro degli esempi in examples/games, ed eseguitelo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910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7276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Chiudete tutto, riavviate il computer, e tornate a una cartuccia in esecuzione senza queste slide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714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45312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Facoltativo: installate QEMU ed eseguite lì la stessa cartuccia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vostra officina sopravvive a un riavvio, e sapete riaprirla senza aiuto.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PRG32 e PRG32-QT: allestire la propria officina: il codice</dc:title>
  <dc:subject>Lezione 01</dc:subject>
  <dc:creator>Raffaele Montella</dc:creator>
  <cp:lastModifiedBy>Raffaele Montella</cp:lastModifiedBy>
  <cp:revision>1</cp:revision>
  <dcterms:created xsi:type="dcterms:W3CDTF">2026-10-13T08:56:24Z</dcterms:created>
  <dcterms:modified xsi:type="dcterms:W3CDTF">2026-10-13T08:56:24Z</dcterms:modified>
</cp:coreProperties>
</file>