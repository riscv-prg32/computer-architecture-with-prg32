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3c34f0e0-5dc2-9e9a-2022-39fbc9f52fc8}">
          <p14:sldIdLst>
            <p14:sldId id="256"/>
            <p14:sldId id="257"/>
          </p14:sldIdLst>
        </p14:section>
        <p14:section name="I listati" id="{d1db1c03-ad72-0695-e627-267749ed55b3}">
          <p14:sldIdLst>
            <p14:sldId id="258"/>
          </p14:sldIdLst>
        </p14:section>
        <p14:section name="Passo 1: la memoria del gioco" id="{176c6b28-4912-3c6b-a7ee-50ad7965a36c}">
          <p14:sldIdLst>
            <p14:sldId id="259"/>
            <p14:sldId id="260"/>
            <p14:sldId id="261"/>
          </p14:sldIdLst>
        </p14:section>
        <p14:section name="Passo 2: tre stati" id="{b0b42bbf-94ba-fac9-03fb-8722cfd0167a}">
          <p14:sldIdLst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Passo 3: un verme in memoria" id="{f820be9d-e743-abb0-0f68-0f947342190d}">
          <p14:sldIdLst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Passo 4: le regole" id="{26a81201-6b6b-09d5-0d4e-609d982d06a1}">
          <p14:sldIdLst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  <p14:section name="Passo 5: guardare la memoria muoversi" id="{3c53d475-b43b-8972-5b5d-868885866d9f}">
          <p14:sldIdLst>
            <p14:sldId id="284"/>
            <p14:sldId id="285"/>
            <p14:sldId id="286"/>
          </p14:sldIdLst>
        </p14:section>
        <p14:section name="Eseguire e provare" id="{b79b4416-6314-02e0-5833-2d8e359ed94e}">
          <p14:sldIdLst>
            <p14:sldId id="287"/>
            <p14:sldId id="288"/>
            <p14:sldId id="289"/>
            <p14:sldId id="290"/>
            <p14:sldId id="291"/>
          </p14:sldIdLst>
        </p14:section>
        <p14:section name="Esercizi" id="{3d54f78b-9b41-a93a-2e3a-968d41bd6212}">
          <p14:sldIdLst>
            <p14:sldId id="29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Questa è la presentazione del codice della Lezione 17. Mentre la presentazione della lezione sviluppa i concetti, questa raccoglie tutto ciò che si scrive e si esegue: ogni listato con il suo commento, il programma completo della lezione, il risultato che deve produrre, e la procedura per provarlo su ciascuno dei tre host. Le due presentazioni vanno lette insieme: i concetti spiegano il codice, e il codice dà ai concetti una conseguenza osservabile.
Stato di apprendimento: DA COMPRENDERE OGGI, alla fine di questa lezione lo spiegate, lo seguite passo passo e lo applicate da soli; DA UTILIZZARE OGGI, oggi seguite e usate la ricetta; come funziona dentro si spiega più avanti, o non fa parte del corso; DA COMPRENDERE PIÙ AVANTI, riconoscete il nome e lo scopo; lo spiega una lezione successiva. Una slide senza etichetta è contesto: una storia, un esempio, una domanda, un esercizio.
Stato di apprendimento di questa lezione. DA COMPRENDERE OGGI: gli array in memoria; macchine a stati finiti; .text, .rodata, .data; latch e flip-flop; la virgola fissa. DA UTILIZZARE OGGI: la convenzione di chiamata (Lezione 18) e, usati senza essere studiati nel corso, gli strumenti di PRG32, il debugger di PRG32-QT. DA COMPRENDERE PIÙ AVANTI: niente. Una slide senza etichetta è contesto: una storia, un esempio, una domanda, un esercizio.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contenuto della presentazione, nell'ordine delle slide. Il programma della lezione è un file sorgente completo, che si può compilare ed eseguire così com'è. Il percorso consigliato è eseguirlo per primo, osservarne il comportamento, e poi tornare ai singoli listati per capire come ciascuna parte contribuisce a quel comportamento. Il programma di riferimento è ~/arc12/verm1/verm1_part3.S; tools/tests/verm1_check.py lo compila e lo gioca con un giocatore programmato, e verm1_steps.py esegue i punti di controllo intermedi.
Per il docente: Procurarsi il codice una volta: git clone https://github.com/riscv-prg32/computer-architecture-with-prg32 ~/arc12. Il programma di riferimento è ~/arc12/verm1/verm1_part3.S; tools/tests/verm1_check.py lo compila e lo gioca con un giocatore programmato, e verm1_steps.py esegue i punti di controllo intermedi. Ogni listato di queste slide è letto dalla compilazione da un file provato, o verificato da tools/tests: si veda il suo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soliti due comandi. Oggi il file cambia molto, quindi la compilazione non deve attendere la fine: il programma si compila e si esegue dopo ogni slide intitolata "Eseguite". Se qualcosa si rompe, il guasto sta nelle righe aggiunte dall'ultima esecuzione riuscita, il che restringe la ricerca.
DA UTILIZZARE OGGI: gli strumenti di PRG32 (si usa, non si studia, in questo corso).
Per il docente: Gli stessi due comandi. Oggi il file cambia molto: compilare dopo ogni slide che dice Eseguite, non solo alla fine.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nuove costanti sostituiscono quelle della Parte 2. BODY è un verde più scuro per i segmenti dietro la testa. BTN_A è la maschera del pulsante A, il bit 4 della parola dei pulsanti. I tre stati sono i numeri 0, 1 e 2, con un nome. Le righe .section e .global che chiudevano questo blocco passano alla slide successiva.
DA COMPRENDERE OGGI: macchine a stati finiti.
Per il docente: Sostituite le costanti della Parte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sezione di sola lettura: tre stringhe, per il titolo, l'invito e la fine partita, e le due tabelle dx e dy della Parte 2. Il programma qui non scrive mai. Sulla scheda questa sezione potrebbe restare nella flash; è la parte della cartuccia che sopravvivrebbe a uno spegnimento, come ha dimostrato il riscaldamento della Lezione 16.
DA COMPRENDERE OGGI: .text, .rodata, .data.
Per il docente: Sostituite la .rodata della Parte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sezione delle variabili. head_x e head_y sono spariti: la testa vive ora nell'anello. La direttiva .space riserva un certo numero di byte senza nominarli uno per uno: 256 per body_x, 256 per body_y, 960 per la mappa. best contiene il punteggio migliore, che sopravvive da una partita all'altra ma non a uno spegnimento, perché risiede in RAM. Una cartuccia portabile non ha una memoria permanente propria, un limite qui dichiarato esplicitamente.
DA COMPRENDERE OGGI: .text, .rodata, .data.
Per il docente: Sostituite la .data della Parte 2. Tutto ciò che sta qui si perde quando la cartuccia viene scaricata: Lezione 16. Un punteggio migliore che sopravviva richiede memoria permanente, che una cartuccia portabile non ha: un limite onesto.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verm1_init svolge ora un solo compito: sceglie lo stato iniziale, TITLE. Preparare una partita diventa responsabilità di una nuova funzione, new_game, invocata quando il giocatore preme A. Le vecchie verm1_update, step e verm1_draw si cancellano dal file, perché le slide successive le sostituiscono; si tengono place_food, eat_sound e draw_cell.
DA COMPRENDERE OGGI: macchine a stati finiti.
Per il docente: Sostituite verm1_init. Cancellate dal vostro file verm1_update, step e verm1_draw della Parte 2: le prossime slide le sostituiscono. Tenete place_food, eat_sound e draw_cell.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prima metà della nuova verm1_update legge i pulsanti e ne calcola i fronti. s0 contiene i pulsanti del frame corrente; prev_btn, in memoria, quelli del frame precedente. L'espressione "ora AND NOT prima" dà 1 solo nelle posizioni in cui una pressione è appena cominciata, e il risultato si pone in s1. Poi si aggiorna prev_btn. È il rilevatore di fronti della Lezione 13: un registro che ritarda di un periodo di clock, seguito da una porta AND con un ingresso negato. Poiché s0 e s1 devono sopravvivere alle chiamate che seguono, si salvano nel frame.
DA COMPRENDERE OGGI: latch e flip-flop. DA UTILIZZARE OGGI: la convenzione di chiamata (si studia nella Lezione 18).
Per il docente: Il rilevatore di fronte della Lezione 13: un flip-flop e una porta AND con un ingresso invertito. Qui il flip-flop è una parola di memoria e il clock è il 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seconda metà è la tabella delle transizioni, scritta riga per riga. Lo stato si legge per primo, e determina quali ingressi si considerano. In TITLE, una nuova pressione di A chiama new_game. In OVER, una nuova pressione di A memorizza TITLE. In PLAY, i pulsanti tenuti premuti, livelli e non fronti, si passano a play_update, perché la guida deve rispondere finché un pulsante resta premuto. Le etichette hanno un nome, u_play, u_start, u_done, perché etichette numeriche sarebbero difficili da seguire in una funzione di queste dimensioni.
DA COMPRENDERE OGGI: macchine a stati finiti.
Per il docente: È il resto di verm1_update: la tabella delle transizioni, riga per riga. Da OVER a TITLE si memorizza soltanto il nuovo stato; da TITLE a PLAY si chiama new_game, che memorizza PLAY da sé.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verm1_draw mostra un'immagine diversa per ogni stato. La riga del titolo si disegna sempre. In TITLE compare solo l'invito PRESS A, centrato: x = 132 centra sette caratteri da 8 pixel. In PLAY e OVER la funzione disegna il punteggio, il verme e il cibo. draw non cambia nulla: la sua uscita dipende solo dallo stato e dalla memoria, esattamente come l'uscita di una macchina di Moore dipende solo dal suo stato.
DA COMPRENDERE OGGI: macchine a stati finiti.
Per il docente: Sostituite verm1_draw. L'uscita dipende solo dallo stato e dalla memoria: draw non modifica nulla.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fine di verm1_draw: nello stato OVER due parole si scrivono sopra la scena. Un piccolo aiutante, draw_text, fornisce i due argomenti di colore, bianco su nero, e passa avanti i primi tre, risparmiando due righe a ogni chiamata che disegna testo. Piccoli aiutanti di questo tipo rendono un programma più breve e più facile da modificare in modo coerente.
DA COMPRENDERE OGGI: macchine a stati finiti.
Per il docente: La fine di verm1_draw, e una piccola funzione di servizio che toglie due righe da ogni chiamata di testo.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Quattro stub: funzioni che esistono solo di nome e ritornano subito, tranne new_game, che si limita a memorizzare PLAY. Grazie a esse il programma si compila, e la macchina a stati si può mettere alla prova prima che le sue parti siano scritte. È il metodo della prima lezione di programmazione applicato su scala maggiore: cominciare con funzioni che non fanno nulla, poi aggiungere una cosa alla volta.
Per il docente: Si parte da funzioni che ritornano senza fare nulla, poi si aggiunge una cosa alla volta: il metodo della prima lezione. Questo programma intermedio è compilato ed eseguito da tests/verm1_steps.py.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Eseguire. Compaiono la riga del titolo e PRESS A. Premendo A l'invito scompare e una cella rossa compare nell'angolo in alto a sinistra, perché le variabili del cibo valgono ancora zero. Nulla si muove e la partita non può finire, perché PLAY non ha ancora regole. Nel debugger si può individuare la variabile state e vederla passare da 0 a 1 quando si preme A: la macchina funziona, ed è vuota.
Per il docente: Il cibo sta in (0, 0) perché food_x e food_y partono da zero e lo stub di new_game non chiama place_food.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prima metà della vera new_game. Un ciclo azzera i 960 byte della mappa, uno sb alla volta. Poi si stende il verme: tre segmenti nelle colonne 3, 4 e 5 della riga 12. Ogni segmento si scrive due volte, colonna e riga nell'anello e un 1 nella mappa, il che stabilisce l'invariante che anello e mappa concordino. L'espressione grid+12*COLS è valutata dall'assemblatore. Poiché ogni voce è di un byte, l'indice si somma all'indirizzo base senza scalatura.
DA COMPRENDERE OGGI: gli array in memoria.
Per il docente: grid+12*COLS è calcolato dall'assemblatore: l'indirizzo del primo byte della riga 12. sb memorizza un byte; l'indice si somma all'indirizzo base, senza scorrimento perché ogni elemento è un byte.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seconda metà inizializza le variabili: head_i = 2 e length = 3, che insieme descrivono il verme appena steso; direzione, timer e punteggio partono da zero; si piazza il primo cibo. L'ultima istruzione memorizza PLAY nello stato. L'ordine è voluto: la transizione si completa solo quando tutto ciò che richiede è pronto, così che nessun'altra parte del programma possa osservare una partita inizializzata a metà.
DA COMPRENDERE OGGI: gli array in memoria.
Per il docente: La seconda metà di new_game. La transizione da TITLE a PLAY è completa solo quando tutto è pronto: lo stato si memorizza per ultimo.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draw_worm percorre l'anello all'indietro a partire dalla testa: il segmento i è la voce head_i - i, mascherata con 255. Colonna e riga si caricano con lbu, che legge un byte come numero senza segno, e si passano a draw_cell. Il segmento 0, la testa, si disegna in un verde più brillante degli altri. Il ciclo termina quando i raggiunge la lunghezza. lbu e non lb dichiara che una colonna non è mai negativa, come spiega la nota sulla Lezione 05.
DA COMPRENDERE OGGI: gli array in memoria.
Per il docente: lbu e non lb: una colonna è un numero da 0 a 39, mai negativo. Con lb un byte da 200 in su diventerebbe negativo: Lezione 05. Qui funzionerebbero entrambe; lbu dice ciò che intendiamo.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draw_score è il ciclo che nella Parte 2 stava dentro verm1_draw, ora una funzione a sé: una piccola tacca per punto. Poiché usa s0 come contatore, salva quel registro all'ingresso e lo ripristina all'uscita.
DA UTILIZZARE OGGI: la convenzione di chiamata (si studia nella Lezione 18).
Per il docente: Lo stesso ciclo che nella Parte 2 stava dentro verm1_draw.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 quattro stub ne resta uno solo: play_update, che ancora non fa nulla. Il verme esiste in memoria e sullo schermo, e sta fermo.
Per il docente: Dei quattro precedenti resta solo questo stub.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Eseguire e premere A: un verme di tre celle nella riga 12, con la testa più brillante a destra, e il cibo in una cella casuale. Ora si può ispezionare la memoria con il debugger. All'indirizzo di body_x i primi byte sono 03 04 05. Nella mappa, allo spiazzamento 12 × 40 + 3, tre byte uguali a 01 spiccano tra gli zeri. Sono le due strutture dati della presentazione della lezione, l'anello e la mappa, ora popolate.
Per il docente: Per trovare l'indirizzo di body_x: fermarsi all'inizio di draw_worm e avanzare finché la t0, body_x è stata eseguita; t0 lo contiene. grid sta 512 byte dopo body_x; la riga 12 comincia 480 byte dopo grid.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play_update è la verm1_update della Parte 2 con un nuovo nome: i quattro test sui pulsanti e la regola dell'inversione a U. Una differenza: i pulsanti arrivano come argomento in a0, quindi non serve alcuna chiamata per leggerli.
DA COMPRENDERE OGGI: la virgola fissa.
Per il docente: Si prende il corpo della vecchia verm1_update: si toglie la chiamata a prg32_input_read e si rinomina la funzione.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fine di play_update è esattamente il timer della Parte 2: si somma la velocità, e quando si è accumulata una cella intera si chiama step.
DA COMPRENDERE OGGI: la virgola fissa.
Per il docente: La fine di play_update.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L'inizio di step. Tre registri devono conservare i loro valori attraverso le chiamate che seguono: s0 e s1 per la cella della nuova testa, s2 per il risultato del test sul cibo. Il frame salva quindi ra e tre registri s, quattro parole in tutto. La consultazione di dx e dy è quella della Parte 2.
DA UTILIZZARE OGGI: la convenzione di chiamata (si studia nella Lezione 18).
Per il docente: Il frame ha posto per quattro parole: ra e tre registri salvati.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Dove sarà la testa? La testa attuale è la voce head_i dell'anello: si caricano colonna e riga con lbu, si sommano dx e dy, e il risultato fa il giro ai bordi come nella Parte 2. La nuova cella è ora in s0 e s1. Nulla è stato ancora scritto: il programma deve osservare prima di agire.
DA COMPRENDERE OGGI: gli array in memoria.
Per il docente: La nuova cella è soltanto calcolata, in s0 e s1. La scrittura viene dopo il test di collisione.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Mangiare, o spostare la coda. Il comparatore della Parte 2 lascia il suo risultato in s2, zero se la nuova testa sta sul cibo. Se il verme mangia, la lunghezza cresce di uno e la coda resta al suo posto. Altrimenti la coda deve andarsene: la sua voce è head_i - length + 1, e se ne caricano colonna e riga. Crescere e non spostare la coda sono una sola e medesima operazione, che è tutto il trucco di Snake.
DA COMPRENDERE OGGI: gli array in memoria.
Per il docente: Crescere e non muovere la coda sono la stessa cosa: è tutto qui il trucco di Snake. t3 e t4 ricevono colonna e riga della coda.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 la mappa. L'indice di un byte è riga × 40 + colonna, calcolato con mul e add; mul appartiene all'estensione M, che l'ESP32-C6 implementa. Prima si azzera il byte della coda, poi si verifica il byte della nuova testa. L'ordine conta: nello stesso passo la coda si allontana, quindi la testa può legittimamente entrare nella cella che la coda ha appena lasciato. Se il byte vale 1 il verme si è morso: lo stato diventa OVER e il punteggio migliore viene aggiornato.
DA COMPRENDERE OGGI: gli array in memoria.
Per il docente: L'ordine conta: liberare la coda prima del test permette al verme di inseguire la propria coda, come nel gioco originale. mul richiede l'estensione M di RISC-V, che l'ESP32-C6 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la cella è libera, si scrive la nuova testa: un 1 nella mappa, head_i incrementato e mascherato con 255, e colonna e riga memorizzate nella nuova voce dell'anello. Poi, se s2 vale zero, la ricompensa: un punto, un nuovo cibo, un suono. Dopo una collisione la funzione salta tutto questo, così lo schermo mostra il verme com'era prima del passo fatale.
DA COMPRENDERE OGGI: gli array in memoria.
Per il docente: La fine di step. Dopo una collisione la funzione salta direttamente all'etichetta 9: non si scrive nulla, e lo schermo mostra il verme com'era prima del passo fatale.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place_food è corretta: estrae una cella a caso, ne esamina il byte nella mappa, e se la cella è occupata estrae di nuovo, finché non esce una cella libera. La colonna attende in s0 mentre si chiede il secondo numero casuale. Il ciclo è breve: anche con il verme più lungo, 255 celle su 960, servono in media meno di due tentativi.
DA UTILIZZARE OGGI: la convenzione di chiamata (si studia nella Lezione 18).
Per il docente: Sostituite place_food della Parte 2. Il ciclo finisce presto finché il verme è corto: con 255 celle su 960 la media è meno di due tentativi.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Eseguire: è Verm1, Parte 3. Il verme segue la testa e cresce a ogni pasto; girare dentro il corpo pone fine alla partita; A riporta al titolo, e A di nuovo avvia una nuova partita. Le due schermate vengono dal test automatico: sette celle e quattro tacche dopo quattro pasti, e la schermata di fine partita.
Per il docente: Schermate prodotte da tools/tests/verm1_check.py.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Due funzioni sono invariate rispetto alla Parte 2: eat_sound e draw_cell. Sono ristampate nelle due slide successive, marcate UNCHANGED, così che questa presentazione contenga l'intero programma. Il file completo è l'unione delle slide marcate NEW e CHANGED, insieme a queste due.
Per il docente: File di riferimento di questa parte: verm1/verm1_part3.S (435 righe).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eat_sound, come nella Parte 2: cinque argomenti e una chiamata a prg32_audio_note, che produce una nota di 60 millisecondi.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draw_cell, come nella Parte 2: riceve colonna, riga e colore, converte le coordinate di cella in pixel, e disegna un rettangolo.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comportamento atteso del programma, e l'ingresso che richiede. Il risultato va previsto prima di eseguire: ogni differenza tra la previsione e lo schermo è un'informazione sul proprio modello della macchina, e conviene spiegarla prima di correggerla. L'immagine è stata prodotta dal test automatico, non disegnata a mano.
Per il docente: L'immagine è il frame che l'esecutore senza interfaccia di PRG32-QT ha prodotto nel test di questo programma. Su QEMU e sulla scheda l'area di gioco è la stessa, 320 per 200 pixel, tra le due bande di stato.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via più diretta: PRG32-QT sul proprio computer, in quattro passi, ciascuno con il suo comando. Per gli strumenti PRG32-QT si presenta come una scheda in ascolto sulla porta 8080, ed è per questo che il comando di caricamento nomina l'esp32c6. Con la modalità debug attiva si può fermare l'esecuzione su qualsiasi istruzione e ispezionare registri e memoria.
DA UTILIZZARE OGGI: gli strumenti di PRG32 (si usa, non si studia, in questo corso).
Per il docente: Eseguito dai test: la cartuccia di questa slide è compilata con questo comando ed eseguita sull'esecutore senza interfaccia di PRG32-QT. Senza la toolchain: importate il file .prg32 in PRG32-QT e scegliete Run Cartridge. Tasti: frecce o WASD per il joystick, Z o J per A, X o K per B, Invio per Start, Esc per tornare a Setup.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sull'emulatore. QEMU esegue il firmware vero su un chip emulato, quindi la cartuccia va compilata per l'architettura qemu e caricata mentre QEMU non è in esecuzione. Il firmware si avvia sul menu Setup, da cui si scelgono Run Cartridge e lo slot. La tastiera è letta dal terminale da cui QEMU è stato avviato, non dalla finestra che mostra l'immagine.
DA UTILIZZARE OGGI: gli strumenti di PRG32 (si usa, non si studia, in questo corso).
Per il docente: Verificato dai test fino al caricamento: la cartuccia è compilata per l'architettura qemu e accettata nell'immagine flash dell'emulatore. Ciò che l'emulatore poi mostra non è verificato automaticamente: il QEMU di Espressif ha bisogno della sua finestra. Dall'ottobre 2026 il firmware parte da Setup: scegliete Run Cartridge, poi cart0.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 kit fisico. Il firmware si scrive una volta, via USB; da quel momento le cartucce viaggiano sul Wi-Fi con lo stesso comando di caricamento usato per PRG32-QT, indirizzato alla scheda. È l'unico host non esercitato dai test automatici, quindi le osservazioni fatte sulla scheda sono particolarmente preziose e vanno riferite.
DA UTILIZZARE OGGI: gli strumenti di PRG32 (si usa, non si studia, in questo corso).
Per il docente: Non eseguito dai test: sulla macchina di prova non c'è una scheda. La cartuccia per l'architettura esp32c6 è compilata dai test; i passi sono quelli della documentazione di PRG32. Se la porta seriale non viene trovata, passatela esplicitamente. Per usare il Wi-Fi dell'aula: python3 -m prg32 wifi set --ssid NOME --password PASSWORD --mode 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cinque sintomi più frequenti, il loro significato e il rimedio. Il messaggio di errore va letto per intero prima di cambiare qualsiasi cosa: quasi sempre nomina la causa. Quando si chiede aiuto, vanno riportati alla lettera il comando e il messaggio completo.
DA UTILIZZARE OGGI: gli strumenti di PRG32 (si usa, non si studia, in questo corso).
Per il docente: Le prime tre righe coprono la maggior parte dei casi. Quando chiedete aiuto, incollate il comando e l'intero messaggio come testo. docs/usage/troubleshooting.md del repository di PRG32 ha l'elenco 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Quattro modifiche ideate dallo studente. Muri: il verme muore al bordo invece di fare il giro. Un verme iniziale più lungo, magari dipendente dal punteggio migliore. Veleno: una seconda cella, blu, che accorcia il verme di uno, il che richiede alla coda di avanzare due volte preservando l'invariante tra anello e mappa. E il punteggio migliore mostrato come tacche sulla schermata di fine partita. Ognuna tocca una o due funzioni. Va prima conservata una copia della Parte 3 funzionante.
Per il docente: Muri: in step-head, sostituire ogni rientro con un salto al codice che memorizza OVER. Veleno: muovere la coda due volte in un passo, azzerando entrambi i byte della mappa, senza mai scendere sotto length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|  Lezione 17: Verm1, parte 3 (codice)  |  A.A. 2026/27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640080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859536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859536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78992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77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·  LEZIONE 17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11680"/>
            <a:ext cx="97228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Verm1, parte 3: un corpo, regole e stati: il codice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11880"/>
            <a:ext cx="9722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 codice: ogni listato spiegato, il programma completo, e come provarlo su PRG32-QT, su QEMU e sulla scheda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486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Raffaele Montella, PhD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Napoli “Parthenope”  ·  A.A. 2026/27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raffaelemontella.it  ·  raffaele.montella@uniparthenope.it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Implementazione di riferimento di Verm1: contributo di Giuseppe Coviello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693615" y="56692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 codice. I concetti, le figure e le domande sono nella presentazione della lezione:</a:t>
            </a:r>
            <a:endParaRPr lang="en-US" sz="13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17-Architettura_dei_Calcolatori-Verm1_Parte_3.pptx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25535" y="4160520"/>
            <a:ext cx="3017520" cy="2011680"/>
          </a:xfrm>
          <a:prstGeom prst="roundRect">
            <a:avLst>
              <a:gd name="adj" fmla="val 3636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4" name="Image 0" descr="/Users/raffaelemontella/devel/riscv-prg32/computer-architecture-with-prg32/tools/assets/verm1_p3_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6975" y="4280535"/>
            <a:ext cx="2834640" cy="177165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8910777" y="91440"/>
            <a:ext cx="2732278" cy="274320"/>
          </a:xfrm>
          <a:prstGeom prst="rect">
            <a:avLst/>
          </a:prstGeom>
          <a:solidFill>
            <a:srgbClr val="F3E8FF"/>
          </a:solidFill>
          <a:ln w="12700">
            <a:solidFill>
              <a:srgbClr val="7E22CE"/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8938209" y="128016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38209" y="205740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938209" y="283464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8793" y="128016"/>
            <a:ext cx="201168" cy="201168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9294825" y="91440"/>
            <a:ext cx="23116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PIÙ AVANTI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675069" y="91440"/>
            <a:ext cx="2125980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67506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72993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085" y="128016"/>
            <a:ext cx="201168" cy="201168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7059117" y="91440"/>
            <a:ext cx="17053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4352747" y="91440"/>
            <a:ext cx="2212594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4352747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763" y="128016"/>
            <a:ext cx="201168" cy="201168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4736795" y="91440"/>
            <a:ext cx="17919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questa presentazione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3713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1418844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25 listati della Lezione 17, uno per slide: leggete il codice, poi le osservazioni numerate a fianco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7606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2557780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programma è il vostro verm1.S; il riferimento è verm1/verm1_part3.S, 435 righe, mostrato qui regione per regione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1500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3696716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dovreste vedere quando gira, verificato sull'esecutore senza interfaccia di PRG32-QT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85394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483565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provarlo, passo per passo: su PRG32-QT, su QEMU, sulla scheda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75005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5731764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esercizi: modificare il programma, prevedere, eseguire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ciclo di lavoro, di nuovo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build the cartridge (from your PRG32 folder, toolchain active)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~/verm1/verm1.S --portable \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verm1 --name verm1 --out ~/verm1/verm1.prg32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send it to PRG32-QT, running on the same computer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~/verm1/verm1.prg32 \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http://localhost:8080 --slot cart0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or: in PRG32-QT, import the file verm1.prg32 and choose Run Cartridge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MODIFICATO  Costanti: un pulsante, un colore, tre stati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.option norelax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BLACK, 0x0000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RGB565 colours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WHITE, 0xffff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GREEN, 0x07e0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head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BODY,  0x03e0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body: a darker green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RED,   0xf800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food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CELL,  8    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cell is 8 x 8 pixels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COLS,  40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ROWS,  24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TOP,   8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SPEED_Q8, 40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40/256 of a cell per frame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BTN_LEFT,  0x01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BTN_RIGHT, 0x02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BTN_UP,    0x04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BTN_DOWN,  0x08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BTN_A,     0x10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DIR_RIGHT, 0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bit 0 = vertical, bit 1 = backwards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DIR_DOWN,  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DIR_LEFT,  2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DIR_UP,    3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TITLE, 0    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three states of the game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PLAY,  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OVER,  2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BODY: un verde più scuro, 0x03e0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BTN_A è il bit 4 della parola dei pulsanti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stati sono numeri: 0, 1, 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righe .section e .global passano alla slide successiva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723327" y="91440"/>
            <a:ext cx="3919728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23327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1343" y="128016"/>
            <a:ext cx="201168" cy="20116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8107375" y="91440"/>
            <a:ext cx="3499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macchine a stati finiti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MODIFICATO  .rodata: ciò che resta nel file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.rodata     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constants: they stay in the cartridge file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title:     .asciz "VERM1"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press_a:   .asciz "PRESS A"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game_over: .asciz "GAME OVER"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dx:        .word  1, 0, -1,  0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right, down, left, up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dy:        .word  0, 1,  0, -1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stringhe e le due tabelle della Parte 2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961120" y="3069336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32339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3206496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 lettura: il programma qui non scrive mai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961120" y="4721352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8859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858512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Sulla scheda potrebbe restare nella flash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854645" y="91440"/>
            <a:ext cx="3788410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54645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2661" y="128016"/>
            <a:ext cx="201168" cy="201168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238693" y="91440"/>
            <a:ext cx="33677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.text, .rodata, .data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MODIFICATO  .data: ciò che vive in RAM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.data             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variables: they live in RAM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state:     .word TITLE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prev_btn:  .word 0         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buttons one frame ago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dir:       .word 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want:      .word 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step_q8:   .word 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score:     .word 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best:      .word 0         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lost when the power goes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food_x:    .word 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food_y:    .word 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head_i:    .word 0         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ring index of the head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length:    .word 0         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number of cells of the worm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body_x:    .space 256      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ring: one byte per segment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body_y:    .space 256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grid:      .space COLS*ROWS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one byte per cell: 1 = worm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head_x e head_y sono sparite: la testa sta nell'anello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.space riserva byte senza dare un nome a ciascuno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+ 256 + 960 byte: il verme e il suo mondo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sopravvive a una partita, non a uno spegnimento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854645" y="91440"/>
            <a:ext cx="3788410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54645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2661" y="128016"/>
            <a:ext cx="201168" cy="20116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8238693" y="91440"/>
            <a:ext cx="33677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.text, .rodata, .data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MODIFICATO  init: si parte dal titolo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.text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verm1_init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verm1_update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verm1_draw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verm1_init: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state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zero, 0(t0)            </a:t>
            </a:r>
            <a:pPr indent="0" marL="0">
              <a:buNone/>
            </a:pPr>
            <a:r>
              <a:rPr lang="en-US" sz="16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start on the title screen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prev_btn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zero, 0(t0)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sceglie soltanto il primo stato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961120" y="3069336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32339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3206496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partita vera e propria la prepara new_game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961120" y="4721352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8859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858512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nuovo una foglia: nessun frame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723327" y="91440"/>
            <a:ext cx="3919728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23327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1343" y="128016"/>
            <a:ext cx="201168" cy="201168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107375" y="91440"/>
            <a:ext cx="3499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macchine a stati finiti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MODIFICATO  update: i pulsanti, e i loro fronti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verm1_update: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s0, 8(sp)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s1, 4(sp)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prg32_input_read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s0, a0            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s0 = buttons held in this frame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prev_btn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         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t1 = buttons held one frame ago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s0, 0(t0)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not  t1, t1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 s1, s0, t1        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s1 = buttons pressed just now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 = pulsanti adesso; prev_btn = pulsanti di un frame fa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prev_btn è un registro: ritarda di un frame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adesso AND NOT prima: 1 solo dove una pressione è cominciata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 e s1 devono sopravvivere alle chiamate: salvati nel frame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50431" y="91440"/>
            <a:ext cx="4992624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50431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05295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78447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034479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la convenzione di chiamata</a:t>
            </a:r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Lezione 18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014929" y="91440"/>
            <a:ext cx="3525774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014929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945" y="128016"/>
            <a:ext cx="201168" cy="201168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3398977" y="91440"/>
            <a:ext cx="31051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latch e flip-flop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MODIFICATO  update: un ramo per stato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state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   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t1 = present state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t2, PLAY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  t1, t2, u_play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t3, s1, BTN_A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TITLE or OVER: wait for a new press of 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t3, u_done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t2, TITLE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  t1, t2, u_start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t2, 0(t0)   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OVER --A--&gt; TITLE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    u_done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u_start: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new_game    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TITLE --A--&gt; PLAY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    u_done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u_play: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a0, s0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play_update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u_done: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s1, 4(sp)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s0, 8(sp)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stato si legge per primo: decide chi guarda gli ingressi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e OVER reagiscono solo a una nuova pressione di 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passa a play_update i pulsanti tenuti premuti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Etichette con un nome: u_play, u_start, u_done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23327" y="91440"/>
            <a:ext cx="3919728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23327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1343" y="128016"/>
            <a:ext cx="201168" cy="20116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8107375" y="91440"/>
            <a:ext cx="3499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macchine a stati finiti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MODIFICATO  draw: che cosa mostrare in ogni stato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verm1_draw: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BLACK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prg32_gfx_clear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a2, title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draw_text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state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t2, TITLE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bne  t1, t2, 1f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132               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TITLE: only an invitation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96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a2, press_a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draw_text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    2f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call draw_score            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PLAY and OVER: the whole scene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draw_worm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food_x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a0, 0(t0)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food_y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a1, 0(t0)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RED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draw_cell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riga del titolo si disegna sempre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TITLE: solo l'invito, PRESS 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e OVER: punteggio, verme, cibo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132 centra 7 caratteri da 8 pixel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723327" y="91440"/>
            <a:ext cx="3919728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23327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1343" y="128016"/>
            <a:ext cx="201168" cy="20116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8107375" y="91440"/>
            <a:ext cx="3499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macchine a stati finiti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MODIFICATO  draw: il game over, e draw_text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state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t2, OVER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bne  t1, t2, 2f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124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96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a2, game_over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draw_text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  lw   ra, 12(sp)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draw_text:           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a0 = x, a1 = y, a2 = address of the string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WHITE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BLACK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prg32_gfx_text8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aggiunge due parole sopra la scena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961120" y="3069336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32339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3206496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draw_text: bianco su nero, scritto una volta sola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961120" y="4721352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8859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858512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Riempie a3 e a4 e lascia passare a0-a2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723327" y="91440"/>
            <a:ext cx="3919728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23327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1343" y="128016"/>
            <a:ext cx="201168" cy="201168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107375" y="91440"/>
            <a:ext cx="3499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macchine a stati finiti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ora: quattro funzioni che non fanno nulla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new_game:                       </a:t>
            </a:r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temporary: only change the state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state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t1, PLAY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t1, 0(t0)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play_update:                    </a:t>
            </a:r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temporary: nothing moves yet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draw_score:                     </a:t>
            </a:r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temporary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draw_worm:                      </a:t>
            </a:r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temporary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Stub: i nomi esistono, quindi il programma si compila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961120" y="3069336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32339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3206496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new_game cambia soltanto lo stato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961120" y="4721352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8859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858512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passi 3 e 4 li sostituiscono uno alla volta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Eseguite: una macchina con niente dentro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0088575" y="566928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TU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3560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1417320"/>
            <a:ext cx="10436047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Compilate ed eseguite: la riga del titolo e PRESS A al centro dello schermo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4594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2327656"/>
            <a:ext cx="10436047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Premete A: l'invito scompare. Nell'angolo in alto a sinistra c'è una cella rossa: il cibo, alla colonna 0 della riga 0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5628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3237992"/>
            <a:ext cx="10436047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Nulla si muove e la partita non può finire: PLAY non ha ancora regole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16661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4148328"/>
            <a:ext cx="10436047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 debugger trovate la variabile state e guardatela passare da 0 a 1 quando premete A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48640" y="512064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DCEEE3"/>
          </a:solidFill>
          <a:ln w="12700">
            <a:solidFill>
              <a:srgbClr val="DCEE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5212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504688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Schermata del titolo, poi un campo vuoto con una cella rossa in alto a sinistra.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NUOVO  new_game: svuotare la mappa, posare il verme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new_game: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grid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t1, COLS*ROWS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sb   zero, 0(t0)        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empty the grid, one byte per cell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t0, t0, 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t1, t1, -1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bnez t1, 1b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t1, 0              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 = 0, 1, 2: three cells in row 12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  la   t0, body_x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t0, t0, t1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t2, t1, 3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sb   t2, 0(t0)          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columns 3, 4, 5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body_y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t0, t0, t1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t3, 12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sb   t3, 0(t0)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grid+12*COLS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t0, t0, t2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t3, 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sb   t3, 0(t0)          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mark the cell as occupied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t1, t1, 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t3, 3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blt  t1, t3, 2b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Sostituite con questo lo stub di new_game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960 byte posti a zero, una sb alla volta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segmenti: colonne 3, 4, 5 della riga 12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Ognuno è scritto due volte: nell'anello e nella mappa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920304" y="91440"/>
            <a:ext cx="3722751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20304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8320" y="128016"/>
            <a:ext cx="201168" cy="20116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8304352" y="91440"/>
            <a:ext cx="33021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array in memoria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NUOVO  new_game: le variabili, il cibo, PLAY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head_i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t1, 2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t1, 0(t0) 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head is entry 2 of the ring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length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t1, 3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t1, 0(t0)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dir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zero, 0(t0)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want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zero, 0(t0)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step_q8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zero, 0(t0)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score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zero, 0(t0)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place_food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state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t1, PLAY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t1, 0(t0)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head_i = 2 e length = 3 descrivono il verme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961120" y="3069336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32339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3206496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Direzione, timer e punteggio partono da zero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961120" y="4721352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8859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858512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L'ultima cosa: lo stato diventa PLAY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920304" y="91440"/>
            <a:ext cx="3722751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20304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8320" y="128016"/>
            <a:ext cx="201168" cy="201168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304352" y="91440"/>
            <a:ext cx="33021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array in memoria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NUOVO  draw_worm: percorrere l'anello all'indietro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draw_worm: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s0, 8(sp)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s0, 0                  </a:t>
            </a:r>
            <a:pPr indent="0" marL="0">
              <a:buNone/>
            </a:pPr>
            <a:r>
              <a:rPr lang="en-US" sz="10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s0 = i: segment 0 is the head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la   t0, length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bge  s0, t1, 3f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head_i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sub  t1, t1, s0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t1, t1, 255            </a:t>
            </a:r>
            <a:pPr indent="0" marL="0">
              <a:buNone/>
            </a:pPr>
            <a:r>
              <a:rPr lang="en-US" sz="10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ring index of segment 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body_x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t0, t0, t1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lbu  a0, 0(t0)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body_y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t0, t0, t1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lbu  a1, 0(t0)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BODY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bnez s0, 2f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GREEN              </a:t>
            </a:r>
            <a:pPr indent="0" marL="0">
              <a:buNone/>
            </a:pPr>
            <a:r>
              <a:rPr lang="en-US" sz="10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head is brighter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  call draw_cell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s0, s0,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    1b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  lw   s0, 8(sp)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Sostituite con questo lo stub di draw_worm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segmento i è l'elemento head_i - i, AND 255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lbu carica un byte come numero senza segno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segmento 0 è la testa: un verde più chiaro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920304" y="91440"/>
            <a:ext cx="3722751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20304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8320" y="128016"/>
            <a:ext cx="201168" cy="20116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8304352" y="91440"/>
            <a:ext cx="33021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array in memoria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NUOVO  draw_score: le tacche della Parte 2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draw_score: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s0, 8(sp)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s0, 0     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s0 = i: one mark per point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la   t0, score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bge  s0, t1, 2f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slli a0, s0, 2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a0, a0, 56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 = 56 + 4 * i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1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3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6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WHITE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prg32_gfx_rect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s0, s0, 1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    1b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  lw   s0, 8(sp)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Sostituite con questo lo stub di draw_score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961120" y="3069336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32339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3206496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ciclo della Parte 2, ora una funzione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961120" y="4721352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8859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858512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s0, quindi lo salva e lo ripristina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650431" y="91440"/>
            <a:ext cx="4992624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50431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05295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78447" y="128016"/>
            <a:ext cx="201168" cy="201168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7034479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la convenzione di chiamata</a:t>
            </a:r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Lezione 18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Resta uno stub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play_update:                    </a:t>
            </a:r>
            <a:pPr indent="0" marL="0">
              <a:buNone/>
            </a:pPr>
            <a:r>
              <a:rPr lang="en-US" sz="15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temporary: nothing moves yet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2276856"/>
          </a:xfrm>
          <a:prstGeom prst="roundRect">
            <a:avLst>
              <a:gd name="adj" fmla="val 321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play_update non fa ancora nulla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961120" y="3895344"/>
            <a:ext cx="2681935" cy="2276856"/>
          </a:xfrm>
          <a:prstGeom prst="roundRect">
            <a:avLst>
              <a:gd name="adj" fmla="val 321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4032504"/>
            <a:ext cx="1813255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verme esiste, e sta fermo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Eseguite: un verme che sta fermo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0088575" y="566928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TU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3560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1417320"/>
            <a:ext cx="10436047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Compilate ed eseguite, premete A: un verme di tre celle nella riga 12, colonne da 3 a 5, con la testa a destra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4914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2530856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cibo ora è in una cella a caso: new_game chiama place_food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5788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3339592"/>
            <a:ext cx="10436047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 debugger scrivete l'indirizzo di body_x nel campo Memory: i primi byte sono 03 04 05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47141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4453128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Trovate grid + 12 x 40 + 3: tre byte a 01 in un mare di zeri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48640" y="512064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DCEEE3"/>
          </a:solidFill>
          <a:ln w="12700">
            <a:solidFill>
              <a:srgbClr val="DCEE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5212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504688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celle verdi, la più a destra più chiara; una cella rossa da qualche parte; nulla si muove.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MODIFICATO  play_update: la vostra update della Parte 2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play_update:      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a0 = buttons held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dir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t1 = direction of the last step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want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t2, 0(t0) 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t2 = wanted direction, so far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t3, a0, BTN_RIGHT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t3, 1f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t2, DIR_RIGHT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andi t3, a0, BTN_DOWN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t3, 2f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t2, DIR_DOWN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  andi t3, a0, BTN_LEFT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t3, 3f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t2, DIR_LEFT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  andi t3, a0, BTN_UP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t3, 4f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t2, DIR_UP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4:  xor  t3, t2, t1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opposite directions differ in bit 1 only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t4, 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  t3, t4, 5f  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U-turn: ignore the request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t2, 0(t0)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Sostituite l'ultimo stub con questa slide e la successiva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961120" y="3069336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32339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3206496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guida della Parte 2, con un nome nuovo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961120" y="4721352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8859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858512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pulsanti arrivano in a0: nessuna chiamata per leggerli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182940" y="91440"/>
            <a:ext cx="3460115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82940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0956" y="128016"/>
            <a:ext cx="201168" cy="201168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566988" y="91440"/>
            <a:ext cx="30394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la virgola fissa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MODIFICATO  play_update: il timer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step_q8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t1, t1, SPEED_Q8  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 a fraction of a cell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t2, 256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blt  t1, t2, 6f        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less than one whole cell: wait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sub  t1, t1, t2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t1, 0(t0)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step                   </a:t>
            </a:r>
            <a:pPr indent="0" marL="0">
              <a:buNone/>
            </a:pPr>
            <a:r>
              <a:rPr lang="en-US" sz="15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one whole cell: move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    7f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6:  sw   t1, 0(t0)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7:  lw   ra, 12(sp)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2276856"/>
          </a:xfrm>
          <a:prstGeom prst="roundRect">
            <a:avLst>
              <a:gd name="adj" fmla="val 321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Esattamente il timer della Parte 2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961120" y="3895344"/>
            <a:ext cx="2681935" cy="2276856"/>
          </a:xfrm>
          <a:prstGeom prst="roundRect">
            <a:avLst>
              <a:gd name="adj" fmla="val 321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4032504"/>
            <a:ext cx="1813255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Accumulata una cella intera: si chiama step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182940" y="91440"/>
            <a:ext cx="3460115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82940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0956" y="128016"/>
            <a:ext cx="201168" cy="201168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566988" y="91440"/>
            <a:ext cx="30394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la virgola fissa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MODIFICATO  step: tre registri da conservare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s0, 8(sp)   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s0 = column of the new head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s1, 4(sp)   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s1 = row of the new head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s2, 0(sp)   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s2 = 0 when the worm eats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want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dir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t1, 0(t0)   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wanted direction is now the direction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slli t1, t1, 2   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table offset = direction * 4 bytes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dx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t0, t0, t1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t2, 0(t0)   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t2 = dx[direction]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dy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t0, t0, t1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t3, 0(t0)   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t3 = dy[direction]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s0, s1: la cella della nuova testa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s2: zero quando il verme mangia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Devono sopravvivere a place_food: registri 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ricerca in tabella è quella della Parte 2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650431" y="91440"/>
            <a:ext cx="4992624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50431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05295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78447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034479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la convenzione di chiamata</a:t>
            </a:r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Lezione 18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MODIFICATO  step: dove sarà la testa?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head_i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t5, 0(t0) 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t5 = ring index of the head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body_x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t0, t0, t5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lbu  s0, 0(t0) 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one byte: the column of the head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s0, s0, t2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bgez s0, 1f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s0, COLS-1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off the left edge: wrap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li   t4, COLS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blt  s0, t4, 2f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s0, 0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  la   t0, body_y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t0, t0, t5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lbu  s1, 0(t0)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s1, s1, t3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bgez s1, 3f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s1, ROWS-1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  li   t4, ROWS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blt  s1, t4, 4f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s1, 0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testa attuale è l'elemento head_i dell'anello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byte ciascuno per colonna e riga: lbu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sommano dx e dy, si rientra come nella Parte 2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si scrive ancora nulla: prima bisogna guardare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920304" y="91440"/>
            <a:ext cx="3722751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20304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8320" y="128016"/>
            <a:ext cx="201168" cy="20116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8304352" y="91440"/>
            <a:ext cx="33021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array in memoria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MODIFICATO  step: mangiare, o muovere la coda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food_x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xor  t1, t1, s0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food_y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t2, 0(t0)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xor  t2, t2, s1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   s2, t1, t2            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s2 = 0 if the new head is on the food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length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bnez s2, 5f                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not eating: the tail moves 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t2, 255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bge  t1, t2, 5f            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ring is full: no more growth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t1, t1,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t1, 0(t0)             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eating: one cell longer, the tail stays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    6f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5:  la   t0, head_i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t2, 0(t0)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sub  t2, t2, t1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t2, t2,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t2, t2, 255           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ring index of the tail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body_x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t0, t0, t2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lbu  t3, 0(t0)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body_y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t0, t0, t2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lbu  t4, 0(t0)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comparatore della Parte 2 lascia il risultato in s2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Mangiare: length + 1, la coda resta dov'è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mangiare: trovare la coda, elemento head_i - length + 1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255 celle il verme smette di crescere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920304" y="91440"/>
            <a:ext cx="3722751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20304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8320" y="128016"/>
            <a:ext cx="201168" cy="20116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8304352" y="91440"/>
            <a:ext cx="33021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array in memoria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NUOVO  step: liberare la coda, esaminare la testa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t5, COLS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mul  t4, t4, t5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t4, t4, t3  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cell number of the tail = row * 40 + column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grid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t0, t0, t4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sb   zero, 0(t0) 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tail cell is free again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6:  li   t5, COLS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mul  t4, s1, t5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t4, t4, s0  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cell number of the new head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grid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t0, t0, t4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lbu  t1, 0(t0)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t1, 7f      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free cell: go 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state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t1, OVER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t1, 0(t0)   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worm bit itself: PLAY --&gt; OVER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score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best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t2, 0(t0)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ble  t1, t2, 9f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t1, 0(t0)   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new best score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    9f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Numero del byte = riga x 40 + colonna: mul e add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 si azzera il byte della coda, poi si esamina quello della testa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Così la testa può entrare nella cella appena lasciata dalla coda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Occupata: lo stato diventa OVER, best viene aggiornato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920304" y="91440"/>
            <a:ext cx="3722751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20304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8320" y="128016"/>
            <a:ext cx="201168" cy="20116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8304352" y="91440"/>
            <a:ext cx="33021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array in memoria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NUOVO  step: scrivere la nuova testa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7:  li   t1,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sb   t1, 0(t0)             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occupy the new cell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head_i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t1, t1,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t1, t1, 255           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ring wraps after entry 255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t1, 0(t0)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body_x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t0, t0, t1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sb   s0, 0(t0)             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write the new head into the ring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body_y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t0, t0, t1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sb   s1, 0(t0)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bnez s2, 9f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score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t1, t1,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t1, 0(t0)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place_food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eat_sound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9:  lw   s2, 0(sp)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s1, 4(sp)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s0, 8(sp)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segna la cella nella mappa: t0 punta ancora lì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head_i + 1, AND 255: l'anello si chiude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scrivono colonna e riga nel nuovo elemento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s2 vale zero: un punto, nuovo cibo, un suono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920304" y="91440"/>
            <a:ext cx="3722751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20304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8320" y="128016"/>
            <a:ext cx="201168" cy="20116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8304352" y="91440"/>
            <a:ext cx="33021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array in memoria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MODIFICATO  place_food: non sul verme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place_food: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s0, 8(sp)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li   a0,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COLS-1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prg32_random_number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s0, a0                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s0 = a column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ROWS-1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prg32_random_number   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a0 = a row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t1, COLS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mul  t2, a0, t1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t2, t2, s0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grid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 t0, t0, t2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lbu  t3, 0(t0)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bnez t3, 1b                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 the worm: try again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food_x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s0, 0(t0)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food_y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a0, 0(t0)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s0, 8(sp)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estrae una cella a caso, poi si guarda la mappa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961120" y="3069336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32339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3206496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Occupata: si estrae di nuovo, finché non esce una cella libera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961120" y="4721352"/>
            <a:ext cx="268193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8859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858512"/>
            <a:ext cx="181325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colonna aspetta in s0 durante la seconda chiamata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650431" y="91440"/>
            <a:ext cx="4992624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50431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05295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78447" y="128016"/>
            <a:ext cx="201168" cy="201168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7034479" y="91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la convenzione di chiamata</a:t>
            </a:r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Lezione 18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Eseguite: Verm1, Parte 3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10048" cy="3931920"/>
          </a:xfrm>
          <a:prstGeom prst="roundRect">
            <a:avLst>
              <a:gd name="adj" fmla="val 18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pic>
        <p:nvPicPr>
          <p:cNvPr id="4" name="Image 0" descr="/Users/raffaelemontella/devel/riscv-prg32/computer-architecture-with-prg32/tools/assets/verm1_p3_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072" y="1554480"/>
            <a:ext cx="4901184" cy="3063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" y="4663440"/>
            <a:ext cx="513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Dopo quattro pasti: sette celle e quattro tacche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233008" y="1417320"/>
            <a:ext cx="5410048" cy="3931920"/>
          </a:xfrm>
          <a:prstGeom prst="roundRect">
            <a:avLst>
              <a:gd name="adj" fmla="val 18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pic>
        <p:nvPicPr>
          <p:cNvPr id="7" name="Image 1" descr="/Users/raffaelemontella/devel/riscv-prg32/computer-architecture-with-prg32/tools/assets/verm1_p3_o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7439" y="1554480"/>
            <a:ext cx="4901184" cy="30632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370168" y="4663440"/>
            <a:ext cx="513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verme si è morso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4864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Atteso: il verme segue la testa e cresce; girare contro il corpo fa finire la partita; A riporta al titolo, A di nuovo avvia una nuova partita.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Appendice: due funzioni che non sono cambiate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22120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600200"/>
            <a:ext cx="10710367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eat_sound e draw_cell sono quelle della Parte 2: tenetele come sono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2551176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429256"/>
            <a:ext cx="10710367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Sono nelle due slide successive, così questa presentazione contiene l'intero programma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3752088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3630168"/>
            <a:ext cx="10710367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file completo è la somma delle slide con NUOVO e MODIFICATO, più queste due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INVARIATO  eat_sound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eat_sound: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0             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channel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0             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instrument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72            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note: C5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255           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volume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60            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milliseconds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prg32_audio_note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4754880"/>
          </a:xfrm>
          <a:prstGeom prst="roundRect">
            <a:avLst>
              <a:gd name="adj" fmla="val 272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nota di 60 millisecondi, come nella Parte 2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INVARIATO  draw_cell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draw_cell:                      </a:t>
            </a:r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a0 = column, a1 = row, a2 = colour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slli a0, a0, 3              </a:t>
            </a:r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 = column * 8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slli a1, a1, 3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a1, a1, TOP            </a:t>
            </a:r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 = row * 8 + 8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a4, a2                 </a:t>
            </a:r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colour is the fifth argument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CELL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CELL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prg32_gfx_rect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4754880"/>
          </a:xfrm>
          <a:prstGeom prst="roundRect">
            <a:avLst>
              <a:gd name="adj" fmla="val 272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Colonna, riga e colore in ingresso; un rettangolo in uscita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Eseguite: che cosa dovreste vedere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22120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600200"/>
            <a:ext cx="5468112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Sullo schermo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una schermata del titolo; dopo A, un verme di tre celle che cresce di una a ogni pasto; mordere il corpo fa finire la partita, e A riporta al titolo.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3889248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3767328"/>
            <a:ext cx="5468112" cy="1059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premere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A avvia una partita; guidate con il joystick</a:t>
            </a:r>
            <a:endParaRPr lang="en-US" sz="2400" dirty="0"/>
          </a:p>
        </p:txBody>
      </p:sp>
      <p:pic>
        <p:nvPicPr>
          <p:cNvPr id="7" name="Image 0" descr="/Users/raffaelemontella/devel/riscv-prg32/computer-architecture-with-prg32/tools/assets/verm1_p3_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2042255"/>
            <a:ext cx="4876495" cy="304781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766560" y="5788152"/>
            <a:ext cx="4876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frame scritto dal test automatico su PRG32-QT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PRG32-QT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start PRG32-QT on this computer (it listens on port 8080)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in the PRG32 folder, with ESP-IDF active: build the cartridge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~/verm1/verm1.S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verm1 --name verm1 --out verm1.prg32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send it to PRG32-QT and start 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verm1.prg32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http://localhost:8080 --slot cart0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look, press, compare with the previous slide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PRG32-QT deve essere in esecuzione: risponde sulla porta 8080, come una scheda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compila una volta, dalla cartella PRG32, con ESP-IDF attivo nel terminale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upload-and-run memorizza la cartuccia nello slot cart0 e la avvia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Modalità debug, in Settings: fermare il programma, leggere registri e memoria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QEMU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once: build the firmware for QEMU (several minutes)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build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build the cartridge for the emulated chip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~/verm1/verm1.S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verm1 --name verm1 --architecture qemu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verm1-qemu.prg32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with QEMU closed, stage the cartridge into its flash image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upload verm1-qemu.prg32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start the emulator; on Setup choose Run Cartridge, then cart0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run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L'emulatore esegue il firmware vero su un chip emulato: si compila una volta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cartuccia è compilata per l'architettura qemu: lo stesso sorgente, un altro file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carica la cartuccia con QEMU chiuso, poi lo si avvia e si sceglie Run Cartridge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tasti vanno al terminale: frecce o WASD, Z o J per A, X o K per 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sulla scheda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 per board: write the firmware through the USB cable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build-and-flash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join the Wi-Fi network of the board: PRG32, password prg32game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build the cartridge for the board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~/verm1/verm1.S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verm1 --name verm1 --architecture esp32c6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verm1-esp32c6.prg32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send it over Wi-Fi and start 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verm1-esp32c6.prg32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http://192.168.4.1 --slot cart0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firmware si scrive una volta per scheda, attraverso il cavo USB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scheda crea la rete Wi-Fi PRG32: collegatevi con il vostro computer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stesso comando di caricamento di PRG32-QT, con l'indirizzo della scheda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Schermo nero: confrontate il cablaggio del display con il firmware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non funziona</a:t>
            </a:r>
            <a:endParaRPr lang="en-US" sz="32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3025750"/>
                <a:gridCol w="3866236"/>
                <a:gridCol w="420243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Vedete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così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manca un punto di ingresso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prefisso non è quello del sorgente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--entry-prefix verm1; controllate le tre righe .global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idf.py: command not found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ESP-IDF non è attivo in questo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eseguite export.sh, o aprite ESP-IDF PowerShell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upload: connection refused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l'host non ascolta a quell'indirizzo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avviate PRG32-QT; usate l'indirizzo della sua schermata Setup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schermo nero, o di nuovo il menu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funzione non ritorna, o ra non è stato salvato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modalità debug: passo-passo in init, update, draw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QEMU ignora i tasti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tastiera va al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clic sul terminale che ha lanciato QEMU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Fatelo vostro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0088575" y="566928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TU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3560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1417320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Muri: il verme muore quando esce dallo schermo invece di rientrare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4434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2226056"/>
            <a:ext cx="10436047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Partite con un verme di cinque celle; poi fate dipendere la lunghezza iniziale dal punteggio migliore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5788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333959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Veleno: una seconda cella, blu, che accorcia il verme di una cella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16661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4148328"/>
            <a:ext cx="10436047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Nella schermata di game over mostrate il punteggio migliore come tacche sulla seconda riga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48640" y="512064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DCEEE3"/>
          </a:solidFill>
          <a:ln w="12700">
            <a:solidFill>
              <a:srgbClr val="DCEE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5212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504688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modifica tocca una o due funzioni. Tenete una copia della Parte 3 funzionante: la Parte 4 parte da lì.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Università degli Studi di Napoli Parthenope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ARC12 Architettura dei Calcolatori - Verm1, parte 3: un corpo, regole e stati: il codice</dc:title>
  <dc:subject>Lezione 17</dc:subject>
  <dc:creator>Raffaele Montella</dc:creator>
  <cp:lastModifiedBy>Raffaele Montella</cp:lastModifiedBy>
  <cp:revision>1</cp:revision>
  <dcterms:created xsi:type="dcterms:W3CDTF">2026-10-16T20:22:26Z</dcterms:created>
  <dcterms:modified xsi:type="dcterms:W3CDTF">2026-10-16T20:22:26Z</dcterms:modified>
</cp:coreProperties>
</file>