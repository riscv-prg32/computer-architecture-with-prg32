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15edccb-049d-1d00-77b0-bf8075bd3b29}">
          <p14:sldIdLst>
            <p14:sldId id="256"/>
            <p14:sldId id="257"/>
          </p14:sldIdLst>
        </p14:section>
        <p14:section name="Riscaldamento sulla macchina" id="{481ca48d-5feb-090f-6b9c-043f56028403}">
          <p14:sldIdLst>
            <p14:sldId id="258"/>
            <p14:sldId id="259"/>
          </p14:sldIdLst>
        </p14:section>
        <p14:section name="Altre codifiche per gli interi con segno" id="{246a0ec7-c79b-9190-4db5-64d90868a092}">
          <p14:sldIdLst>
            <p14:sldId id="260"/>
            <p14:sldId id="261"/>
            <p14:sldId id="262"/>
            <p14:sldId id="263"/>
            <p14:sldId id="264"/>
          </p14:sldIdLst>
        </p14:section>
        <p14:section name="Virgola fissa" id="{7570b386-f73f-a96f-dd63-bb7e1dc7b154}">
          <p14:sldIdLst>
            <p14:sldId id="265"/>
            <p14:sldId id="266"/>
            <p14:sldId id="267"/>
            <p14:sldId id="268"/>
          </p14:sldIdLst>
        </p14:section>
        <p14:section name="Virgola mobile" id="{7419fd44-01bf-1e1d-e9af-f0387880ce62}">
          <p14:sldIdLst>
            <p14:sldId id="269"/>
            <p14:sldId id="270"/>
            <p14:sldId id="271"/>
            <p14:sldId id="272"/>
            <p14:sldId id="273"/>
            <p14:sldId id="274"/>
            <p14:sldId id="275"/>
            <p14:sldId id="276"/>
            <p14:sldId id="277"/>
            <p14:sldId id="278"/>
          </p14:sldIdLst>
        </p14:section>
        <p14:section name="Ritorno alla macchina" id="{a3e51949-1e48-a2e4-fe82-ae4885a0f196}">
          <p14:sldIdLst>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i numeri interi. Questa tratta i numeri con una parte frazionaria, e parte da un problema pratico: una palla che deve spostarsi di meno di un pixel per frame, su un processore che non ha istruzioni per i numeri reali. La soluzione, la virgola fissa, usa solo ciò che già conoscete. La virgola mobile compare poi come risposta generale, con lo standard seguito da ogni calcolatore, IEEE 754.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Due codifiche degli interi con segno che completano la lezione precedente, complemento a uno ed eccesso k: servono per capire la virgola mobile. Poi la virgola fissa, che userete nel progetto. Poi la virgola mobile: mantissa, esponente, normalizzazione, codifica e decodifica di un numero in singola precisione, e le configurazioni speciali. Infine un fatto sul vostro kit: il suo processore non ha istruzioni in virgola mobile, e saprete dire che cosa fanno invece i 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si apre sulla macchina con il problema della palla lenta. Leggete il codice della slide successiva e, prima di eseguirlo, provate a dire perché la posizione non è memorizzata semplicemente in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pixel per frame è troppo veloce, e zero non è un movimento: alla palla servono 0,375 pixel per frame. Il trucco è memorizzare la posizione moltiplicata per 256. ball_update somma 96 a ogni frame, e 96 diviso 256 fa 0,375. A ball_draw servono pixel interi, quindi scorre il valore a destra di 8 posizioni, cioè lo divide per 256, con srai. Tutta l'aritmetica è fatta con istruzioni intere. Il suffisso _q8 nei nomi ricorda che il valore porta otto bit frazionari.
Per il docente: Scritto per questa lezione nello stile degli esempi del libro di PRG32; la stessa idea sta dietro prg32_playfield_parallax(layer, x_q8, y_q8) nell'API di PRG32. Eseguirlo con SPEED_Q8 = 96, poi 16, poi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delle frazioni, altri due modi di scrivere gli interi con segno. Sono parenti del complemento a due, e ciascuno ha una proprietà che lo rende utile in un posto preciso: li ritroverete entrambi dentro i numeri in virgola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positivo: 6 è 0110, meno 6 è 1001. Cambiare segno non potrebbe essere più semplice. Il prezzo è lo stesso del segno e modulo: lo zero ha due rappresentazioni, 0000 e 1111, e l'intervallo è simmetrico, da meno 7 a più 7 su quattro bit. L'istruzione not di RISC-V calcola esattamente il complemento a uno di un registro.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funziona con l'addizionatore ordinario, con una correzione: quando c'è un riporto uscente dal bit più a sinistra, al risultato va sommato 1. Si chiama riporto circolare. Il primo esempio non richiede correzione. Nel secondo e nel terzo il riporto uscente fa il giro e viene sommato. Il passo in più e il doppio zero sono le ragioni per cui ha vinto il complemento a due, in cui il riporto si scarta e basta.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eccesso k ogni numero è traslato verso l'alto di una costante: X = x + k. Con quattro bit e k = 8, la configurazione 0000 significa meno 8, 1000 significa zero e 1111 significa più 7. La proprietà preziosa è che l'ordine si conserva: a un numero maggiore corrisponde sempre una configurazione maggiore, quindi due numeri con segno si confrontano come se fossero naturali. L'aritmetica è meno comoda, perché ogni somma va corretta. È la codifica dell'esponente nei numeri in virgola mobile.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con due colonne in più: le stesse sedici configurazioni lette senza segno, in segno e modulo, in complemento a uno, in complemento a due e in eccesso 8. Tre osservazioni. Segno e modulo e complemento a uno hanno due zeri, evidenziati. Complemento a due ed eccesso 8 coprono lo stesso intervallo, da meno 8 a più 7, e differiscono solo nel bit più a sinistra. E l'eccesso 8 è l'unica colonna in cui i valori crescono con regolarità dall'alto al basso della tabella.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le frazioni. La virgola fissa è il metodo del riscaldamento, enunciato in generale: rappresenta numeri con parte frazionaria usando soltanto hardware intero.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stanno fianco a fianco in una parola, e la posizione della virgola è fissa. Non è memorizzata da nessuna parte: è un accordo che il programma conosce. Se f bit sono riservati alla frazione, la parola contiene il numero moltiplicato per 2 alla f, e il passo più piccolo rappresentabile, la risoluzione, è 2 alla meno f. La notazione Qm.f dice come sono divisi i bit: Q24.8 significa 24 bit interi e 8 bit frazionari.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palla vista bit per bit. La parola 0x00002A60 si divide in 24 bit di parte intera, 0x2A, cioè 42 pixel, e 8 bit di frazione, 0x60, cioè 96/256 = 0,375. Come intero la parola vale 10848, e 10848 diviso 256 fa 42,375. La tabella dà le regole: somma e sottrazione funzionano come per gli interi, perché le virgole sono allineate; per ottenere pixel interi si scorre a destra di f; dopo una moltiplicazione si scorre a destra di f, perché il prodotto ha il doppio dei bit frazionari.
Per il docente: 42 x 256 = 10752; 10752 + 96 = 10848 = 0x2A60. Dopo un altro frame il valore è 0x2AC0 (42,75), poi 0x2B20 (43,125): la palla attraversa il confine di un pixel ogni due o tre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non si può rappresentare, e ciascuno è sostituito dal più vicino tra quelli rappresentabili. In Q24.8 il numero 0,1 diventa 26/256, circa 0,1016. L'errore è al più metà della risoluzione. Un numero troppo vicino a zero diventa zero: è l'underflow, ed è il motivo per cui una velocità di 0,001 pixel per frame lascerebbe ferma la palla. In virgola fissa l'errore assoluto è lo stesso ovunque.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virgola fissa copre un intervallo fisso con un passo fisso. E se un programma ha bisogno sia di numeri molto grandi sia di numeri molto piccoli? La virgola mobile rinuncia alla precisione costante in cambio di un intervallo enorme.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scrive come una coppia: una mantissa m e un esponente e, tali che x è m per la base elevata a e. È la notazione scientifica del laboratorio di fisica. La virgola è «mobile» perché è l'esponente a dire dove si trova. Poiché lo stesso numero ha infinite coppie di questo tipo, se ne sceglie una con una regola, la normalizzazione: la virgola si mette subito dopo la prima cifra significativa, così 346,09801 diventa 3,4609801 con esponente 2.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piccolo formato decimale, con quattro cifre di mantissa e due di esponente, per vedere la forma dell'insieme rappresentabile. Le due fasce con la scritta rappresentabile sono i numeri che si possono scrivere in questo formato: da circa 10 alla meno 99 fino a circa 10 alla 99, con entrambi i segni. Alle due estremità c'è l'overflow: il modulo è troppo grande per l'esponente. Al centro, attorno allo zero, c'è un vuoto, la regione dell'underflow: i numeri troppo piccoli in modulo collassano a zero. La virgola mobile binaria ha esattamente questa forma.
Per il docente: La presentazione originale mostrava questa retta due volte (intervallo di rappresentazione; overflow e underflow): qui sono unite.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due numeri rappresentabili consecutivi non è costante. Vicino a zero sono vicinissimi; vicino al limite superiore sono molto distanti. L'errore assoluto cresce quindi con la grandezza del numero. Ciò che resta costante è l'errore relativo, perché ogni numero ha lo stesso numero di cifre significative: quattro in questo esempio. È l'opposto della virgola fissa, dove l'errore assoluto è costante e quello relativo diventa grande vicino a zero.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a singola precisione di IEEE 754 divide 32 bit in tre campi: un bit di segno, otto di esponente, ventitré di frazione. Il valore è dato dalla formula al centro. Due dettagli meritano attenzione. Una mantissa binaria normalizzata comincia sempre con 1, quindi quel bit non si memorizza: è il bit nascosto, e regala un bit di precisione in più. E l'esponente è memorizzato in eccesso 127, la codifica della sezione precedente, così gli esponenti si confrontano come numeri naturali.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completo: meno 5,125. Si convertono in binario le due parti: 5 è 101 e 0,125 è 0,001, quindi il numero è 101,001. Si normalizza spostando la virgola di due posti: 1,01001 per 2 alla 2. Il bit di segno è 1. Il campo esponente è 2 più 127, 129, cioè 1000 0001. La frazione è 01001 seguita da zeri, senza l'1 iniziale. Mettendo insieme i tre campi e raggruppando a quattro a quattro si ottiene 0xC0A40000. Rifatelo su carta, poi provate con un altro numero.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Singola e doppia precisione a confronto. La doppia precisione ha 64 bit, 11 di esponente in eccesso 1023 e 52 di frazione. Due righe vanno ricordate come ordini di grandezza: la singola precisione dà circa 7 cifre decimali significative e arriva a circa 10 alla 38; la doppia ne dà circa 16 e arriva a circa 10 alla 308. I tipi float e double del linguaggio C sono questi due formati.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configurazioni sono numeri ordinari. Un campo esponente compreso tra i due estremi è un numero normalizzato. Un esponente di tutti zeri significa zero, se anche la frazione è zero, oppure un numero denormalizzato, che riempie il vuoto attorno allo zero con precisione decrescente. Un esponente di tutti uni significa infinito, se la frazione è zero, oppure NaN, «non un numero», il risultato di un'operazione non valida come zero diviso zero. Notate che gli zeri sono due, più e meno, e che NaN non è uguale a nulla, nemmeno a se stesso.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in virgola mobile si comportano quasi come i numeri reali, e il «quasi» causa bug veri. 0,1 non ha uno sviluppo binario finito, quindi è memorizzato in modo approssimato, e 0,1 più 0,2 non fa esattamente 0,3, come mostra il codice. Da qui la regola: mai confrontare per uguaglianza due risultati in virgola mobile; si confronta la loro differenza con una tolleranza. La somma non è nemmeno associativa. Per il denaro e per le posizioni in un gioco gli interi scalati, cioè la virgola fissa, sono spesso lo strumento giusto.
Per il docente: La somma in doppia precisione 0,1 + 0,2 vale 0,30000000000000004. Provatela in qualunque linguaggio.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non è finita. La mezza precisione usa sedici bit, con circa tre cifre decimali. Conta perché le reti neurali contengono miliardi di numeri, e dimezzare ciascuno dimezza memoria ed energia. Molti modelli vanno oltre e memorizzano i propri numeri come interi a 8 bit con un fattore di scala: di nuovo virgola fissa, su scala industriale. L'ultimo riquadro enuncia la lezione generale: i bit sono un bilancio, e intervallo, precisione e costo tirano in direzioni diverse.
Per il docente: Slide nuova. La mezza precisione è il binary16 di IEEE 754-2008. Il punto per gli studenti del primo anno: le scelte di rappresentazione sono una decisione ingegneristica che si prende ancora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si chiude sulla macchina: come RISC-V tratta la virgola mobile, e che cosa significano le lettere nel nome del vostro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tratta la virgola mobile con due estensioni facoltative, F per la singola precisione e D per la doppia: aggiungono trentadue registri, da f0 a f31, e istruzioni come fadd.s. Il processore del kit, RV32IMAC, non ha né l'una né l'altra. Un programma C può comunque usare float, ma ogni operazione diventa la chiamata di una routine software che costa decine o centinaia di istruzioni intere. Per questo i giochi PRG32 usano interi e virgola fissa: sono veloci, abbastanza esatti, e visibili nel debugger.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istruzioni intere. M aggiunge moltiplicazione e divisione. A aggiunge le istruzioni atomiche per condividere dati in sicurezza tra task. C aggiunge le codifiche compresse, a 16 bit, delle istruzioni più comuni. F e D, le estensioni in virgola mobile, mancano. Questa modularità è una scelta di progetto di RISC-V: una piccola base obbligatoria ed estensioni facoltative, così che la stessa architettura vada bene per un microcontrollore economico e per un supercalcolatore.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che cosa fa ciascuna codifica all'ordine. In segno e modulo e nei complementi i numeri negativi hanno il bit più a sinistra a 1, quindi come configurazioni vengono dopo i positivi. Solo una codifica che somma una costante a ogni numero lascia intatto l'ordine.
Per il docente: Risposta: D. In eccesso k, X = x + k: a un numero maggiore corrisponde sempre una configurazione maggiore. Per questo codifica gli esponenti della virgola mobile, che vanno confrontati in fretta.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Q24.8 significa che la parola è il numero moltiplicato per 256. Leggete 0x180 come intero e dividete per 256; oppure spezzatelo direttamente: parte intera 0x01, frazione 0x80, cioè 128/256.
Per il docente: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Scrivete in binario le prime cifre esadecimali e tagliate i campi: un bit di segno, otto di esponente, poi la frazione. Sottraete 127 dall'esponente, e non dimenticate l'1 nascosto davanti alla frazione.
Per il docente: Risposta: B. 0100 0000 0100 0000 ...: S = 0, E = 1000 0000 = 128, F = 100...: 1,1 (binario) x 2^(128-127) = 1,5 x 2 =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Tornate alla tabella delle configurazioni speciali. Un esponente di tutti uni è riservato: quale dei suoi due casi ha la frazione di tutti zeri?
Per il docente: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 carta: scrivete meno 6 nelle quattro codifiche; codificate 10,5 e 0,15625 in singola precisione; decodificate 0xBF800000. Su PRG32: eseguite la palla con tre velocità e contate dopo quanti frame si sposta di un pixel, poi datele una velocità verticale e fatela rimbalzare cambiando segno alla velocità con neg ai bordi. I risultati sono nel riquadro verde; ricavateli prima di guardare.
Per il docente: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inglese il separatore decimale è il punto, quindi virgola fissa e virgola mobile sono fixed point e floating point. Mantissa è la parola tradizionale per le cifre significative; lo standard chiama fraction la parte memorizzata. Il bit nascosto, hidden bit, è l'1 iniziale che non si memorizza.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hanno diverse rappresentazioni, scelte in base all'uso. La virgola fissa memorizza una frazione come intero scalato: errore assoluto costante, velocità degli interi. La virgola mobile memorizza mantissa ed esponente: intervallo enorme, errore relativo costante. IEEE 754 è lo standard universale, con configurazioni speciali per zero, infinito e NaN. E su un processore senza l'estensione F la virgola fissa è la scelta naturale. Ora viene la prima parte di Verm1, dove le ultime quattro lezioni si mettono al lavoro.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Una palla che si muove di meno di un pixel per frame.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ottavi di pixel, con soli interi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 pixel per frame è troppo veloce, zero è troppo lento: alla palla serve 0,375</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del kit è RV32IMAC: solo istruzioni intere, niente virgola mobile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Trucco: si memorizza la posizione moltiplicata per 256, e si divide per 256 solo per disegnare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Questa è la virgola fissa. Da dove viene il trucco, e quando non basta?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Altre codifiche per gli interi con segno</a:t>
            </a:r>
            <a:endParaRPr lang="en-US" sz="40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Due parenti del complemento a due che servono alla virgola mobile.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Virgola fissa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Le frazioni con hardware intero.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palla, bit per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parte intera: 24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Operazione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virgola fissa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somma, sottrazione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come interi: le virgole sono allineate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pixel interi</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scorrimento a destra di f, conservando il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prodotto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si moltiplica, poi si scorre a destra di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poi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Virgola mobile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Barattare l'intervallo con la precisione.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l'intervallo di un piccolo formato decimale</a:t>
            </a:r>
            <a:endParaRPr lang="en-US" sz="3200" dirty="0"/>
          </a:p>
        </p:txBody>
      </p:sp>
      <p:sp>
        <p:nvSpPr>
          <p:cNvPr id="3" name="Text 1"/>
          <p:cNvSpPr txBox="1"/>
          <p:nvPr/>
        </p:nvSpPr>
        <p:spPr>
          <a:xfrm>
            <a:off x="548640" y="1371600"/>
            <a:ext cx="11094415" cy="411480"/>
          </a:xfrm>
          <a:prstGeom prst="rect">
            <a:avLst/>
          </a:prstGeom>
          <a:noFill/>
          <a:ln/>
        </p:spPr>
        <p:txBody>
          <a:bodyPr wrap="square" lIns="0" tIns="0" rIns="0" bIns="0" rtlCol="0" anchor="t"/>
          <a:lstStyle/>
          <a:p>
            <a:pPr indent="0" marL="0">
              <a:buNone/>
            </a:pPr>
            <a:r>
              <a:rPr lang="en-US" sz="1800" b="1" dirty="0">
                <a:solidFill>
                  <a:srgbClr val="2E4A62"/>
                </a:solidFill>
                <a:latin typeface="Calibri" pitchFamily="34" charset="0"/>
                <a:ea typeface="Calibri" pitchFamily="34" charset="-122"/>
                <a:cs typeface="Calibri" pitchFamily="34" charset="-120"/>
              </a:rPr>
              <a:t>Base 10, quattro cifre per la mantissa, due per l'esponente</a:t>
            </a:r>
            <a:endParaRPr lang="en-US" sz="1800" dirty="0"/>
          </a:p>
        </p:txBody>
      </p:sp>
      <p:pic>
        <p:nvPicPr>
          <p:cNvPr id="5" name="Image 0" descr="preencoded.png">    </p:cNvPr>
          <p:cNvPicPr>
            <a:picLocks noChangeAspect="1"/>
          </p:cNvPicPr>
          <p:nvPr/>
        </p:nvPicPr>
        <p:blipFill>
          <a:blip r:embed="rId1"/>
          <a:stretch>
            <a:fillRect/>
          </a:stretch>
        </p:blipFill>
        <p:spPr>
          <a:xfrm>
            <a:off x="630259" y="1874520"/>
            <a:ext cx="10931177" cy="2514600"/>
          </a:xfrm>
          <a:prstGeom prst="rect">
            <a:avLst/>
          </a:prstGeom>
        </p:spPr>
      </p:pic>
      <p:sp>
        <p:nvSpPr>
          <p:cNvPr id="6" name="Shape 2"/>
          <p:cNvSpPr/>
          <p:nvPr/>
        </p:nvSpPr>
        <p:spPr>
          <a:xfrm>
            <a:off x="548640" y="4632706"/>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5262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Rappresentabili: da -9,999 x 10^99 a -1,000 x 10^-99, lo zero, e da +1,000 x 10^-99 a +9,999 x 10^99</a:t>
            </a:r>
            <a:endParaRPr lang="en-US" sz="2200" dirty="0"/>
          </a:p>
        </p:txBody>
      </p:sp>
      <p:sp>
        <p:nvSpPr>
          <p:cNvPr id="8" name="Shape 4"/>
          <p:cNvSpPr/>
          <p:nvPr/>
        </p:nvSpPr>
        <p:spPr>
          <a:xfrm>
            <a:off x="548640" y="5455666"/>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34924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il modulo è troppo grande per l'esponente</a:t>
            </a:r>
            <a:endParaRPr lang="en-US" sz="2200" dirty="0"/>
          </a:p>
        </p:txBody>
      </p:sp>
      <p:sp>
        <p:nvSpPr>
          <p:cNvPr id="10" name="Shape 6"/>
          <p:cNvSpPr/>
          <p:nvPr/>
        </p:nvSpPr>
        <p:spPr>
          <a:xfrm>
            <a:off x="548640" y="5937758"/>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il modulo è troppo piccolo, e il numero collassa a zero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non è l'insieme dei reali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0,1 non ha uno sviluppo binario finito: è memorizzato in modo approssimato, come 0,8 nella Lezione 05</a:t>
            </a:r>
            <a:endParaRPr lang="en-US" sz="2000" dirty="0"/>
          </a:p>
        </p:txBody>
      </p:sp>
      <p:sp>
        <p:nvSpPr>
          <p:cNvPr id="5" name="Shape 3"/>
          <p:cNvSpPr/>
          <p:nvPr/>
        </p:nvSpPr>
        <p:spPr>
          <a:xfrm>
            <a:off x="548640" y="26195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8570"/>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Mai confrontare per uguaglianza due risultati in virgola mobile: si confronta la loro differenza con una tolleranza</a:t>
            </a:r>
            <a:endParaRPr lang="en-US" sz="20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9820"/>
            <a:ext cx="54681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somma non è associativa: (a + b) + c può differire da a + (b + c)</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54681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un numero molto piccolo a uno molto grande può lasciare invariato quello grande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Per il denaro e per le posizioni in un gioco, gli interi scalati sono spesso lo strumento giusto</a:t>
            </a:r>
            <a:endParaRPr lang="en-US" sz="20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Oltre singola e doppia</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Mezza precisione</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Sedici bit: 1 di segno, 5 di esponente, 10 di frazione. Circa tre cifre decimali, metà della memoria della singola precisione.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Perché conta</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Le reti neurali contengono miliardi di numeri: dimezzare ciascuno dimezza memoria, banda ed energia.</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Quantizzazione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Molti modelli sono memorizzati come interi a 8 bit con un fattore di scala: di nuovo virgola fissa, su scala industriale.</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Lo stesso compromesso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bit sono un bilancio. Intervallo, precisione e costo tirano in direzioni diverse, su una GPU come sulla vostra palla in Q24.8.</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Ritorno alla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virgola mobile 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Segno e modulo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Complemento a uno</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Complemento a due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Eccesso 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384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1,8</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0,375</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0,75</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zero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numero denormalizzato</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infinito</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NaN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-6 su quattro bit in segno e modulo, complemento a uno, complemento a due ed eccesso 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10,5 e 0,15625 in IEEE 754 a singola precisione; date il risultato in esadecimale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Eseguite la palla con SPEED_Q8 = 96, 16 e 1. Dopo quanti frame si sposta di un pixel in ciascun caso?</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Date alla palla anche una velocità verticale, e fatela rimbalzare: cambiate segno alla velocità con neg quando raggiunge un bordo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0x41280000, 0x3E200000 e -1,0. Su PRG32: la palla avanza di un pixel ogni 2,67, 16 e 256 frame; con il rimbalzo si muove in diagonale e resta sullo schermo.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2026-10-12T11:28:40Z</dcterms:created>
  <dcterms:modified xsi:type="dcterms:W3CDTF">2026-10-12T11:28:40Z</dcterms:modified>
</cp:coreProperties>
</file>