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5d7def41-2231-3f5c-6dfb-735256efa0ba}">
          <p14:sldIdLst>
            <p14:sldId id="256"/>
            <p14:sldId id="257"/>
          </p14:sldIdLst>
        </p14:section>
        <p14:section name="Riscaldamento sulla macchina" id="{5f4f6a5b-0d3a-4c07-70da-571469df4cfd}">
          <p14:sldIdLst>
            <p14:sldId id="258"/>
          </p14:sldIdLst>
        </p14:section>
        <p14:section name="Lo stack" id="{2465ee82-3b34-ef45-6796-08bac25fd3fb}">
          <p14:sldIdLst>
            <p14:sldId id="259"/>
          </p14:sldIdLst>
        </p14:section>
        <p14:section name="Modelli di processore" id="{9a15fa57-9bab-a544-e036-483e40148e02}">
          <p14:sldIdLst>
            <p14:sldId id="260"/>
          </p14:sldIdLst>
        </p14:section>
        <p14:section name="Il programma completo" id="{b61fbf19-f67a-07c7-ae57-60f0c621e70b}">
          <p14:sldIdLst>
            <p14:sldId id="261"/>
            <p14:sldId id="262"/>
            <p14:sldId id="263"/>
            <p14:sldId id="264"/>
          </p14:sldIdLst>
        </p14:section>
        <p14:section name="Eseguire e provare" id="{bd50bae2-233f-0c16-8511-825dcd323723}">
          <p14:sldIdLst>
            <p14:sldId id="265"/>
            <p14:sldId id="266"/>
            <p14:sldId id="267"/>
            <p14:sldId id="268"/>
            <p14:sldId id="269"/>
          </p14:sldIdLst>
        </p14:section>
        <p14:section name="Esercizi" id="{3b093da3-7e38-8443-14ef-f2d6261afdfc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18.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~/arc12/code/l18.S;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~/arc12/code/l18.S;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calcolare z = x + y il programma carica x in un registro, carica y in un altro, somma i due registri in un terzo, e memorizza il risultato in z. Sette righe per una somma. La memoria è toccata solo da lw e sw; l'aritmetica avviene solo tra registri. Altri processori fanno lo stesso lavoro con tre istruzioni, o con una. Perché RISC-V è fatto così? Per rispondere servono un modello di che cos'è un processore, e poi un confronto tra modi diversi di costruirne uno.
Per il docente: Il ciclo load-modify-store della Lezione 02, visto ora come scelta di progetto. Tenere a mente i tre indirizzi: lo stesso calcolo ritorna nel confronto tra i modelli di processore.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RISC-V il puntatore allo stack sp contiene l'indirizzo dell'ultima locazione occupata, e lo stack cresce verso gli indirizzi bassi. Un push sono due istruzioni: si sottrae 4 da sp, poi si memorizza sulla nuova cima. Un pop è il contrario: si carica dalla cima, poi si somma 4. La tabella confronta tre processori: a RISC-V servono due istruzioni, al 68000 un'istruzione con un modo di indirizzamento speciale, a x86 un'istruzione dedicata. In pratica una funzione RISC-V alloca il suo intero frame in una volta, come fate dalla Lezione 02.
Per il docente: I valori sono quelli disegnati nella presentazione originale. RISC-V non ha push e pop: un frame di stack si alloca una volta per funzione, sedici byte alla volta, e si riempie con normali store (Lezione 02). La forma del 68000 MOVE (SP)+, D0 estrae con un postincremento.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somma del riscaldamento in quattro macchine. La macchina ad accumulatore: carica x, somma y, memorizza z. La macchina a stack: push di x, push di y, somma, pop in z. Una macchina a registri con operandi in memoria: sposta x in un registro, vi somma y, sposta il registro in z. RISC-V: due load, una somma tra registri, uno store. Gli accessi alla memoria sono tre in tutti i casi. Cambia il numero di istruzioni e quanto fa ciascuna: in RISC-V ognuna fa una cosa sola.
Per il docente: Gli stessi tre accessi alla memoria ovunque: cambia quante sono le istruzioni e quanto è complessa ciascuna. Nel modello registro-memoria un'istruzione come ADD y, D0 legge la memoria e calcola; nel modello load-store ogni istruzione fa una cosa sola. Le macchine a stack con lo stack in memoria sono in genere più lente di quelle a registri generici. lw t1, x è una forma abbreviata che l'assemblatore accetta per la coppia la e lw del riscaldamento.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Scrivete l'espressione z = (a + b) - (c + d) per una macchina ad accumulatore, una a stack e RISC-V, contando istruzioni e accessi alla memoria. Scrivete push e pop di due registri tenendo sp multiplo di 16. Classificate per funzione i registri del vostro ultimo programma. Eseguite passo-passo in PRG32-QT una chiamata e il suo ritorno, osservando pc, ra e sp. E cercate il processore del vostro telefono o portatile.
Per il docente: Accumulatore: LDA a; ADD b; STA tmp; LDA c; ADD d; STA tmp2; LDA tmp; SUB tmp2; STA z. Stack: PUSH a; PUSH b; ADD; PUSH c; PUSH d; ADD; SUB; POP z. RISC-V: quattro load, due add, una sub, uno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18: Il processore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18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processore: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18-Architettura_dei_Calcolatori-Processore.pptx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18: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code/l18.S, 64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 = x + 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x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x into a register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y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y into a register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t3, t1, t2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compute, between registers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z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t3, 0(t0)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take the result back to memory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x: .word 5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y: .word 7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z: .word 0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Sette righe per una somma: la memoria è toccata solo da lw e sw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L'aritmetica avviene solo tra registri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Altri processori fanno lo stesso lavoro con tre istruzioni, o con una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RISC-V è fatto così? Per rispondere serve un modello del processore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Push e pop in RISC-V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920240" y="1399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251960" y="182880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indirizzi bassi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828800"/>
            <a:ext cx="2194560" cy="530352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(libero)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2359152"/>
            <a:ext cx="2194560" cy="530352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(libero)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2889504"/>
            <a:ext cx="2194560" cy="530352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-28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3419856"/>
            <a:ext cx="2194560" cy="530352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-17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3950208"/>
            <a:ext cx="2194560" cy="530352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739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4480560"/>
            <a:ext cx="2194560" cy="530352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448056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dello stack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97280" y="3154680"/>
            <a:ext cx="777240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548640" y="2889504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148072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punta all'ultima locazione occupata; lo stack cresce verso gli indirizzi bassi.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035040" y="1417320"/>
            <a:ext cx="5608015" cy="2743200"/>
          </a:xfrm>
          <a:prstGeom prst="roundRect">
            <a:avLst>
              <a:gd name="adj" fmla="val 2667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63640" y="1600200"/>
            <a:ext cx="51508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push t0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sp, sp, -4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make room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   t0, 0(sp)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 on top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pop t0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   t0, 0(sp)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fetch the top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sp, sp, 4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release it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4389120"/>
          <a:ext cx="56052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935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RISC-V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 sp, sp, -4 e sw: due istruzioni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MC68000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 D0, -(SP): un modo di indirizzamento con predecremento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Intel x86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PUSH: un'istruzione dedicata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 = x + y in quattro processori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326248"/>
                <a:gridCol w="2326248"/>
                <a:gridCol w="5278794"/>
                <a:gridCol w="11631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Esempio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Accessi alla memoria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accumulatore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Motorola 6809, MOS 6502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LDA x ;  ADD y ;  STA z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macchina virtuale Java, WebAssembly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PUSH x ;  PUSH y ;  ADD ;  POP z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 più lo stack stesso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registri generici, operandi in memoria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MC68000, Intel x86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MOVE x, D0 ;  ADD y, D0 ;  MOVE D0, z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registri generici, load-store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RISC-V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 t1, x ;  lw t2, y ;  add t3, t1, t2 ;  sw t3, z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l18.S (1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18: The Processor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l18.S: z = x + y on a load-store machine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three bars, eight pixels per unit: x = 5 (white), y = 7 (white) and 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= 12 (green), computed by the seven instructions of the slide.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l18.S --portable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l18 --name l18 --out l18.prg32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0x0000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0x07e0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l18_init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l18_update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l18_draw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l18_init: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l18.S (2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l18_update: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x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x into a register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y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y into a register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t3, t1, t2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compute, between registers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z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t3, 0(t0)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take the result back to memory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bar: a0 = ADDRESS of a variable, a1 = y of the bar, a4 = colour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a2, 0(a0)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VALUE of the variable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a2, a2, 3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width: eight pixels per unit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20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 prg32_gfx_rect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l18.S (3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l18_draw: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a0, 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40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bar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a0, 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72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bar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a0, 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120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bar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l18.S (4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x: .word 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y: .word 7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z: .word 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tre barre, otto pixel per unità: x = 5 (bianca), y = 7 (bianca) e z = 12 (verde), calcolata dalle sette istruzioni della slide.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l18 --name l18 --out l18.prg32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l18.prg32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l18 --name l18 --architecture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l18-qemu.prg32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l18-qemu.prg32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l18 --name l18 --architecture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l18-esp32c6.prg32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l18-esp32c6.prg32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l18;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z = (a + b) - (c + d) per una macchina ad accumulatore, una a stack e RISC-V; contate istruzioni e accessi alla memoria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5709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38807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push e pop di due registri, t0 e t1, tenendo sp multiplo di 16 come richiede la convenzione di chiamata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7858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860294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registro usato nel vostro ultimo programma PRG32, dite quale funzione svolge: transito, accumulo, indirizzamento, stack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0006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81781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eseguite passo-passo una chiamata e il suo ritorno: osservate pc, ra e sp, e la parola salvata sullo stack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Trovate nel datasheet del processore del vostro telefono o portatile: insieme di istruzioni, numero di core, clock, livelli di privilegio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PRG32-QT: sp scende di 16 al prologo e ritorna all'epilogo; ra contiene l'indirizzo successivo alla chiamata.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Il processore: il codice</dc:title>
  <dc:subject>Lezione 18</dc:subject>
  <dc:creator>Raffaele Montella</dc:creator>
  <cp:lastModifiedBy>Raffaele Montella</cp:lastModifiedBy>
  <cp:revision>1</cp:revision>
  <dcterms:created xsi:type="dcterms:W3CDTF">2026-10-13T10:41:33Z</dcterms:created>
  <dcterms:modified xsi:type="dcterms:W3CDTF">2026-10-13T10:41:33Z</dcterms:modified>
</cp:coreProperties>
</file>