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3660f7aa-79cf-3dc2-c4a6-2c13fe7ca814}">
          <p14:sldIdLst>
            <p14:sldId id="256"/>
            <p14:sldId id="257"/>
            <p14:sldId id="258"/>
            <p14:sldId id="259"/>
            <p14:sldId id="260"/>
          </p14:sldIdLst>
        </p14:section>
        <p14:section name="Passo 1: nomi per i bit" id="{5e2b73f1-9cc4-0ac1-19d4-12362c7514e0}">
          <p14:sldIdLst>
            <p14:sldId id="261"/>
            <p14:sldId id="262"/>
            <p14:sldId id="263"/>
            <p14:sldId id="264"/>
          </p14:sldIdLst>
        </p14:section>
        <p14:section name="Passo 2: la guida" id="{e4357416-7946-9a81-06e8-394612d82dde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Passo 3: il cibo, un punteggio, un suono" id="{8ae5168d-419f-5810-13dc-7d9f1577d4ef}">
          <p14:sldIdLst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Passo 4: osservare una decisione" id="{999901bb-7799-abcd-8d25-379aed8778a8}">
          <p14:sldIdLst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secondo tutorial del progetto. Alla fine della Parte 1 la testa attraversava lo schermo da sola; oggi nel gioco entra il giocatore. Aggiungete la guida con il joystick, il cibo che compare a caso, un punteggio e un suono. Tutto poggia sulle quattro lezioni del blocco di logica: un pulsante è un bit selezionato da una maschera, la regola contro l'inversione a U è un solo XOR, il movimento si legge da una tabella come lo selezionerebbe un multiplexer. La frase di Sid Meier in copertina dice che cosa state aggiungendo: scelte.
Per il docente: Secondo tutorial del progetto. Usa le Lezioni da 08 a 11: operatori booleani e tabelle di verità (08), XOR e uguaglianza, semplificazione (09), pulsanti come interruttori con pull-up (10), comparatori, multiplexer e ROM come tabella (11). Gli studenti partono dalla propria Parte 1 funzionante; il file di riferimento è verm1/verm1_part2.S.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risultati: una testa che guidate in quattro direzioni; una regola che vieta l'inversione a U, scritta con uno XOR e un confronto; il movimento preso da due piccole tabelle invece che da quattro salti; il cibo che compare in una cella a caso, viene mangiato e ricompare; e un punteggio, disegnato come piccole tacche accanto al titolo, con un suono a ogni boccone. Notate che tre dei cinque sono modi di scrivere bene qualcosa, non solo di farlo funzionare.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Ogni riga collega un'idea delle lezioni di logica a un punto del programma di oggi. AND come maschera seleziona un pulsante dalla parola dei pulsanti. Una tabella di verità diventa il codice delle quattro direzioni. XOR, che vale 1 dove due bit differiscono, dà sia la regola dell'inversione a U sia il test di uguaglianza. Il pull-up della Lezione 10 spiega perché un pulsante premuto arriva come 1. Il comparatore, il multiplexer e la ROM della Lezione 11 diventano il test «testa sul cibo» e le tabelle dx e dy.
Per il docente: Ogni riga è qualcosa che gli studenti hanno visto come circuito. Oggi le stesse idee sono istruzioni.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Partite da una Parte 1 che gira: aprite il file, compilatelo e verificate che la testa attraversi lo schermo. Se non lo fa, prendete il file di riferimento della Parte 1. Oggi il file cambia in tre passi, e lo eseguite dopo il secondo e dopo il terzo. Leggete con attenzione la quarta riga, perché è la convenzione di tutti i tutorial da qui in poi: una slide con MODIFICATO sostituisce codice che avete già; una slide con NUOVO aggiunge codice.
Per il docente: I file di riferimento sono nella cartella verm1 del materiale del corso. Tenete una copia di ogni parte finita: verm1_part1.S, verm1_part2.S e così via.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Gli stessi due comandi della Parte 1: compilare la cartuccia, poi caricarla su PRG32-QT ed eseguirla. Tenete aperto PRG32-QT per tutta la seduta, con la modalità debug attiva se volete il debugger a portata di mano: lo usa il passo 4.
Per il docente: Gli stessi due comandi della Parte 1. PRG32-QT deve essere in esecuzione, con Run cartridges in RISC-V debug mode attivo in Settings se si vuole il debugger.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passo 1 prepara soltanto dei nomi: costanti per i pulsanti e le direzioni, e le variabili che servono al resto del tutorial. Sullo schermo non compare ancora nulla di nuovo.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Aggiungete queste righe alle costanti della Parte 1. RED è il colore del cibo. Le quattro costanti BTN_ sono maschere: ognuna ha un solo bit a 1, il bit di quel pulsante nella parola restituita dal runtime. Le quattro costanti DIR_ sono i codici delle direzioni, numeri da 0 a 3, cioè due bit. I commenti dicono che cosa significa ciascuno dei due bit, e la slide successiva spiega perché i codici sono stati scelti così.
Per il docente: Aggiungete alle costanti della Parte 1 la riga di RED e quelle da BTN_LEFT a DIR_UP.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codici delle direzioni sono scelti con cura. Il bit 0 dice se il movimento è verticale; il bit 1 dice se è «all'indietro», verso coordinate minori. Di conseguenza una direzione e la sua opposta differiscono nel bit 1 e solo lì: RIGHT è 00 e LEFT è 10, DOWN è 01 e UP è 11. Quindi lo XOR di due direzioni opposte è sempre 10, cioè 2. Una buona codifica trasforma una regola in una sola porta. Notate anche la didascalia: sullo schermo y cresce verso il basso, quindi DOWN è più 1.
Per il docente: Il bit 0 dice verticale, il bit 1 dice all'indietro. Una direzione e la sua opposta differiscono nel bit 1 e solo lì: codice XOR opposta è sempre 10 in binario, cioè 2. Una buona codifica trasforma una regola in una sola porta: la lezione della Lezione 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Sostituite con questi i dati della Parte 1. In .rodata ci sono due tabelle di quattro parole, dx e dy: per ogni codice di direzione, la variazione di colonna e la variazione di riga. Non cambiano mai, quindi stanno con le costanti. In .data ci sono cinque variabili nuove: dir, la direzione dell'ultimo passo; want, la direzione chiesta dal giocatore; e score, food_x e food_y, che si usano nel passo 3.
Per il docente: Sostituite con questi i dati della Parte 1. I valori iniziali bastano per il passo 2: init si completa nel passo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passo 2 è il cuore del tutorial: leggere i pulsanti, rifiutare l'inversione a U, e prendere il movimento dalle tabelle. Alla fine state guidando la testa.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percorso di un pulsante, dalla Lezione 10. Il piedino del chip è tenuto a 3,3 V da una resistenza di pull-up; premendo il pulsante lo si collega a massa, quindi il piedino legge 0 quando è premuto. Il runtime inverte i livelli e impacchetta tutti i pulsanti in una parola, in cui 1 significa premuto. La tabella dà la maschera di ogni pulsante di direzione. Due fatti da usare subito: UP e RIGHT premuti insieme danno 0x04 OR 0x02, cioè 0x06; e a0 AND 0x04 vale zero esattamente quando UP non è premuto.
Per il docente: Il kit ha pull-up interni di circa 45 kilohm; gli interruttori vanno a massa. La cartuccia non vede mai il livello elettrico: il runtime dà la stessa parola sulla scheda, su QEMU e su PRG32-QT.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Sostituisce l'inizio di verm1_update. Dopo la chiamata a prg32_input_read, t1 riceve la direzione corrente e t2 il desiderio corrente. Poi quattro blocchi identici: andi isola un pulsante; se il risultato è zero si salta l'istruzione successiva; altrimenti il desiderio in t2 viene sovrascritto con quella direzione. Infine la regola: lo XOR di desiderio e direzione si confronta con 2; se sono uguali la richiesta è un'inversione a U e la sw viene saltata, così resta il desiderio precedente. update ora fa una chiamata, quindi ha un frame di stack.
Per il docente: Sostituisce l'inizio di verm1_update. update ora chiama una funzione, quindi le serve un frame di stack. Con due pulsanti premuti vince l'ultimo test: UP batte LEFT che batte DOWN che batte RIGHT. Il desiderio del giocatore è memorizzato in want e diventa la direzione solo al passo successivo: così due pressioni rapide non possono ripiegare il verme su se stesso.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regola come tabella di verità: sei delle sue sedici righe. Con la testa che va a destra, chiedere RIGHT dà 00 e la testa prosegue; chiedere DOWN o UP dà 01 o 11, e gira; chiedere LEFT dà 10, cioè 2, e la richiesta è rifiutata. Lo stesso accade per DOWN e UP. Completate voi la tabella e contate i rifiuti: sono quattro, uno per direzione. Con codici scelti a caso la stessa regola richiederebbe quattro confronti distinti.
Per il docente: Sedici righe in tutto: chiedere agli studenti di completare la tabella e di contare i rifiuti. Sono quattro, uno per direzione. Senza la codifica accurata la regola richiederebbe quattro confronti.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resto di verm1_update è il timer in virgola fissa della Parte 1, invariato: si somma la velocità, e quando si è accumulata una cella intera si sottrae 256. L'unica differenza è ciò che accade dopo: invece di muovere direttamente head_x, il codice chiama una funzione nuova, step. Qui le etichette locali sono 6 e 7 perché i numeri da 1 a 5 sono già usati nella prima metà della funzione.
Per il docente: È il resto di verm1_update. Le righe che nella Parte 1 muovevano head_x sono sparite: diventano la funzione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prima metà di step. Il desiderio diventa la direzione: accade una volta per passo, non una volta per frame, così due pressioni rapide non possono ripiegare il verme su se stesso. Poi la ricerca in tabella: il codice della direzione viene scorso a sinistra di 2, perché ogni elemento di una tabella è una parola di quattro byte, e sommato all'indirizzo di dx; la parola caricata è la variazione di colonna, meno 1, 0 o più 1. Lo stesso scostamento serve per dy. Non c'è alcun salto: il codice seleziona il valore, come farebbe un multiplexer.
Per il docente: Una tabella in memoria di sola lettura indirizzata da un codice è una ROM: Lezione 11. L'alternativa sono quattro salti; la tabella è più corta, e cambiare le regole significa cambiare dati, non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seconda metà muove la testa e gestisce i bordi, nei due versi. La colonna più dx ora può diventare meno 1: bgez esamina il segno, e una colonna negativa è sostituita dall'ultima colonna. Se invece ha raggiunto COLS, diventa 0. Lo stesso si fa per la riga con ROWS. Notate l'ultima nota: t4 e t6 contengono ancora la nuova colonna e la nuova riga, e il pezzo di codice successivo li userà.
Per il docente: Nella Parte 1 esisteva solo il bordo destro. Una colonna negativa è un numero con segno: bgez e blt sono i confronti con segno della Lezione 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righe provvisorie che ripristinano ra, rilasciano il frame e ritornano, così step è completa e il programma può girare subito. È un'abitudine dei tutorial: quando una funzione verrà finita più tardi, la si chiude in modo provvisorio e si prova ciò che c'è. Nel passo 3 inserirete prima di queste righe il test del cibo.
Per il docente: Un finale provvisorio, perché il programma possa girare subito. Questo programma intermedio è compilato ed eseguito da tests/verm1_steps.py.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Eseguite: state guidando. La testa parte verso destra come prima. Tenete premuto DOWN e gira al passo successivo. Mentre va a destra, tenete premuto LEFT: non accade nulla, perché l'inversione a U è rifiutata. Per andare a sinistra servono due svolte, DOWN e poi LEFT. Il riquadro verde dà una verifica precisa: tenendo premuto DOWN dall'inizio per 64 frame la testa arriva alla colonna 5 della riga 22, dieci passi verso il basso.
Per il docente: Verificato sull'esecutore headless di PRG32-QT: DOWN premuto per 64 frame dà (5, 22); LEFT premuto per 64 frame dà (15, 12), come se non fosse stato premuto nulla.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passo 3 dà al giocatore uno scopo: il cibo da raggiungere, un punteggio che conta, un suono come ricompensa. In termini di circuiti usa una sorgente casuale, un comparatore e un ciclo.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verm1_init è sostituita da una versione completa: ogni variabile riceve il suo valore iniziale, comprese la direzione, il desiderio e il punteggio, e il primo cibo viene piazzato chiamando place_food. Poiché ora fa una chiamata, anche init ha un frame di stack che salva ra.
Per il docente: Sostituite verm1_init.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place_food chiede al runtime due numeri casuali. Il contratto di prg32_random_number è: minimo in a0, massimo in a1, estremi compresi, risultato in a0. La prima chiamata dà una colonna da 0 a 39, la seconda una riga da 0 a 23, e ciascuna viene memorizzata nella propria variabile. Un difetto è lasciato di proposito: il cibo può cadere esattamente sulla testa. Lo correggerà la Parte 3, quando il verme avrà un corpo.
Per il docente: I numeri casuali vengono dal runtime: sulla scheda dal generatore hardware dell'ESP32-C6. Due partite sono diverse.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Sostituisce il finale provvisorio di step. È un comparatore costruito con le istruzioni: lo xor della colonna del cibo e di quella della testa vale 0 quando sono uguali; lo stesso per le righe; l'or dei due risultati vale 0 solo se entrambe sono uguali. Se il risultato non è zero, la funzione finisce. Altrimenti il verme ha mangiato: il punteggio aumenta di uno, si piazza nuovo cibo, e si suona una nota. È l'AND di XNOR della Lezione 11, scritto con due xor e una or.
Per il docente: Un comparatore di uguaglianza è una fila di porte XOR seguita da un OR: Lezione 11. Qui sono due xor e una or. I registri t4 e t6 contengono ancora la nuova colonna e la nuova riga; dopo le chiamate non servono più, ed è per questo che si possono tenere in registri temporanei.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eat_sound suona una nota. prg32_audio_note prende cinque argomenti, da a0 ad a4: canale, strumento, nota, volume e durata in millisecondi. La nota 72 è il Do della quinta ottava nella numerazione MIDI. L'ultima nota ripete un principio di PRG32: il suono viene per ultimo. Il gioco funzionava anche senza, e lo si aggiunge quando tutto il resto è solido.
Per il docente: prg32_audio_note(canale, strumento, nota, volume, millisecondi). Su PRG32-QT la nota è suonata dal computer; sulla scheda dall'amplificatore con il suo altoparlante.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L'inizio della nuova verm1_draw: dopo il titolo, un ciclo disegna un rettangolino per ogni punto del punteggio, a 4 pixel di distanza. Il contatore del ciclo sta in s0, non in un registro t, perché deve sopravvivere alle chiamate a prg32_gfx_rect: una funzione può distruggere i temporanei, ma conserva i registri s. In cambio la vostra funzione deve salvare s0 nel proprio frame e ripristinarlo alla fine. Questa convenzione si studia nella Lezione 18.
Per il docente: Sostituite l'inizio di verm1_draw. Un registro t può essere distrutto da qualunque chiamata; un registro s è conservato, purché lo salviamo e lo ripristiniamo noi: la convenzione, incontrata nella Lezione 02, si studia nella Lezione 18. Le cifre arrivano nella Parte 4, quando è disponibile la divisione.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resto di verm1_draw: le stesse tre righe due volte, prima per il cibo e poi per la testa: si carica la colonna, si carica la riga, si carica il colore, e si chiama draw_cell. L'ordine conta: la testa si disegna per ultima, così copre il cibo se stanno nella stessa cella. Poi s0 e ra vengono ripristinati e la funzione ritorna.
Per il docente: È il resto di verm1_draw: sostituisce il rettangolo della Parte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draw_cell raccoglie in una funzione l'aritmetica che la Parte 1 aveva dentro draw: colonna per 8, riga per 8 più TOP. Il suo contratto è scritto nel commento sulla prima riga: colonna in a0, riga in a1, colore in a2. Una sottigliezza: prg32_gfx_rect vuole il colore in a4, e a2 sta per essere sovrascritto con la larghezza, quindi il colore va spostato per primo. Scrivere in un commento il contratto di una funzione fa parte del lavoro.
Per il docente: Una funzione con un contratto: a0 = colonna, a1 = riga, a2 = colore. Scrivere il contratto in un commento fa parte del lavoro.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Eseguite. Dovreste vedere una cella rossa da qualche parte. Guidate la testa su di essa: suona una nota, compare una tacca accanto al titolo, e il cibo si sposta in un'altra cella. La schermata mostra il gioco dopo due bocconi, con due tacche. È stata prodotta dal test automatico, in cui un giocatore programmato guida due volte la testa sul cibo.
Per il docente: Schermata prodotta da tools/tests/verm1_check.py: un giocatore programmato guida due volte la testa sul cibo.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Nel passo 4 usate PRG32-QT come sonda logica: fermate il programma sull'istruzione esatta che decide l'inversione a U, e leggete la decisione nei registri.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Eseguite la cartuccia in modalità debug e mostrate verm1_update. Guardate prima la telemetria mentre tenete premuto un pulsante: la maschera di ingresso mostra 0x04 per UP e 0x01 per LEFT. Poi mettete un breakpoint sull'istruzione xor t3, t2, t1. Tenete premuto LEFT mentre la testa va a destra e riprendete: il programma si ferma sullo XOR. Leggete i registri: t1 vale 0, la direzione, e t2 vale 2, il desiderio. Un passo: t3 diventa 2. Altri due passi, e vedete il salto avvenire e la sw saltata.
Per il docente: Abbassare la velocità del debugger a 0.25x se serve tempo per premere. Resume ignora una volta il breakpoint corrente: ogni Resume esegue un frame. Senza pulsanti premuti t2 è il desiderio precedente e t3 vale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Ciò che dovreste leggere, con la testa che va a destra. Senza pulsanti premuti il desiderio è quello precedente e lo XOR vale 0. Con DOWN vale 1 e con UP vale 3: entrambi vengono memorizzati. Con LEFT vale 2, l'inversione a U, e non si memorizza nulla. L'ultima riga mostra la priorità tra i test: con UP e RIGHT insieme vince UP, perché è esaminato per ultimo. Leggete a0 alla prima istruzione dopo la chiamata: più avanti nel frame viene sovrascritto.
Per il docente: Tutte con la testa che va a destra. L'ultima riga mostra la priorità dei test: UP è esaminato per ultimo e vince. a0 viene sovrascritto più avanti nel frame: va letto alla prima istruzione dopo la chiamata.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variabili si possono leggere anche in memoria. Dopo la t0, dir il registro t0 contiene l'indirizzo di dir: scrivetelo nel campo Memory. Le variabili si susseguono nell'ordine del file, quattro byte ciascuna: dir, want, step_q8, score, food_x, food_y. Mangiate una volta, mettete in pausa e leggete il punteggio: 01 00 00 00, il byte meno significativo per primo. Poi leggete la posizione del cibo e confrontatela con la cella rossa sullo schermo.
Per il docente: head_x e head_y sono le due parole prima di dir. Little-endian: il byte più basso viene per primo.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bit per pulsante: DOWN è 0x08 e RIGHT è 0x02. Premuti insieme, i due bit valgono entrambi 1: l'OR delle due maschere.
Per il docente: Risposta: C. 0x08 OR 0x02 = 0x0a: un bit per pulsante.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Applicate la regola: il desiderio rifiutato è quello il cui XOR con la direzione vale 2. La direzione è 3, cioè 11 in binario; quale codice ne differisce solo nel bit 1?
Per il docente: Risposta: B. 3 XOR 1 = 2: DOWN è l'opposto di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tabelle sono fatte di parole, e una parola sono quattro byte. L'elemento numero k sta a k per 4 byte dall'inizio della tabella, e uno scorrimento a sinistra di 2 moltiplica per 4.
Per il docente: Risposta: B. Gli elementi sono parole: l'elemento k sta allo scostamento 4k.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XOR dà 1 in ogni posizione in cui i due bit differiscono. Un risultato di tutti zeri significa che nessuna posizione differisce.
Per il docente: Risposta: C. XOR vale 1 dove i bit differiscono: nessuna differenza, tutti zeri.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modifiche vostre. Fate del pulsante A un freno che ferma il timer mentre è premuto. Date due punti per il cibo mangiato nella riga più in alto. Disegnate la testa di un colore diverso per ogni direzione, con una terza tabella indicizzata come dx. E cambiate la codifica delle direzioni: con RIGHT 0, LEFT 1, DOWN 2 e UP 3, che cosa diventa la regola dell'inversione a U? Tenete una copia della Parte 2 funzionante prima di sperimentare.
Per il docente: Freno: andi con BTN_A (0x10) all'inizio del timer, salto all'uscita. Tabella dei colori: quattro .word in .rodata, indicizzate come dx. Nuova codifica: gli opposti differiscono nel bit 0, quindi il test è XOR =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Dove siete. Il giocatore è nel gioco: un desiderio, una regola, un movimento, una ricompensa. La logica di quattro lezioni è diventata istruzioni: bit e maschere, XOR come comparatore, una tabella come selettore. Ma il verme non ha corpo, niente può andare storto, e il gioco non finisce mai. Il prossimo blocco, su stato e memoria, dà gli strumenti, e la Parte 3 aggiunge un corpo che cresce, le collisioni, una schermata del titolo e un game over.
Per il docente: File di riferimento di questa parte: verm1/verm1_part2.S (231 righe).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12: Verm1, parte 2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Verm1, parte 2: la guida, il cibo e un punteggio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giocatore entra nel gioco: bit, maschere, una regola in un solo XOR, una tabella che seleziona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“Un gioco è una serie di scelte interessanti.”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 Meier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 di riferimento di Verm1: contributo di Giuseppe Coviello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verm1_p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avrete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testa di un verme che guidate con il joystick, in quattro direzioni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5465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436368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regola che vieta l'inversione a U, scritta con un solo XOR e un solo confronto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movimento preso da due piccole tabelle invece che da quattro salti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8970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47141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cibo che compare in una cella a caso, viene mangiato, e ricompare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3858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367528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punteggio, mostrato come tacche nella riga del titolo, e un suono quando il verme mangia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prende la Parte 2 dalle lezioni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455005"/>
                <a:gridCol w="4910643"/>
                <a:gridCol w="4728767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Dove compare oggi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08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 come maschera: tenere un bit, azzerare gli altri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pulsante dalla parola dei pulsanti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08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tabelle di verità: un codice per ogni caso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quattro direzioni in due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09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XOR vale 1 dove due bit differiscono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regola dell'inversione a U; il test di uguaglianza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pulsante è un interruttore verso massa con un pull-up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perché premuto arriva come 1 solo dopo che il runtime lo inverte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comparatore, multiplexer, ROM come tabella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testa sul cibo; dx e dy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Partire da una Parte 1 che gira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Aprite il vostro verm1.S della Parte 1, compilatelo ed eseguitelo: la testa deve attraversare lo schermo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71246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60604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non lo fa, copiate il file di riferimento verm1_part1.S e partite da quello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56031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3892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Oggi modificate il file in tre passi, e lo eseguite dopo il secondo e dopo il terzo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40817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30174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slide con MODIFICATO sostituiscono codice che avete; quelle con NUOVO aggiungono codice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25602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149596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Tenete aperto il debugger di PRG32-QT: il passo 4 lo usa per osservare una decisione mentre viene presa</a:t>
            </a:r>
            <a:endParaRPr lang="en-US" sz="2200" dirty="0"/>
          </a:p>
        </p:txBody>
      </p:sp>
      <p:pic>
        <p:nvPicPr>
          <p:cNvPr id="13" name="Image 0" descr="/Users/raffaelemontella/devel/riscv-prg32/computer-architecture-with-prg32/tools/assets/verm1_p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385155"/>
            <a:ext cx="3779215" cy="236201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 alla fine della Parte 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ciclo di lavoro, di nuovo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build the cartridge (from your PRG32 folder, toolchain active)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verm1 --out ~/verm1/verm1.prg32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send it to PRG32-QT, running on the same computer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~/verm1/verm1.prg32 \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or: in PRG32-QT, import the file verm1.prg32 and choose Run Cartridge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1: nomi per i bit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Pulsanti, direzioni, e le variabili di oggi.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Costanti: pulsanti e direzioni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0x0000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RGB565 colours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WHITE, 0xffff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GREEN, 0x07e0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RED,   0xf800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CELL,  8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cell is 8 x 8 pixels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COLS,  40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ROWS,  24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TOP,   8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SPEED_Q8, 40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40/256 of a cell per frame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BTN_LEFT,  0x01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bit per button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BTN_RIGHT, 0x02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BTN_UP,    0x04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BTN_DOWN,  0x08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DIR_RIGHT, 0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direction is a 2-bit code: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DIR_DOWN,  1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bit 0 = vertical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DIR_LEFT,  2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bit 1 = backwards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DIR_UP,    3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verm1_init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verm1_update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verm1_draw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Nuovo colore: RED, per il cibo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pulsante è un bit di una parola: una maschera lo seleziona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direzione è un numero da 0 a 3: due bit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codici non sono arbitrari: si veda la slide successiva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codice scelto con cura: le quattro direzioni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818757"/>
                <a:gridCol w="1182192"/>
                <a:gridCol w="1182192"/>
                <a:gridCol w="1182192"/>
                <a:gridCol w="1182192"/>
                <a:gridCol w="1182192"/>
                <a:gridCol w="33647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Codice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 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 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dx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Opposta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 = 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= 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 = 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 = 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 y cresce verso il basso: DOWN è +1, UP è -1.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Dati: due tabelle e cinque variabili nuove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.rodata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title:   .asciz "VERM1"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dx:      .word  1, 0, -1,  0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right, down, left, up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dy:      .word  0, 1,  0, -1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head_x:  .word 5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head_y:  .word 12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dir:     .word 0          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direction of the last step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want:    .word 0          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direction asked by the player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step_q8: .word 0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score:   .word 0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food_x:  .word 20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food_y:  .word 12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dx e dy: quattro parole ciascuna, una per direzione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Sono costanti, quindi vivono in .rodata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 è la direzione dell'ultimo passo, want quella richiesta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score, food_x, food_y: si usano nel passo 3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2: la guida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Leggere i pulsanti, rifiutare l'inversione a U, cercare il movimento in una tabella.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 dito al bit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20141"/>
            <a:ext cx="3749040" cy="3451958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0560" y="1508760"/>
          <a:ext cx="66751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600200"/>
                <a:gridCol w="2286000"/>
                <a:gridCol w="11887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Pulsante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Piedino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Dopo il runtime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Maschera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rilasciato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(3,3 V)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 = 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 0 = 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 1 = 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0x02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 2 = 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0x04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 3 = 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0x08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6" name="Shape 1"/>
          <p:cNvSpPr/>
          <p:nvPr/>
        </p:nvSpPr>
        <p:spPr>
          <a:xfrm>
            <a:off x="4480560" y="422821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4864608" y="4160520"/>
            <a:ext cx="677844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piedino legge 0 quando il pulsante è premuto: attivo basso (Lezione 10)</a:t>
            </a:r>
            <a:endParaRPr lang="en-US" sz="1700" dirty="0"/>
          </a:p>
        </p:txBody>
      </p:sp>
      <p:sp>
        <p:nvSpPr>
          <p:cNvPr id="8" name="Shape 3"/>
          <p:cNvSpPr/>
          <p:nvPr/>
        </p:nvSpPr>
        <p:spPr>
          <a:xfrm>
            <a:off x="4480560" y="489877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4864608" y="4831080"/>
            <a:ext cx="677844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prg32_input_read inverte e impacchetta: una parola, un bit per pulsante, 1 = premuto</a:t>
            </a:r>
            <a:endParaRPr lang="en-US" sz="1700" dirty="0"/>
          </a:p>
        </p:txBody>
      </p:sp>
      <p:sp>
        <p:nvSpPr>
          <p:cNvPr id="10" name="Shape 5"/>
          <p:cNvSpPr/>
          <p:nvPr/>
        </p:nvSpPr>
        <p:spPr>
          <a:xfrm>
            <a:off x="4480560" y="55693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4864608" y="5501640"/>
            <a:ext cx="6778447" cy="263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e RIGHT insieme danno 0x04 OR 0x02 = 0x06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4480560" y="597649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4864608" y="5908802"/>
            <a:ext cx="6778447" cy="263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 AND 0x04 vale zero se e solo se UP non è premuto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update: dai pulsanti a un desiderio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verm1_update: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one bit per button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direction of the last step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want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= wanted direction, so far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a0, BTN_RIGHT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DIR_RIGHT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andi t3, a0, BTN_DOWN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2f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DIR_DOWN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andi t3, a0, BTN_LEFT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3f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DIR_LEFT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andi t3, a0, BTN_UP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4f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DIR_UP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4:  xor  t3, t2, t1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opposite directions differ in bit 1 only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t4, 2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  t3, t4, 5f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U-turn: ignore the request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t2, 0(t0)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remember it for the next step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5: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 tiene un bit: zero significa non premuto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pulsante premuto sovrascrive il desiderio in t2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xor di desiderio e direzione: 2 significa opposta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Un'inversione a U non viene memorizzata: resta il desiderio precedente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regola dell'inversione a U, come tabella di verità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000632"/>
                <a:gridCol w="2000632"/>
                <a:gridCol w="2364384"/>
                <a:gridCol w="1455005"/>
                <a:gridCol w="327376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want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 XOR want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2 ?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RIGHT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RIGHT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prosegue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RIGHT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DOWN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gira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RIGHT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LEFT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rifiuta: inversione a U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RIGHT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UP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gira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DOWN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UP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rifiuta: inversione a U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UP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LEFT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gira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 delle sedici righe. La regola è uno XOR e un confronto con la costante 2.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update: il timer chiama step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step_q8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SPEED_Q8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 a fraction of a cell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256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t1, t2, 6f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less than one whole cell: wait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  t1, t1, t2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step     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whole cell: move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7f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6:  sw   t1,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7:  lw   ra, 12(sp)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timer in virgola fissa della Parte 1, invariato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Muoversi è ora una funzione a sé: step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Etichette 6 e 7: i numeri da 1 a 5 sono usati sopra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step: cercare il movimento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want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wanted direction is now the direction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t1, t1, 2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table offset = direction * 4 bytes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= dx[direction]: -1, 0 or +1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t3,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t3 = dy[direction]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desiderio diventa la direzione, una volta per passo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 sono 4 byte: scostamento = codice scorso a sinistra di 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indirizzo della tabella + scostamento: la parola da caricare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 salto: il codice seleziona, come un multiplexer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step: muoversi e rientrare, nei due versi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head_x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t4, 0(t0)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t4, t4, t2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bgez t4, 1f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t4, COLS-1      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off the left edge: wrap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t5, COLS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t4, t5, 2f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t4, 0           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off the right edge: wrap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sw   t4, 0(t0)       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t4 = new column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t6, 0(t0)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t6, t6, t3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bgez t6, 3f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t6, ROWS-1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li   t5, ROWS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t6, t5, 4f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t6,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4:  sw   t6, 0(t0)       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t6 = new row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somma dx: la colonna ora può scendere sotto 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bgez esamina il segno: negativo significa fuori a sinistra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per la riga, con ROWS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t4 e t6 conservano la nuova cella per la slide successiva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ora: chiudere la funzione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temporary end of step: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Step 3 will replace these three lines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queste tre righe dopo il rientro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Ripristinano ra e ritornano: step è completa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passo 3 mette prima di esse il test del cibo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state guidando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Compilate ed eseguite: la testa parte ancora verso destra, dalla colonna 5 della riga 12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459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327656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Tenete premuto DOWN: la testa gira al passo successivo e scende, rientrando dalla riga 23 alla riga 0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562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237992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Mentre va a destra, tenete premuto LEFT: non accade nulla. L'inversione a U è rifiutata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66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148328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Tenete premuto DOWN e poi LEFT: due svolte, e ora la testa va a sinistra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Tenendo premuto DOWN dall'inizio per 64 frame la testa arriva alla colonna 5, riga 22: dieci passi, tutti verso il basso.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3: il cibo, un punteggio, un suono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cella a caso, un comparatore, e un ciclo che disegna.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init: una partenza completa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verm1_init: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5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head_y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12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moving right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want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step_q8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place_food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variabile riceve il suo valore iniziale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 ora chiama una funzione: le serve un frame di stack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primo cibo viene piazzato qui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place_food: una cella a caso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place_food: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COLS-1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prg32_random_number    </a:t>
            </a:r>
            <a:pPr indent="0" marL="0">
              <a:buNone/>
            </a:pPr>
            <a:r>
              <a:rPr lang="en-US" sz="17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a column, 0 .. 39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food_x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a0, 0(t0)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ROWS-1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prg32_random_number    </a:t>
            </a:r>
            <a:pPr indent="0" marL="0">
              <a:buNone/>
            </a:pPr>
            <a:r>
              <a:rPr lang="en-US" sz="17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a row, 0 .. 23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food_y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a0, 0(t0)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prg32_random_number(min, max): estremi compresi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Argomenti in a0 e a1, risultato in a0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colonna da 0 a 39, una riga da 0 a 23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cibo può cadere sulla testa: lo corregge la Parte 3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step: la testa è sul cibo?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food_x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t1, t1, t4  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 if same column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food_y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t2, t2, t6  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 if same row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or   t1, t1, t2  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 only if both are equal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t1, 5f      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not on the food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place_food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eat_sound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5:  lw   ra, 12(sp)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Sostituite con questo il finale provvisorio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xor vale 0 quando due numeri sono uguali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dei due risultati: 0 solo se entrambi sono uguali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Mangiare: un punto in più, nuovo cibo, un suono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eat_sound: una nota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eat_sound: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  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channel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  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instrument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72 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note: C5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255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volume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60 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milliseconds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prg32_audio_note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Cinque argomenti, da a0 ad a4, poi la chiamata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nota 72 è il Do5 nella numerazione MIDI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suono viene per ultimo: il gioco funzionava anche senza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draw: il punteggio a tacche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verm1_draw: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title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WHITE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BLACK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prg32_gfx_text8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    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i: one mark per point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la   t0, score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  s0, t1, 2f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a0, s0, 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a0, a0, 56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56 + 4 * 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3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WHITE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s0, s0,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1b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conta le tacche: deve sopravvivere alle chiamate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Perciò s0 è salvato nel frame, insieme a ra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rettangolino per punto, a 4 pixel di distanza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ciclo finisce quando s0 raggiunge il punteggio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draw: cibo e testa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food_x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a1, 0(t0)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RED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draw_cell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head_x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a1, 0(t0)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GREEN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draw_cell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stesse tre righe due volte: colonna, riga, colore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draw_cell fa la conversione in pixel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testa si disegna per ultima: copre il cibo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draw_cell: dalle celle ai pixel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draw_cell:     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column, a1 = row, a2 = colour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a0, a0, 3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column * 8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a1, a1, 3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a1, a1, TOP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 = row * 8 + 8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a4, a2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colour is the fifth argument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CELL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CELL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L'aritmetica della Parte 1, scritta una volta sola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colore arriva in a2 e deve uscire in a4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 spostato per primo: a2 sta per essere sovrascritto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Verm1, Parte 2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3931920"/>
          </a:xfrm>
          <a:prstGeom prst="roundRect">
            <a:avLst>
              <a:gd name="adj" fmla="val 18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4" name="Image 0" descr="/Users/raffaelemontella/devel/riscv-prg32/computer-architecture-with-prg32/tools/assets/verm1_p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45256" y="1554480"/>
            <a:ext cx="4901184" cy="3063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4663440"/>
            <a:ext cx="108200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testa, il cibo, e due tacche dopo il titolo: due punti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4864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Atteso: una cella rossa da qualche parte; guidate la testa su di essa; suona una nota, compare una tacca accanto a VERM1, il cibo si sposta.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4: osservare una decisione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come sonda logica.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Cogliere al lavoro la regola dell'inversione a U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Eseguite la cartuccia in modalità debug e premete Update: il listato mostra verm1_update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4736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329078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Guardate la telemetria mentre tenete premuto un pulsante: la maschera di ingresso mostra 0x04 per UP, 0x01 per LEFT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259125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240837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Trovate l'istruzione xor t3, t2, t1 e cliccate nel margine: un breakpoint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28059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3909771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Tenete premuto LEFT mentre la testa va a destra, e premete Resume: il programma si ferma sulla xor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83981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82153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Leggete i registri: t1 vale 0, la direzione; t2 vale 2, il desiderio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Premete Step: t3 diventa 2. Altri due passi: il salto avviene e la sw è saltata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si legge nei registri</a:t>
            </a:r>
            <a:endParaRPr lang="en-US" sz="3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000632"/>
                <a:gridCol w="1727819"/>
                <a:gridCol w="1455005"/>
                <a:gridCol w="1636881"/>
                <a:gridCol w="2364384"/>
                <a:gridCol w="190969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Premete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a0 (maschera)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= dir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= want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 = t2 XOR t1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Memorizzato?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niente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sì: 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0x08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sì: 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no: inversione a U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0x04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sì: 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+ RIGHT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0x06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sì: 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Leggere le variabili in memoria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 la t0, dir il registro t0 contiene l'indirizzo di dir: scrivetelo nel campo Memory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62832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529650"/>
            <a:ext cx="546811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variabili si susseguono, 4 byte ciascuna, nell'ordine del file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41528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316605"/>
            <a:ext cx="5468112" cy="956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partire dall'indirizzo di dir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+0 dir, +4 want, +8 step_q8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+12 score, +16 food_x, +20 food_y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50780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09123"/>
            <a:ext cx="546811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Mangiate una volta, mettete in pausa, e leggete score: 01 00 00 00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29475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196078"/>
            <a:ext cx="546811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Leggete food_x e food_y, e confrontateli con lo schermo: colonna e riga della cella rossa</a:t>
            </a:r>
            <a:endParaRPr lang="en-US" sz="2100" dirty="0"/>
          </a:p>
        </p:txBody>
      </p:sp>
      <p:pic>
        <p:nvPicPr>
          <p:cNvPr id="13" name="Image 0" descr="/Users/raffaelemontella/devel/riscv-prg32/computer-architecture-with-prg32/tools/assets/prg32qt_debugger_detai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1807" y="1417320"/>
            <a:ext cx="3506002" cy="42976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PRG32-QT: listato, registri, memoria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giocatore tiene premuti insieme DOWN e RIGHT: prg32_input_read restituisce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0x02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0x08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0x0a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0x10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verme va verso UP (3). Quale desiderio viene rifiutato?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(0)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(1)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(2)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(3)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slli t1, t1, 2 prima di sommare all'indirizzo di dx?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rendere positivo il codice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elemento della tabella è di 4 byte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azzerare il bit 1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tabelle cominciano all'indirizzo 4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xor t1, t1, t4 dà zero esattamente quando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vale zero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t4 vale zero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e t4 sono uguali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e t4 sono opposti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Fatelo vostro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Fate del pulsante A un freno: mentre è premuto, il timer non avanza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443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22605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due punti per un pezzo di cibo mangiato nella riga più in alto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0530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034792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Disegnate la testa di un colore diverso per ogni direzione, usando una terza tabella di quattro colori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66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148328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Cambiate la codifica in RIGHT = 0, LEFT = 1, DOWN = 2, UP = 3: che cosa diventa la regola dell'inversione a U?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modifica sono poche righe. Tenete una copia della Parte 2 funzionante prima di sperimentare: la Parte 3 parte da lì.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Dove siamo, e che cosa viene dopo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giocatore è nel gioco: un desiderio, una regola, un movimento, una ricompensa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5420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35606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e maschere, XOR come comparatore, una tabella come selettore: la logica trasformata in istruzioni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56031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3892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Manca: il verme non ha corpo, niente può andare storto, e il gioco non finisce mai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57860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72178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Lezioni da 13 a 16 danno gli strumenti: macchine a stati, registri, la memoria come vettore, ciò che sopravvive allo spegnimento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3: un corpo che cresce, le collisioni, una schermata del titolo e un game over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Verm1, parte 2: la guida, il cibo e un punteggio</dc:title>
  <dc:subject>Lezione 12</dc:subject>
  <dc:creator>Raffaele Montella</dc:creator>
  <cp:lastModifiedBy>Raffaele Montella</cp:lastModifiedBy>
  <cp:revision>1</cp:revision>
  <dcterms:created xsi:type="dcterms:W3CDTF">2026-10-12T11:28:40Z</dcterms:created>
  <dcterms:modified xsi:type="dcterms:W3CDTF">2026-10-12T11:28:40Z</dcterms:modified>
</cp:coreProperties>
</file>