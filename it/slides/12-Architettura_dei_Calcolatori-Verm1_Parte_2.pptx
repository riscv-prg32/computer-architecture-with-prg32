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c148d97-f39c-15d6-8a0a-390ce974f24f}">
          <p14:sldIdLst>
            <p14:sldId id="256"/>
            <p14:sldId id="257"/>
            <p14:sldId id="258"/>
            <p14:sldId id="259"/>
          </p14:sldIdLst>
        </p14:section>
        <p14:section name="Passo 1: nomi per i bit" id="{cec0043d-6924-d23e-b44e-fb553bc43165}">
          <p14:sldIdLst>
            <p14:sldId id="260"/>
          </p14:sldIdLst>
        </p14:section>
        <p14:section name="Passo 2: la guida" id="{53d5c5d6-109a-02f1-4ce5-09bee49d137f}">
          <p14:sldIdLst>
            <p14:sldId id="261"/>
            <p14:sldId id="262"/>
          </p14:sldIdLst>
        </p14:section>
        <p14:section name="Passo 4: osservare una decisione" id="{e65f6840-c113-8aa9-44a1-dcbc649d2bf5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secondo tutorial del progetto. Alla fine della Parte 1 la testa attraversava lo schermo da sola; oggi nel gioco entra il giocatore. Aggiungete la guida con il joystick, il cibo che compare a caso, un punteggio e un suono. Tutto poggia sulle quattro lezioni del blocco di logica: un pulsante è un bit selezionato da una maschera, la regola contro l'inversione a U è un solo XOR, il movimento si legge da una tabella come lo selezionerebbe un multiplexer. La frase di Sid Meier in copertina dice che cosa state aggiungendo: scelte.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le maschere di bit; i codici; gli array in memoria; gli ingressi con pull-up; l'algebra di Boole; la virgola fissa; i multiplexer; istruzioni con o senza segno; comparatori e parità; gli argomenti in a0 ... a7. DA UTILIZZARE OGGI: la convenzione di chiamata (Lezione 18) e, usati senza essere studiati nel corso, gli strumenti di PRG32, le chiamate del runtime PRG32, il debugger di PRG32-QT. DA COMPRENDERE PIÙ AVANTI: niente. Una slide senza etichetta è contesto: una storia, un esempio, una domanda, un esercizio.
Per il docente: Secondo tutorial del progetto. Usa le Lezioni da 08 a 11: operatori booleani e tabelle di verità (08), XOR e uguaglianza, semplificazione (09), pulsanti come interruttori con pull-up (10), comparatori, multiplexer e ROM come tabella (11). Gli studenti partono dalla propria Parte 1 funzionante; il file di riferimento è verm1/verm1_part2.S.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risultati: una testa che guidate in quattro direzioni; una regola che vieta l'inversione a U, scritta con uno XOR e un confronto; il movimento preso da due piccole tabelle invece che da quattro salti; il cibo che compare in una cella a caso, viene mangiato e ricompare; e un punteggio, disegnato come piccole tacche accanto al titolo, con un suono a ogni boccone. Notate che tre dei cinque sono modi di scrivere bene qualcosa, non solo di farlo funzionare.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riga collega un'idea delle lezioni di logica a un punto del programma di oggi. AND come maschera seleziona un pulsante dalla parola dei pulsanti. Una tabella di verità diventa il codice delle quattro direzioni. XOR, che vale 1 dove due bit differiscono, dà sia la regola dell'inversione a U sia il test di uguaglianza. Il pull-up della Lezione 10 spiega perché un pulsante premuto arriva come 1. Il comparatore, il multiplexer e la ROM della Lezione 11 diventano il test «testa sul cibo» e le tabelle dx e dy.
Per il docente: Ogni riga è qualcosa che gli studenti hanno visto come circuito. Oggi le stesse idee sono istruzioni.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Partite da una Parte 1 che gira: aprite il file, compilatelo e verificate che la testa attraversi lo schermo. Se non lo fa, prendete il file di riferimento della Parte 1. Oggi il file cambia in tre passi, e lo eseguite dopo il secondo e dopo il terzo. Leggete con attenzione la quarta riga, perché è la convenzione di tutti i tutorial da qui in poi: una slide con MODIFICATO sostituisce codice che avete già; una slide con NUOVO aggiunge codice.
Per il docente: I file di riferimento sono nella cartella verm1 del materiale del corso. Tenete una copia di ogni parte finita: verm1_part1.S, verm1_part2.S e così 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codici delle direzioni sono scelti con cura. Il bit 0 dice se il movimento è verticale; il bit 1 dice se è «all'indietro», verso coordinate minori. Di conseguenza una direzione e la sua opposta differiscono nel bit 1 e solo lì: RIGHT è 00 e LEFT è 10, DOWN è 01 e UP è 11. Quindi lo XOR di due direzioni opposte è sempre 10, cioè 2. Una buona codifica trasforma una regola in una sola porta. Notate anche la didascalia: sullo schermo y cresce verso il basso, quindi DOWN è più 1.
DA COMPRENDERE OGGI: i codici.
Per il docente: Il bit 0 dice verticale, il bit 1 dice all'indietro. Una direzione e la sua opposta differiscono nel bit 1 e solo lì: codice XOR opposta è sempre 10 in binario, cioè 2. Una buona codifica trasforma una regola in una sola porta: la lezione della Lezione 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di un pulsante, dalla Lezione 10. Il piedino del chip è tenuto a 3,3 V da una resistenza di pull-up; premendo il pulsante lo si collega a massa, quindi il piedino legge 0 quando è premuto. Il runtime inverte i livelli e impacchetta tutti i pulsanti in una parola, in cui 1 significa premuto. La tabella dà la maschera di ogni pulsante di direzione. Due fatti da usare subito: UP e RIGHT premuti insieme danno 0x04 OR 0x02, cioè 0x06; e a0 AND 0x04 vale zero esattamente quando UP non è premuto.
DA COMPRENDERE OGGI: gli ingressi con pull-up.
Per il docente: Il kit ha pull-up interni di circa 45 kilohm; gli interruttori vanno a massa. La cartuccia non vede mai il livello elettrico: il runtime dà la stessa parola sulla scheda, su QEMU e su PRG32-QT.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regola come tabella di verità: sei delle sue sedici righe. Con la testa che va a destra, chiedere RIGHT dà 00 e la testa prosegue; chiedere DOWN o UP dà 01 o 11, e gira; chiedere LEFT dà 10, cioè 2, e la richiesta è rifiutata. Lo stesso accade per DOWN e UP. Completate voi la tabella e contate i rifiuti: sono quattro, uno per direzione. Con codici scelti a caso la stessa regola richiederebbe quattro confronti distinti.
DA COMPRENDERE OGGI: l'algebra di Boole.
Per il docente: Sedici righe in tutto: chiedere agli studenti di completare la tabella e di contare i rifiuti. Sono quattro, uno per direzione. Senza la codifica accurata la regola richiederebbe quattro confronti.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 la cartuccia in modalità debug e mostrate verm1_update. Guardate prima la telemetria mentre tenete premuto un pulsante: la maschera di ingresso mostra 0x04 per UP e 0x01 per LEFT. Poi mettete un breakpoint sull'istruzione xor t3, t2, t1. Tenete premuto LEFT mentre la testa va a destra e riprendete: il programma si ferma sullo XOR. Leggete i registri: t1 vale 0, la direzione, e t2 vale 2, il desiderio. Un passo: t3 diventa 2. Altri due passi, e vedete il salto avvenire e la sw saltata.
DA UTILIZZARE OGGI: il debugger di PRG32-QT (si usa, non si studia, in questo corso).
Per il docente: Abbassare la velocità del debugger a 0.25x se serve tempo per premere. Resume ignora una volta il breakpoint corrente: ogni Resume esegue un frame. Senza pulsanti premuti t2 è il desiderio precedente e t3 vale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Ciò che dovreste leggere, con la testa che va a destra. Senza pulsanti premuti il desiderio è quello precedente e lo XOR vale 0. Con DOWN vale 1 e con UP vale 3: entrambi vengono memorizzati. Con LEFT vale 2, l'inversione a U, e non si memorizza nulla. L'ultima riga mostra la priorità tra i test: con UP e RIGHT insieme vince UP, perché è esaminato per ultimo. Leggete a0 alla prima istruzione dopo la chiamata: più avanti nel frame viene sovrascritto.
DA UTILIZZARE OGGI: il debugger di PRG32-QT (si usa, non si studia, in questo corso).
Per il docente: Tutte con la testa che va a destra. L'ultima riga mostra la priorità dei test: UP è esaminato per ultimo e vince. a0 viene sovrascritto più avanti nel frame: va letto alla prima istruzione dopo la chiamata.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variabili si possono leggere anche in memoria. Dopo la t0, dir il registro t0 contiene l'indirizzo di dir: scrivetelo nel campo Memory. Le variabili si susseguono nell'ordine del file, quattro byte ciascuna: dir, want, step_q8, score, food_x, food_y. Mangiate una volta, mettete in pausa e leggete il punteggio: 01 00 00 00, il byte meno significativo per primo. Poi leggete la posizione del cibo e confrontatela con la cella rossa sullo schermo.
DA UTILIZZARE OGGI: il debugger di PRG32-QT (si usa, non si studia, in questo corso).
Per il docente: head_x e head_y sono le due parole prima di dir. Little-endian: il byte più basso viene per primo.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bit per pulsante: DOWN è 0x08 e RIGHT è 0x02. Premuti insieme, i due bit valgono entrambi 1: l'OR delle due maschere.
Applicate la regola: il desiderio rifiutato è quello il cui XOR con la direzione vale 2. La direzione è 3, cioè 11 in binario; quale codice ne differisce solo nel bit 1?
Per il docente: 1. Risposta: C. 0x08 OR 0x02 = 0x0a: un bit per pulsante.
2. Risposta: B. 3 XOR 1 = 2: DOWN è l'opposto di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tabelle sono fatte di parole, e una parola sono quattro byte. L'elemento numero k sta a k per 4 byte dall'inizio della tabella, e uno scorrimento a sinistra di 2 moltiplica per 4.
XOR dà 1 in ogni posizione in cui i due bit differiscono. Un risultato di tutti zeri significa che nessuna posizione differisce.
Per il docente: 1. Risposta: B. Gli elementi sono parole: l'elemento k sta allo scostamento 4k.
2. Risposta: C. XOR vale 1 dove i bit differiscono: nessuna differenza, tutti zeri.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siete. Il giocatore è nel gioco: un desiderio, una regola, un movimento, una ricompensa. La logica di quattro lezioni è diventata istruzioni: bit e maschere, XOR come comparatore, una tabella come selettore. Ma il verme non ha corpo, niente può andare storto, e il gioco non finisce mai. Il prossimo blocco, su stato e memoria, dà gli strumenti, e la Parte 3 aggiunge un corpo che cresce, le collisioni, una schermata del titolo e un game over.
Stato di apprendimento, riepilogo. DA COMPRENDERE OGGI: le maschere di bit; i codici; gli array in memoria; gli ingressi con pull-up; l'algebra di Boole; la virgola fissa; i multiplexer; istruzioni con o senza segno; comparatori e parità; gli argomenti in a0 ... a7. DA UTILIZZARE OGGI: la convenzione di chiamata (Lezione 18) e, usati senza essere studiati nel corso, gli strumenti di PRG32, le chiamate del runtime PRG32, il debugger di PRG32-QT. DA COMPRENDERE PIÙ AVANTI: niente. Una slide senza etichetta è contesto: una storia, un esempio, una domanda, un esercizio.
Per il docente: File di riferimento di questa parte: verm1/verm1_part2.S (231 righe).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12: Verm1, parte 2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2: la guida, il cibo e un punteggio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giocatore entra nel gioco: bit, maschere, una regola in un solo XOR, una tabella che seleziona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 gioco è una serie di scelte interessanti.”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 Meier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12-Architettura_dei_Calcolatori-Verm1_Parte_2-Codice.pptx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di un verme che guidate con il joystick, in quattro direzioni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46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3636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regola che vieta l'inversione a U, scritta con un solo XOR e un solo confronto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movimento preso da due piccole tabelle invece che da quattro salti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897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7141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che compare in una cella a caso, viene mangiato, e ricompare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3858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36752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punteggio, mostrato come tacche nella riga del titolo, e un suono quando il verme mangia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2 dalle lezioni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55005"/>
                <a:gridCol w="4910643"/>
                <a:gridCol w="472876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come maschera: tenere un bit, azzerare gli altri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pulsante dalla parola dei pulsanti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tabelle di verità: un codice per ogni caso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quattro direzioni in due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09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vale 1 dove due bit differiscono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regola dell'inversione a U; il test di uguaglianza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pulsante è un interruttore verso massa con un pull-up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perché premuto arriva come 1 solo dopo che il runtime lo inverte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comparatore, multiplexer, ROM come tabella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testa sul cibo; dx e dy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Partire da una Parte 1 che gira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il vostro verm1.S della Parte 1, compilatelo ed eseguitelo: la testa deve attraversare lo schermo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1246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0604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non lo fa, copiate il file di riferimento verm1_part1.S e partite da quello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 modificate il file in tre passi, e lo eseguite dopo il secondo e dopo il terzo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4081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0174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slide con MODIFICATO sostituiscono codice che avete; quelle con NUOVO aggiungono codice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49596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aperto il debugger di PRG32-QT: il passo 4 lo usa per osservare una decisione mentre viene presa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alla fine della Parte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codice scelto con cura: le quattro direzioni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818757"/>
                <a:gridCol w="1182192"/>
                <a:gridCol w="1182192"/>
                <a:gridCol w="1182192"/>
                <a:gridCol w="1182192"/>
                <a:gridCol w="1182192"/>
                <a:gridCol w="33647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dx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Opposta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= 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=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= 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=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 y cresce verso il basso: DOWN è +1, UP è -1.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708212" y="91440"/>
            <a:ext cx="293484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0821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6228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092260" y="91440"/>
            <a:ext cx="25142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codici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dito al bit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ingressi con pull-up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20141"/>
            <a:ext cx="3749040" cy="3451958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508760"/>
          <a:ext cx="66751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2286000"/>
                <a:gridCol w="1188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Piedino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 il runtime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Maschera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rilasciato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(3,3 V)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= 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0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1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2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3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4480560" y="42282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4864608" y="4160520"/>
            <a:ext cx="677844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piedino legge 0 quando il pulsante è premuto: attivo basso (Lezione 10)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4480560" y="489877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4864608" y="4831080"/>
            <a:ext cx="677844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prg32_input_read inverte e impacchetta: una parola, un bit per pulsante, 1 = premuto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4480560" y="55693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4864608" y="5501640"/>
            <a:ext cx="677844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e RIGHT insieme danno 0x04 OR 0x02 = 0x06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4480560" y="59764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864608" y="5908802"/>
            <a:ext cx="677844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 AND 0x04 vale zero se e solo se UP non è premuto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regola dell'inversione a U, come tabella di verità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00632"/>
                <a:gridCol w="2000632"/>
                <a:gridCol w="2364384"/>
                <a:gridCol w="1455005"/>
                <a:gridCol w="327376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 XOR want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2 ?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prosegue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rifiuta: inversione a 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rifiuta: inversione a 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 delle sedici righe. La regola è uno XOR e un confronto con la costante 2.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l'algebra di Boole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Cogliere al lavoro la regola dell'inversione a U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la cartuccia in modalità debug e premete Update: il listato mostra verm1_update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73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2907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Guardate la telemetria mentre tenete premuto un pulsante: la maschera di ingresso mostra 0x04 per UP, 0x01 per LEFT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5912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240837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l'istruzione xor t3, t2, t1 e cliccate nel margine: un breakpoint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2805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909771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premuto LEFT mentre la testa va a destra, e premete Resume: il programma si ferma sulla xor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3981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82153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Leggete i registri: t1 vale 0, la direzione; t2 vale 2, il desiderio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Step: t3 diventa 2. Altri due passi: il salto avviene e la sw è saltata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si legge nei registri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00632"/>
                <a:gridCol w="1727819"/>
                <a:gridCol w="1455005"/>
                <a:gridCol w="1636881"/>
                <a:gridCol w="2364384"/>
                <a:gridCol w="190969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 (maschera)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dir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want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t2 XOR t1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Memorizzato?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0x08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inversione a 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0x04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+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0x06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le variabili in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la t0, dir il registro t0 contiene l'indirizzo di dir: scrivetelo nel campo Memory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83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9650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variabili si susseguono, 4 byte ciascuna, nell'ordine del file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1528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16605"/>
            <a:ext cx="5468112" cy="956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partire dall'indirizzo di dir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+0 dir, +4 want, +8 step_q8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+12 score, +16 food_x, +20 food_y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078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09123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Mangiate una volta, mettete in pausa, e leggete score: 01 00 00 00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Leggete food_x e food_y, e confrontateli con lo schermo: colonna e riga della cella rossa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giocatore tiene premuti insieme DOWN e RIGHT: prg32_input_read restituisce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0x08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verme va verso UP (3). Quale desiderio viene rifiutato?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(0)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(1)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(2)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(3)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slli t1, t1, 2 prima di sommare all'indirizzo di dx?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rendere positivo il codice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elemento della tabella è di 4 byte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azzerare il bit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tabelle cominciano all'indirizzo 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xor t1, t1, t4 dà zero esattamente quando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vale zero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vale zero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e t4 sono uguali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e t4 sono opposti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giocatore è nel gioco: un desiderio, una regola, un movimento, una ricompensa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e maschere, XOR come comparatore, una tabella come selettore: la logica trasformata in istruzioni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Manca: il verme non ha corpo, niente può andare storto, e il gioco non finisce mai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13 a 16 danno gli strumenti: macchine a stati, registri, la memoria come vettore, ciò che sopravvive allo spegnimento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3: un corpo che cresce, le collisioni, una schermata del titolo e un game over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2: la guida, il cibo e un punteggio</dc:title>
  <dc:subject>Lezione 12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