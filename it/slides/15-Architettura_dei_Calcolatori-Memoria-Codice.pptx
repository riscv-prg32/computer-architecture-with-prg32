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a63c37a-7936-693e-2415-9f505e08f6cc}">
          <p14:sldIdLst>
            <p14:sldId id="256"/>
            <p14:sldId id="257"/>
          </p14:sldIdLst>
        </p14:section>
        <p14:section name="Riscaldamento sulla macchina" id="{68a01ab5-0c9b-c101-918d-47746e9c154a}">
          <p14:sldIdLst>
            <p14:sldId id="258"/>
          </p14:sldIdLst>
        </p14:section>
        <p14:section name="La memoria centrale" id="{5e94a335-32a7-f009-1ff5-0c1415773c31}">
          <p14:sldIdLst>
            <p14:sldId id="259"/>
          </p14:sldIdLst>
        </p14:section>
        <p14:section name="Processore e memoria" id="{1b3b1ee3-05c1-7eb6-c3f9-410c8731187b}">
          <p14:sldIdLst>
            <p14:sldId id="260"/>
          </p14:sldIdLst>
        </p14:section>
        <p14:section name="Memoria e ingresso/uscita" id="{13bbb170-496d-62e7-fc51-da98d40b475c}">
          <p14:sldIdLst>
            <p14:sldId id="261"/>
          </p14:sldIdLst>
        </p14:section>
        <p14:section name="Il programma completo" id="{914a8e34-ed91-5956-70aa-f1ab7dd7330c}">
          <p14:sldIdLst>
            <p14:sldId id="262"/>
            <p14:sldId id="263"/>
            <p14:sldId id="264"/>
            <p14:sldId id="265"/>
            <p14:sldId id="266"/>
          </p14:sldIdLst>
        </p14:section>
        <p14:section name="Eseguire e provare" id="{827187fa-5de3-bc10-e1a3-7a36531c520e}">
          <p14:sldIdLst>
            <p14:sldId id="267"/>
            <p14:sldId id="268"/>
            <p14:sldId id="269"/>
            <p14:sldId id="270"/>
            <p14:sldId id="271"/>
          </p14:sldIdLst>
        </p14:section>
        <p14:section name="Esercizi" id="{51c53268-e1c5-de29-e13e-369b292fdcbc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15.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memorie e indirizzi; l'ordine little-endian; processore e memoria; l'I/O mappato in memoria.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~/arc12/code/l15.S;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~/arc12/code/l15.S;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è una parola che contiene 0x12345678. lw la carica tutta in t1. Poi tre istruzioni lbu caricano byte singoli, all'indirizzo della parola, a quell'indirizzo più 1 e più 3: danno 0x78, 0x56 e 0x12. Ne seguono due fatti. Una parola occupa quattro indirizzi consecutivi, perché la memoria si indirizza byte per byte. E il byte all'indirizzo più basso è il meno significativo: l'ordine little-endian. Aprite la vista della memoria di PRG32-QT all'indirizzo contenuto in t0 e vedrete 78 56 34 12.
DA COMPRENDERE OGGI: memorie e indirizzi.
Per il docente: Eseguirlo in PRG32-QT e aprire la vista della memoria all'indirizzo contenuto in t0: i byte compaiono come 78 56 34 12. La slide sull'ordine dei byte della Lezione 04 diventa un esperimento.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parola è allineata quando comincia a un indirizzo multiplo della propria dimensione: un multiplo di 4 per le parole di 32 bit. Una parola allineata si preleva con un solo accesso; una non allineata sta a cavallo di due parole di memoria. In RISC-V l'assemblatore allinea per voi i dati .word, e un load da un indirizzo disallineato è, secondo il processore, più lento oppure rifiutato. Il codice a destra mostra il caso tipico: dopo una stringa di sei byte, .balign 4 salta due byte perché la parola successiva sia allineata.
DA COMPRENDERE OGGI: memorie e indirizzi.
Per il docente: La presentazione originale: l'MC68000 non ammette parole non allineate, l'Intel x86 le ammette al costo di due accessi. La specifica RISC-V lascia la scelta all'implementazione: i programmi corretti tengono allineati i propri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sei passi di lw t1, 0(t0). La ALU calcola l'indirizzo e lo mette in MA. MA pilota il bus indirizzi. L'unità di controllo alza l'abilitazione alla lettura. La memoria decodifica l'indirizzo e mette la parola sul bus dati. Il dato viene catturato in MB. MB viene copiato in t1. Uno store è simmetrico: l'indirizzo va in MA, il dato in MB, si alza l'abilitazione alla scrittura, e la memoria memorizza ciò che trova sul bus dati. Il tempo di accesso è quello che trascorre tra il secondo e il quinto passo.
DA COMPRENDERE OGGI: processore e memoria.
Per il docente: Uno store, sw t1, 0(t0), è simmetrico: indirizzo in MA, dato in MB, abilitazione alla scrittura alzata, e la memoria cattura il dato. Il tempo di accesso è il tempo tra il passo 2 e il passo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mappa semplificata degli indirizzi dell'ESP32-C6. Gli indirizzi che cominciano con 0x4000 sono la ROM con il codice che avvia il chip; 0x4080 è la SRAM, dove viene caricata la vostra cartuccia; 0x4200 è la flash esterna con il firmware; 0x6000 sono i registri delle periferiche. Le stesse trentadue linee di indirizzo raggiungono tutto, e le stesse lw e sw fanno funzionare tutto. L'indirizzo della cartuccia visto nel debugger, 0x40800000, è l'inizio della RAM.
DA COMPRENDERE OGGI: l'I/O mappato in memoria.
Per il docente: Semplificato dal manuale tecnico dell'ESP32-C6; controllare il manuale prima di fare affidamento su un indirizzo. Il punto per gli studenti: le stesse trentadue linee di indirizzo raggiungono ROM, RAM, flash e ogni dispositivo, e le stesse lw e sw li fanno funzionare.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Calcolate linee di indirizzo, linee di dati e bit totali di una memoria di 4 KiB parole di 16 bit. Scrivete, in ordine di indirizzo, i byte memorizzati da una parola e da una stringa su una macchina little-endian. Elencate i passi di uno store sull'interfaccia processore-memoria. In PRG32-QT trovate il vostro contatore nella vista della memoria e guardatene cambiare i quattro byte. E memorizzate una parola, rileggetela come quattro byte, ricostruitela con scorrimenti e OR, e verificate che coincida.
Per il docente: 0xDEADBEEF: EF BE AD DE. "Ciao": 43 69 61 6F 00. Esercizio 5: slli di 8, 16 e 24, poi 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15: Memoria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15-Architettura_dei_Calcolatori-Memoria.pptx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15,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code/l15.S, 95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la stessa memoria come parola e come byte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value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word        t1 = 0x12345678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t2, 0(t0)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address A     t2 = 0x78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1(t0)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address A+1   t3 = 0x56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t4, 3(t0)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address A+3   t4 = 0x12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.word 0x12345678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di trentadue bit occupa quattro indirizzi consecutivi: la memoria si indirizza byte per byte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 all'indirizzo più basso è 0x78, il meno significativo: ordine little-endian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preleva quattro byte con una sola operazione; lbu ne preleva uno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che cosa è fatta una memoria, e che cosa accade tra processore e memoria quando si esegue lw?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Parole allineate e non allineate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8501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che comincia a un indirizzo multiplo della propria dimensione è allineata al confine di parola: multipli di 4 per le parole di 32 bit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0190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4209"/>
            <a:ext cx="546811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allineata si preleva con un solo accesso alla memoria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5539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87700"/>
            <a:ext cx="546811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non allineata sta a cavallo di due parole di memoria: servono due accessi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00888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941191"/>
            <a:ext cx="5468112" cy="147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RISC-V: l'assemblatore allinea per voi i dati .word, e le istruzioni devono essere sempre allineate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load o uno store a un indirizzo disallineato è, secondo il processore, eseguito più lentamente oppure rifiutato con un'eccezione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71309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645404"/>
            <a:ext cx="546811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direttiva .balign 4 forza l'allineamento dopo una stringa o un byte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4876495" cy="2194560"/>
          </a:xfrm>
          <a:prstGeom prst="roundRect">
            <a:avLst>
              <a:gd name="adj" fmla="val 3333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00200"/>
            <a:ext cx="4419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.asciz "PRG32"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 bytes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.balign 4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.word 0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aligned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Prelevare una parola: lw t1, 0(t0)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818440"/>
                <a:gridCol w="7456902"/>
                <a:gridCol w="281907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accade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l'indirizzo, t0 + 0, è calcolato dalla ALU e posto in MA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pilota il bus indirizzi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indirizzi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l'unità di controllo alza l'abilitazione alla lettura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 di controllo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memoria decodifica l'indirizzo e mette sul bus dati i quattro byte della parola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memoria, bus dati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dato sul bus dati viene catturato in MB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viene copiato nel registro di destinazione t1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è simmetrica: il dato va in MB, si alza l'abilitazione alla scrittura, e la memoria memorizza ciò che trova sul bus dati.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processore e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stanno le cose sull'ESP32-C6 (semplificato)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28135"/>
                <a:gridCol w="5638145"/>
                <a:gridCol w="27281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indirizzi cominciano con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c'è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Raggiunto con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0x4000...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ROM: il codice che avvia il chip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prelievo delle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0x4080...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SRAM: 512 KB per dati, stack e cartucce caricate in RAM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lw, sw, prelievo delle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0x4200...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esterna, vista attraverso una cache: firmware e costanti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lw, prelievo delle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0x6000...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delle periferiche: GPIO, SPI, I2S, timer, Wi-Fi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lw, sw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spazio di indirizzi per tutto. Scrivere con sw una parola in un registro di periferica è il modo in cui un programma RISC-V accende un pixel o legge un pulsante.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l'I/O mappato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(1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15: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l15.S: the same memory read as a word and as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five rows of lamps. The first is the word 0x12345678 read with lw.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other four are the bytes at addresses A, A+1, A+2, A+3 read with lbu: 0x78,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0x56, 0x34, 0x12. The lowest address holds the least significant byte: little-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endian.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l15.S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l15 --name l15 --out l15.prg32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l15_init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l15_update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l15_draw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(2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l15_draw: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value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word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prg32_console_hex32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(3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word: 0x12345678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byte number, 0 to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s0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A + s0: one byte further each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a0, 0(t0)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that address, zero-extended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s0,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s0,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a1, a1, t1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 * s0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60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60 + 24 * byte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(4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lamps32: show the 32 bits of a word as a row of lamps, bit 31 on the left.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= the word, a1 = y of the row.  A lamp is yellow for 1, grey for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lamps32: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a1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number, 0 on the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t0, 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t0, t0,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i shows bit 31 -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s0, t0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that bit down to bit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s2,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a0, a0,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16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16 + 9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(5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.word 0x12345678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68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cinque righe di lampade. La prima è la parola 0x12345678 letta con lw. Le altre quattro sono i byte agli indirizzi A, A+1, A+2, A+3 letti con lbu: 0x78, 0x56, 0x34, 0x12. L'indirizzo più basso contiene il byte meno significativo: little-endian.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8653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743450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l15 --name l15 --out l15.prg32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l15.prg32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l15 --name l15 --architecture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l15-qemu.prg32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l15-qemu.prg32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l15 --name l15 --architecture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l15-esp32c6.prg32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l15-esp32c6.prg32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l15;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memoria di 4 KiB parole di 16 bit: quante linee di indirizzo, quante linee di dati, quanti bit in tutto?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i byte memorizzati, in ordine di indirizzo, da .word 0xDEADBEEF e da .asciz "Ciao" su una macchina little-endian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Elencate i passi di sw t1, 8(t0) sull'interfaccia processore-memoria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trovate la vostra variabile contatore nella vista della memoria e guardatene cambiare i quattro byte frame dopo frame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Memorizzate una parola con sw e rileggetela con quattro istruzioni lbu; ricostruitela con scorrimenti e or e verificate che coincida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12 linee di indirizzo, 16 linee di dati, 65.536 bit. Su PRG32: il byte più basso del contatore cambia a ogni frame, il successivo ogni 256 frame.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La memoria: il codice</dc:title>
  <dc:subject>Lezione 15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