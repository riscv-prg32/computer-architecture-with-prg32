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8da52d9-77f7-93cc-db5d-5808c2436d47}">
          <p14:sldIdLst>
            <p14:sldId id="256"/>
            <p14:sldId id="257"/>
          </p14:sldIdLst>
        </p14:section>
        <p14:section name="Riscaldamento sulla macchina" id="{25da16ce-0b71-9797-991f-5575c951b276}">
          <p14:sldIdLst>
            <p14:sldId id="258"/>
          </p14:sldIdLst>
        </p14:section>
        <p14:section name="La memoria centrale" id="{00cb364b-7ae1-38ec-e059-0167c04b62c1}">
          <p14:sldIdLst>
            <p14:sldId id="259"/>
          </p14:sldIdLst>
        </p14:section>
        <p14:section name="Processore e memoria" id="{c53660f7-8f70-49f7-d77d-ec73c4f27fcc}">
          <p14:sldIdLst>
            <p14:sldId id="260"/>
          </p14:sldIdLst>
        </p14:section>
        <p14:section name="Memoria e ingresso/uscita" id="{705aedd3-1e26-7cba-0d77-b40027666b77}">
          <p14:sldIdLst>
            <p14:sldId id="261"/>
          </p14:sldIdLst>
        </p14:section>
        <p14:section name="Il programma completo" id="{ed60b93e-f948-0504-6369-52407a3c17b3}">
          <p14:sldIdLst>
            <p14:sldId id="262"/>
            <p14:sldId id="263"/>
            <p14:sldId id="264"/>
            <p14:sldId id="265"/>
            <p14:sldId id="266"/>
          </p14:sldIdLst>
        </p14:section>
        <p14:section name="Eseguire e provare" id="{1999e656-2bda-9820-8e5e-ab6d70f34f41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19a2c073-9a6a-1830-196d-6b0cc9801737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15.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è una parola che contiene 0x12345678. lw la carica tutta in t1. Poi tre istruzioni lbu caricano byte singoli, all'indirizzo della parola, a quell'indirizzo più 1 e più 3: danno 0x78, 0x56 e 0x12. Ne seguono due fatti. Una parola occupa quattro indirizzi consecutivi, perché la memoria si indirizza byte per byte. E il byte all'indirizzo più basso è il meno significativo: l'ordine little-endian. Aprite la vista della memoria di PRG32-QT all'indirizzo contenuto in t0 e vedrete 78 56 34 12.
DA COMPRENDERE OGGI: memorie e indirizzi.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propria dimensione: un multiplo di 4 per le parole di 32 bit. Una parola allineata si preleva con un solo accesso; una non allineata sta a cavallo di due parole di memoria. In RISC-V l'assemblatore allinea per voi i dati .word, e un load da un indirizzo disallineato è, secondo il processore, più lento oppure rifiutato. Il codice a destra mostra il caso tipico: dopo una stringa di sei byte, .balign 4 salta due byte perché la parola successiva sia allineata.
DA COMPRENDERE OGGI: memorie e indirizzi.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mette in MA. MA pilota il bus indirizzi. L'unità di controllo alza l'abilitazione alla lettura. La memoria decodifica l'indirizzo e mette la parola sul bus dati. Il dato viene catturato in MB. MB viene copiato in t1. Uno store è simmetrico: l'indirizzo va in MA, il dato in MB, si alza l'abilitazione alla scrittura, e la memoria memorizza ciò che trova sul bus dati. Il tempo di accesso è quello che trascorre tra il secondo e il quinto passo.
DA COMPRENDERE OGGI: processore e memoria.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sono la ROM con il codice che avvia il chip; 0x4080 è la SRAM, dove viene caricata la vostra cartuccia; 0x4200 è la flash esterna con il firmware; 0x6000 sono i registri delle periferiche. Le stesse trentadue linee di indirizzo raggiungono tutto, e le stesse lw e sw fanno funzionare tutto. L'indirizzo della cartuccia visto nel debugger, 0x40800000, è l'inizio della RAM.
DA COMPRENDERE OGGI: l'I/O mappato in memoria.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linee di indirizzo, linee di dati e bit totali di una memoria di 4 KiB parole di 16 bit. Scrivete, in ordine di indirizzo, i byte memorizzati da una parola e da una stringa su una macchina little-endian. Elencate i passi di uno store sull'interfaccia processore-memoria. In PRG32-QT trovate il vostro contatore nella vista della memoria e guardatene cambiare i quattro byte. E memorizzate una parola, rileggetela come quattro byte, ricostruitela con scorrimenti e OR, e verificate che coincida.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code/l15.S, 95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15: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l15.S: the same memory read as a word and as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five rows of lamps. The first is the word 0x12345678 read with lw.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other four are the bytes at addresses A, A+1, A+2, A+3 read with lbu: 0x78,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0x56, 0x34, 0x12. The lowest address holds the least significant byte: little-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endian.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l15 --name l15 --out l15.prg32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word: 0x12345678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number, 0 to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A + s0: one byte further each 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that address, zero-extended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t1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* s0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60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60 + 24 * byte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cinque righe di lampade. La prima è la parola 0x12345678 letta con lw. Le altre quattro sono i byte agli indirizzi A, A+1, A+2, A+3 letti con lbu: 0x78, 0x56, 0x34, 0x12. L'indirizzo più basso contiene il byte meno significativo: little-endian.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l15 --out l15.prg32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memoria: il codice</dc:title>
  <dc:subject>Lezione 15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