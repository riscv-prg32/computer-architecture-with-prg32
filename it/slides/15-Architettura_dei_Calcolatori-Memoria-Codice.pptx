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c2bfcf2-d593-f025-9cf6-430378bee019}">
          <p14:sldIdLst>
            <p14:sldId id="256"/>
            <p14:sldId id="257"/>
          </p14:sldIdLst>
        </p14:section>
        <p14:section name="I listati" id="{d9f9f8cb-b35c-7b00-9240-fd850458a811}">
          <p14:sldIdLst>
            <p14:sldId id="258"/>
            <p14:sldId id="259"/>
            <p14:sldId id="260"/>
            <p14:sldId id="261"/>
          </p14:sldIdLst>
        </p14:section>
        <p14:section name="Il programma completo" id="{d84a9f7a-fc19-b943-daab-e5962a96c1b8}">
          <p14:sldIdLst>
            <p14:sldId id="262"/>
            <p14:sldId id="263"/>
            <p14:sldId id="264"/>
            <p14:sldId id="265"/>
            <p14:sldId id="266"/>
          </p14:sldIdLst>
        </p14:section>
        <p14:section name="Eseguire e provare" id="{e8b3bc02-4d12-fb6e-30ab-12a36842da64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dc15fcdf-c9fd-58bd-3023-e9494206dfb2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15.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~/arc12/code/l15.S;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~/arc12/code/l15.S;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è una parola che contiene 0x12345678. lw la carica tutta in t1. Poi tre istruzioni lbu caricano byte singoli, all'indirizzo della parola, a quell'indirizzo più 1 e più 3: danno 0x78, 0x56 e 0x12. Ne seguono due fatti. Una parola occupa quattro indirizzi consecutivi, perché la memoria si indirizza byte per byte. E il byte all'indirizzo più basso è il meno significativo: l'ordine little-endian. Aprite la vista della memoria di PRG32-QT all'indirizzo contenuto in t0 e vedrete 78 56 34 12.
Per il docente: Eseguirlo in PRG32-QT e aprire la vista della memoria all'indirizzo contenuto in t0: i byte compaiono come 78 56 34 12. La slide sull'ordine dei byte della Lezione 04 diventa un esperimento.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parola è allineata quando comincia a un indirizzo multiplo della propria dimensione: un multiplo di 4 per le parole di 32 bit. Una parola allineata si preleva con un solo accesso; una non allineata sta a cavallo di due parole di memoria. In RISC-V l'assemblatore allinea per voi i dati .word, e un load da un indirizzo disallineato è, secondo il processore, più lento oppure rifiutato. Il codice a destra mostra il caso tipico: dopo una stringa di sei byte, .balign 4 salta due byte perché la parola successiva sia allineata.
Per il docente: La presentazione originale: l'MC68000 non ammette parole non allineate, l'Intel x86 le ammette al costo di due accessi. La specifica RISC-V lascia la scelta all'implementazione: i programmi corretti tengono allineati i propri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sei passi di lw t1, 0(t0). La ALU calcola l'indirizzo e lo mette in MA. MA pilota il bus indirizzi. L'unità di controllo alza l'abilitazione alla lettura. La memoria decodifica l'indirizzo e mette la parola sul bus dati. Il dato viene catturato in MB. MB viene copiato in t1. Uno store è simmetrico: l'indirizzo va in MA, il dato in MB, si alza l'abilitazione alla scrittura, e la memoria memorizza ciò che trova sul bus dati. Il tempo di accesso è quello che trascorre tra il secondo e il quinto passo.
Per il docente: Uno store, sw t1, 0(t0), è simmetrico: indirizzo in MA, dato in MB, abilitazione alla scrittura alzata, e la memoria cattura il dato. Il tempo di accesso è il tempo tra il passo 2 e il passo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semplificata degli indirizzi dell'ESP32-C6. Gli indirizzi che cominciano con 0x4000 sono la ROM con il codice che avvia il chip; 0x4080 è la SRAM, dove viene caricata la vostra cartuccia; 0x4200 è la flash esterna con il firmware; 0x6000 sono i registri delle periferiche. Le stesse trentadue linee di indirizzo raggiungono tutto, e le stesse lw e sw fanno funzionare tutto. L'indirizzo della cartuccia visto nel debugger, 0x40800000, è l'inizio della RAM.
Per il docente: Semplificato dal manuale tecnico dell'ESP32-C6; controllare il manuale prima di fare affidamento su un indirizzo. Il punto per gli studenti: le stesse trentadue linee di indirizzo raggiungono ROM, RAM, flash e ogni dispositivo, e le stesse lw e sw li fanno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Calcolate linee di indirizzo, linee di dati e bit totali di una memoria di 4 KiB parole di 16 bit. Scrivete, in ordine di indirizzo, i byte memorizzati da una parola e da una stringa su una macchina little-endian. Elencate i passi di uno store sull'interfaccia processore-memoria. In PRG32-QT trovate il vostro contatore nella vista della memoria e guardatene cambiare i quattro byte. E memorizzate una parola, rileggetela come quattro byte, ricostruitela con scorrimenti e OR, e verificate che coincida.
Per il docente: 0xDEADBEEF: EF BE AD DE. "Ciao": 43 69 61 6F 00. Esercizio 5: slli di 8, 16 e 24, poi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15,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code/l15.S, 95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stessa memoria come parola e come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        t1 = 0x12345678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t2,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     t2 = 0x78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1(t0)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A+1   t3 = 0x56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3(t0)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A+3   t4 = 0x12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trentadue bit occupa quattro indirizzi consecutivi: la memoria si indirizza byte per byte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all'indirizzo più basso è 0x78, il meno significativo: ordine little-endian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preleva quattro byte con una sola operazione; lbu ne preleva uno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che cosa è fatta una memoria, e che cosa accade tra processore e memoria quando si esegue lw?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allineate e non allineate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che comincia a un indirizzo multiplo della propria dimensione è allineata al confine di parola: multipli di 4 per le parole di 32 bit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501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4209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allineata si preleva con un solo accesso alla memoria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553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87700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non allineata sta a cavallo di due parole di memoria: servono due accessi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0088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41191"/>
            <a:ext cx="5468112" cy="147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RISC-V: l'assemblatore allinea per voi i dati .word, e le istruzioni devono essere sempre allineate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load o uno store a un indirizzo disallineato è, secondo il processore, eseguito più lentamente oppure rifiutato con un'eccezione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645404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direttiva .balign 4 forza l'allineamento dopo una stringa o un byte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2194560"/>
          </a:xfrm>
          <a:prstGeom prst="roundRect">
            <a:avLst>
              <a:gd name="adj" fmla="val 333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 .asciz "PRG32"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 bytes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.balign 4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skip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aligned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Prelevare una parola: lw t1, 0(t0)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7456902"/>
                <a:gridCol w="28190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l'indirizzo, t0 + 0, è calcolato dalla ALU e posto in 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 pilota il 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l'unità di controllo alza l'abilitazione alla lettura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linee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decodifica l'indirizzo e mette sul bus dati i quattro byte della parola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memoria,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dato sul bus dati viene catturato in MB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 viene copiato nel registro di destinazione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 è simmetrica: il dato va in MB, si alza l'abilitazione alla scrittura, e la memoria memorizza ciò che trova sul bus dati.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stanno le cose sull'ESP32-C6 (semplificato)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5638145"/>
                <a:gridCol w="272813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indirizzi cominciano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c'è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Raggiunto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ROM: il codice che avvia il chip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0x4080...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SRAM: 512 KB per dati, stack e cartucce caricate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0x4200...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esterna, vista attraverso una cache: firmware e costanti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0x6000...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delle periferiche: GPIO, SPI, I2S, timer, Wi-Fi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spazio di indirizzi per tutto. Scrivere con sw una parola in un registro di periferica è il modo in cui un programma RISC-V accende un pixel o legge un pulsante.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15: Memory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l15.S: the same memory read as a word and as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five rows of lamps. The first is the word 0x12345678 read with lw.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other four are the bytes at addresses A, A+1, A+2, A+3 read with lbu: 0x78,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0x56, 0x34, 0x12. The lowest address holds the least significant byte: little-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endian.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l15.S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l15 --name l15 --out l15.prg32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prg32_console_hex32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word: 0x12345678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byte number, 0 to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s0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A + s0: one byte further each time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that address, zero-extended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s0,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a1, a1, t1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24 * s0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60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60 + 24 * byte number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68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cinque righe di lampade. La prima è la parola 0x12345678 letta con lw. Le altre quattro sono i byte agli indirizzi A, A+1, A+2, A+3 letti con lbu: 0x78, 0x56, 0x34, 0x12. L'indirizzo più basso contiene il byte meno significativo: little-endian.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8653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743450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l15 --out l15.prg32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l15.prg32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l15-esp32c6.prg32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l15-esp32c6.prg32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l15;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di 4 KiB parole di 16 bit: quante linee di indirizzo, quante linee di dati, quanti bit in tutto?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i byte memorizzati, in ordine di indirizzo, da .word 0xDEADBEEF e da .asciz "Ciao" su una macchina little-endian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Elencate i passi di sw t1, 8(t0) sull'interfaccia processore-memoria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trovate la vostra variabile contatore nella vista della memoria e guardatene cambiare i quattro byte frame dopo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Memorizzate una parola con sw e rileggetela con quattro istruzioni lbu; ricostruitela con scorrimenti e or e verificate che coincida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12 linee di indirizzo, 16 linee di dati, 65.536 bit. Su PRG32: il byte più basso del contatore cambia a ogni frame, il successivo ogni 256 frame.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memoria: il codice</dc:title>
  <dc:subject>Lezione 15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