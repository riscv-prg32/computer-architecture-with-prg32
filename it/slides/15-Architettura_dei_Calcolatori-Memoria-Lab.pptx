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c9a2ec6-268f-1db9-723b-55590a04a055}">
          <p14:sldIdLst>
            <p14:sldId id="256"/>
            <p14:sldId id="257"/>
          </p14:sldIdLst>
        </p14:section>
        <p14:section name="Riscaldamento sulla macchina" id="{27afa10c-2b85-6a0e-73bc-f1d0fa079012}">
          <p14:sldIdLst>
            <p14:sldId id="258"/>
          </p14:sldIdLst>
        </p14:section>
        <p14:section name="La memoria centrale" id="{7fa8f15a-505d-83c1-d997-ac35ff736034}">
          <p14:sldIdLst>
            <p14:sldId id="259"/>
          </p14:sldIdLst>
        </p14:section>
        <p14:section name="Processore e memoria" id="{2e371f99-8061-68ea-910f-ab3757fbbe26}">
          <p14:sldIdLst>
            <p14:sldId id="260"/>
          </p14:sldIdLst>
        </p14:section>
        <p14:section name="Memoria e ingresso/uscita" id="{5f602651-794b-e990-8475-3d20b83d32ac}">
          <p14:sldIdLst>
            <p14:sldId id="261"/>
          </p14:sldIdLst>
        </p14:section>
        <p14:section name="Il programma completo" id="{cc77fd2c-34d5-5557-39c3-e9f2c5c25f7d}">
          <p14:sldIdLst>
            <p14:sldId id="262"/>
            <p14:sldId id="263"/>
            <p14:sldId id="264"/>
            <p14:sldId id="265"/>
            <p14:sldId id="266"/>
          </p14:sldIdLst>
        </p14:section>
        <p14:section name="Eseguire e provare" id="{9772487d-4e21-47db-6cf0-1b2fe9682cc6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9c6f4de7-8d90-de72-4212-39999ad3dd7d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15.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value è una parola che contiene 0x12345678. lw la carica tutta in t1; tre istruzioni lbu caricano poi singoli byte all'indirizzo della parola e a quell'indirizzo più 1 e più 3, ottenendo 0x78, 0x56 e 0x12. Ne seguono due fatti. Una parola occupa quattro indirizzi consecutivi, perché la memoria è indirizzata byte per byte. E il byte all'indirizzo più basso è il meno significativo, cioè l'ordine little-endian. Aprendo la vista della memoria di PRG32-QT all'indirizzo contenuto in t0 si vede 78 56 34 12, così la slide sull'ordine dei byte della Lezione 04 diventa un'osservazione.
DA COMPRENDERE OGGI: memorie e indirizzi.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sua dimensione, multiplo di 4 per le parole a 32 bit. Una parola allineata si preleva con un solo accesso; una non allineata si trova a cavallo di due parole di memoria. In RISC-V l'assemblatore allinea automaticamente i dati .word, e un caricamento da un indirizzo non allineato è, a seconda dell'implementazione, più lento o rifiutato del tutto; la specifica lascia la scelta all'implementatore, e i programmi corretti tengono allineati i propri dati. Il codice a destra mostra il caso tipico: dopo una stringa di sei byte, .balign 4 salta due byte così che la parola seguente sia allineata.
DA COMPRENDERE OGGI: memorie e indirizzi.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pone in MA. MA pilota il bus indirizzi. L'unità di controllo attiva read enable. La memoria decodifica l'indirizzo e pone la parola sul bus dati. Il dato viene catturato in MB. MB viene copiato in t1. Una memorizzazione è simmetrica: l'indirizzo va in MA, il dato in MB, si attiva write enable, e la memoria memorizza ciò che trova sul bus dati. Il tempo di accesso è l'intervallo tra il secondo e il quinto passo, e la Lezione 19 colloca questi passi dentro il ciclo del processore.
DA COMPRENDERE OGGI: processore e memoria.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contengono la ROM con il codice di avvio; 0x4080 è la SRAM, in cui viene caricata la cartuccia; 0x4200 è la flash esterna che contiene il firmware; 0x6000 sono i registri delle periferiche. Le stesse trentadue linee di indirizzo raggiungono tutto, e le stesse lw e sw comandano tutto, il che è l'I/O mappato in memoria in forma concreta. L'indirizzo della cartuccia visto nel debugger, 0x40800000, è l'inizio della RAM.
DA COMPRENDERE OGGI: l'I/O mappato in memoria.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le linee di indirizzo, le linee di dato e il numero totale di bit di una memoria di 4 Ki parole da 16 bit. Scrivere, in ordine di indirizzo crescente, i byte memorizzati per una parola e per una stringa su una macchina little-endian. Elencare i passi di una memorizzazione sull'interfaccia processore-memoria. In PRG32-QT, individuare il contatore nella vista della memoria e osservarne cambiare i quattro byte. E memorizzare una parola, rileggerla come quattro byte, ricostruirla con scorrimenti e OR, e verificare che il risultato coincida: un esercizio che unisce l'ordine dei byte di questa lezione alle operazioni bit a bit della Lezione 08.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code/l15.S, 95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15: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l15.S: the same memory read as a word and as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five rows of lamps. The first is the word 0x12345678 read with lw.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other four are the bytes at addresses A, A+1, A+2, A+3 read with lbu: 0x78,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0x56, 0x34, 0x12. The lowest address holds the least significant byte: little-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endian.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l15 --name l15 --out l15.prg32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word: 0x12345678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number, 0 to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A + s0: one byte further each 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that address, zero-extended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t1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* s0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60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60 + 24 * byte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cinque righe di lampade. La prima è la parola 0x12345678 letta con lw. Le altre quattro sono i byte agli indirizzi A, A+1, A+2, A+3 letti con lbu: 0x78, 0x56, 0x34, 0x12. L'indirizzo più basso contiene il byte meno significativo: little-endian.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l15 --out l15.prg32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memoria: il codice</dc:title>
  <dc:subject>Lezione 15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