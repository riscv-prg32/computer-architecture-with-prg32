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691a169a-8e68-5a3a-ac6d-99bdb94c8ef6}">
          <p14:sldIdLst>
            <p14:sldId id="256"/>
            <p14:sldId id="257"/>
          </p14:sldIdLst>
        </p14:section>
        <p14:section name="Riscaldamento sulla macchina" id="{662cc434-f2a5-80b8-c32f-06d5b943ddb1}">
          <p14:sldIdLst>
            <p14:sldId id="258"/>
          </p14:sldIdLst>
        </p14:section>
        <p14:section name="La memoria centrale" id="{19882dc0-990c-1cde-ba86-e99b78007234}">
          <p14:sldIdLst>
            <p14:sldId id="259"/>
          </p14:sldIdLst>
        </p14:section>
        <p14:section name="Processore e memoria" id="{eb07fedf-220c-0de3-0f3e-7abc82ce1893}">
          <p14:sldIdLst>
            <p14:sldId id="260"/>
          </p14:sldIdLst>
        </p14:section>
        <p14:section name="Memoria e ingresso/uscita" id="{03a98a11-9073-1830-8ea8-33a4cf395e7b}">
          <p14:sldIdLst>
            <p14:sldId id="261"/>
          </p14:sldIdLst>
        </p14:section>
        <p14:section name="Il programma completo" id="{e5d1b488-3f98-4236-d242-e793cb280e7f}">
          <p14:sldIdLst>
            <p14:sldId id="262"/>
            <p14:sldId id="263"/>
            <p14:sldId id="264"/>
            <p14:sldId id="265"/>
            <p14:sldId id="266"/>
          </p14:sldIdLst>
        </p14:section>
        <p14:section name="Eseguire e provare" id="{af680e2d-642b-d560-8e25-77047a984ba1}">
          <p14:sldIdLst>
            <p14:sldId id="267"/>
            <p14:sldId id="268"/>
            <p14:sldId id="269"/>
            <p14:sldId id="270"/>
            <p14:sldId id="271"/>
          </p14:sldIdLst>
        </p14:section>
        <p14:section name="Esercizi" id="{21c5df77-4e55-2022-96ca-b715f228ae51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15.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memorie e indirizzi; l'ordine little-endian; processore e memoria; l'I/O mappato in memoria.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~/arc12/code/l15.S;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~/arc12/code/l15.S;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value è una parola che contiene 0x12345678. lw la carica tutta in t1; tre istruzioni lbu caricano poi singoli byte all'indirizzo della parola e a quell'indirizzo più 1 e più 3, ottenendo 0x78, 0x56 e 0x12. Ne seguono due fatti. Una parola occupa quattro indirizzi consecutivi, perché la memoria è indirizzata byte per byte. E il byte all'indirizzo più basso è il meno significativo, cioè l'ordine little-endian. Aprendo la vista della memoria di PRG32-QT all'indirizzo contenuto in t0 si vede 78 56 34 12, così la slide sull'ordine dei byte della Lezione 04 diventa un'osservazione.
DA COMPRENDERE OGGI: memorie e indirizzi.
Per il docente: Eseguirlo in PRG32-QT e aprire la vista della memoria all'indirizzo contenuto in t0: i byte compaiono come 78 56 34 12. La slide sull'ordine dei byte della Lezione 04 diventa un esperimento.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parola è allineata quando comincia a un indirizzo multiplo della sua dimensione, multiplo di 4 per le parole a 32 bit. Una parola allineata si preleva con un solo accesso; una non allineata si trova a cavallo di due parole di memoria. In RISC-V l'assemblatore allinea automaticamente i dati .word, e un caricamento da un indirizzo non allineato è, a seconda dell'implementazione, più lento o rifiutato del tutto; la specifica lascia la scelta all'implementatore, e i programmi corretti tengono allineati i propri dati. Il codice a destra mostra il caso tipico: dopo una stringa di sei byte, .balign 4 salta due byte così che la parola seguente sia allineata.
DA COMPRENDERE OGGI: memorie e indirizzi.
Per il docente: La presentazione originale: l'MC68000 non ammette parole non allineate, l'Intel x86 le ammette al costo di due accessi. La specifica RISC-V lascia la scelta all'implementazione: i programmi corretti tengono allineati i propri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sei passi di lw t1, 0(t0). La ALU calcola l'indirizzo e lo pone in MA. MA pilota il bus indirizzi. L'unità di controllo attiva read enable. La memoria decodifica l'indirizzo e pone la parola sul bus dati. Il dato viene catturato in MB. MB viene copiato in t1. Una memorizzazione è simmetrica: l'indirizzo va in MA, il dato in MB, si attiva write enable, e la memoria memorizza ciò che trova sul bus dati. Il tempo di accesso è l'intervallo tra il secondo e il quinto passo, e la Lezione 19 colloca questi passi dentro il ciclo del processore.
DA COMPRENDERE OGGI: processore e memoria.
Per il docente: Uno store, sw t1, 0(t0), è simmetrico: indirizzo in MA, dato in MB, abilitazione alla scrittura alzata, e la memoria cattura il dato. Il tempo di accesso è il tempo tra il passo 2 e il passo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mappa semplificata degli indirizzi dell'ESP32-C6. Gli indirizzi che cominciano con 0x4000 contengono la ROM con il codice di avvio; 0x4080 è la SRAM, in cui viene caricata la cartuccia; 0x4200 è la flash esterna che contiene il firmware; 0x6000 sono i registri delle periferiche. Le stesse trentadue linee di indirizzo raggiungono tutto, e le stesse lw e sw comandano tutto, il che è l'I/O mappato in memoria in forma concreta. L'indirizzo della cartuccia visto nel debugger, 0x40800000, è l'inizio della RAM.
DA COMPRENDERE OGGI: l'I/O mappato in memoria.
Per il docente: Semplificato dal manuale tecnico dell'ESP32-C6; controllare il manuale prima di fare affidamento su un indirizzo. Il punto per gli studenti: le stesse trentadue linee di indirizzo raggiungono ROM, RAM, flash e ogni dispositivo, e le stesse lw e sw li fanno funzionare.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code/l15.S,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Calcolare le linee di indirizzo, le linee di dato e il numero totale di bit di una memoria di 4 Ki parole da 16 bit. Scrivere, in ordine di indirizzo crescente, i byte memorizzati per una parola e per una stringa su una macchina little-endian. Elencare i passi di una memorizzazione sull'interfaccia processore-memoria. In PRG32-QT, individuare il contatore nella vista della memoria e osservarne cambiare i quattro byte. E memorizzare una parola, rileggerla come quattro byte, ricostruirla con scorrimenti e OR, e verificare che il risultato coincida: un esercizio che unisce l'ordine dei byte di questa lezione alle operazioni bit a bit della Lezione 08.
Per il docente: 0xDEADBEEF: EF BE AD DE. "Ciao": 43 69 61 6F 00. Esercizio 5: slli di 8, 16 e 24, poi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15: Memoria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15-Architettura_dei_Calcolatori-Memoria.pptx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15,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code/l15.S, 95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la stessa memoria come parola e come byte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        t1 = 0x12345678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t2,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     t2 = 0x78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1(t0)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A+1   t3 = 0x56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t4, 3(t0)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address A+3   t4 = 0x12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.word 0x12345678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di trentadue bit occupa quattro indirizzi consecutivi: la memoria si indirizza byte per byte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byte all'indirizzo più basso è 0x78, il meno significativo: ordine little-endian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preleva quattro byte con una sola operazione; lbu ne preleva uno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che cosa è fatta una memoria, e che cosa accade tra processore e memoria quando si esegue lw?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Parole allineate e non allineate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8501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79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che comincia a un indirizzo multiplo della propria dimensione è allineata al confine di parola: multipli di 4 per le parole di 32 bit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0190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4209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allineata si preleva con un solo accesso alla memoria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553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87700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non allineata sta a cavallo di due parole di memoria: servono due accessi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00888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941191"/>
            <a:ext cx="5468112" cy="147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RISC-V: l'assemblatore allinea per voi i dati .word, e le istruzioni devono essere sempre allineate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load o uno store a un indirizzo disallineato è, secondo il processore, eseguito più lentamente oppure rifiutato con un'eccezione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71309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645404"/>
            <a:ext cx="5468112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direttiva .balign 4 forza l'allineamento dopo una stringa o un byte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4876495" cy="2194560"/>
          </a:xfrm>
          <a:prstGeom prst="roundRect">
            <a:avLst>
              <a:gd name="adj" fmla="val 333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00200"/>
            <a:ext cx="4419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.asciz "PRG32"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 bytes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.balign 4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.word 0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aligned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85963" y="91440"/>
            <a:ext cx="3657092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96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3979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70011" y="91440"/>
            <a:ext cx="3236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memorie e indirizzi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Prelevare una parola: lw t1, 0(t0)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818440"/>
                <a:gridCol w="7456902"/>
                <a:gridCol w="281907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accade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l'indirizzo, t0 + 0, è calcolato dalla ALU e posto in MA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pilota il bus indirizzi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indirizzi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l'unità di controllo alza l'abilitazione alla lettura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 di controllo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memoria decodifica l'indirizzo e mette sul bus dati i quattro byte della parola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memoria, bus dati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dato sul bus dati viene catturato in MB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 viene copiato nel registro di destinazione t1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è simmetrica: il dato va in MB, si alza l'abilitazione alla scrittura, e la memoria memorizza ciò che trova sul bus dati.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processore e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stanno le cose sull'ESP32-C6 (semplificato)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28135"/>
                <a:gridCol w="5638145"/>
                <a:gridCol w="27281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indirizzi cominciano con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c'è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Raggiunto con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0x4000...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ROM: il codice che avvia il chip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0x4080...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SRAM: 512 KB per dati, stack e cartucce caricate in RAM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sw, 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0x4200...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esterna, vista attraverso una cache: firmware e costanti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prelievo delle istruzioni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0x6000...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delle periferiche: GPIO, SPI, I2S, timer, Wi-Fi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lw, sw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spazio di indirizzi per tutto. Scrivere con sw una parola in un registro di periferica è il modo in cui un programma RISC-V accende un pixel o legge un pulsante.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l'I/O mappato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(1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15: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l15.S: the same memory read as a word and as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five rows of lamps. The first is the word 0x12345678 read with lw.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other four are the bytes at addresses A, A+1, A+2, A+3 read with lbu: 0x78,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0x56, 0x34, 0x12. The lowest address holds the least significant byte: little-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endian.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l15.S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l15 --name l15 --out l15.prg32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l15_draw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(2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prg32_console_hex32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(3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word: 0x12345678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byte number, 0 to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s0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A + s0: one byte further each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at that address, zero-extended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s0,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a1, a1, t1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 * s0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60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60 + 24 * byte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(4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lamps32: show the 32 bits of a word as a row of lamps, bit 31 on the left.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= the word, a1 = y of the row.  A lamp is yellow for 1, grey for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lamps32: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a1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number, 0 on the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t0, 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i shows bit 31 -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s0, t0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that bit down to bit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s2,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a0, a0,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16 + 9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l15.S (5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.word 0x12345678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cinque righe di lampade. La prima è la parola 0x12345678 letta con lw. Le altre quattro sono i byte agli indirizzi A, A+1, A+2, A+3 letti con lbu: 0x78, 0x56, 0x34, 0x12. L'indirizzo più basso contiene il byte meno significativo: little-endian.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8653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743450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l15 --out l15.prg32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l15.prg32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l15-qemu.prg32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~/arc12/code/l15.S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l15 --name l15 --architecture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l15-esp32c6.prg32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l15-esp32c6.prg32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l15;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memoria di 4 KiB parole di 16 bit: quante linee di indirizzo, quante linee di dati, quanti bit in tutto?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i byte memorizzati, in ordine di indirizzo, da .word 0xDEADBEEF e da .asciz "Ciao" su una macchina little-endian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Elencate i passi di sw t1, 8(t0) sull'interfaccia processore-memoria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trovate la vostra variabile contatore nella vista della memoria e guardatene cambiare i quattro byte frame dopo frame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Memorizzate una parola con sw e rileggetela con quattro istruzioni lbu; ricostruitela con scorrimenti e or e verificate che coincida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12 linee di indirizzo, 16 linee di dati, 65.536 bit. Su PRG32: il byte più basso del contatore cambia a ogni frame, il successivo ogni 256 frame.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La memoria: il codice</dc:title>
  <dc:subject>Lezione 15</dc:subject>
  <dc:creator>Raffaele Montella</dc:creator>
  <cp:lastModifiedBy>Raffaele Montella</cp:lastModifiedBy>
  <cp:revision>1</cp:revision>
  <dcterms:created xsi:type="dcterms:W3CDTF">2026-10-16T23:36:45Z</dcterms:created>
  <dcterms:modified xsi:type="dcterms:W3CDTF">2026-10-16T23:36:45Z</dcterms:modified>
</cp:coreProperties>
</file>