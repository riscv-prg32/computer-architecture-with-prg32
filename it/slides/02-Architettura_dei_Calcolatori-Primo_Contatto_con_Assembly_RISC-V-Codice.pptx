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d5345181-a889-797a-738d-107c0df36ca7}">
          <p14:sldIdLst>
            <p14:sldId id="256"/>
            <p14:sldId id="257"/>
          </p14:sldIdLst>
        </p14:section>
        <p14:section name="La prima cartuccia" id="{a7bc4049-eb92-585c-95d4-13b43c0dac80}">
          <p14:sldIdLst>
            <p14:sldId id="258"/>
            <p14:sldId id="259"/>
            <p14:sldId id="260"/>
            <p14:sldId id="261"/>
            <p14:sldId id="262"/>
          </p14:sldIdLst>
        </p14:section>
        <p14:section name="Il programma completo" id="{d47412f9-578b-0d40-dc6a-8a0ec21eba5b}">
          <p14:sldIdLst>
            <p14:sldId id="263"/>
            <p14:sldId id="264"/>
            <p14:sldId id="265"/>
          </p14:sldIdLst>
        </p14:section>
        <p14:section name="Eseguire e provare" id="{fbaf653c-7d9f-3ab5-ffdb-fdd21ab54d5b}">
          <p14:sldIdLst>
            <p14:sldId id="266"/>
            <p14:sldId id="267"/>
            <p14:sldId id="268"/>
            <p14:sldId id="269"/>
            <p14:sldId id="270"/>
          </p14:sldIdLst>
        </p14:section>
        <p14:section name="Esercizi" id="{4c66db82-20b5-6665-cf3e-dae3f0d6121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02. La presentazione della lezione contiene i concetti; questa contiene tutto ciò che si scrive e si esegue: i listati con la loro spiegazione, il programma completo, che cosa mostra, e il modo di provarlo su ciascuno dei tre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~/arc12/code/l02.S; tools/tests/cartridges/run.py lo compila, lo esegue su PRG32-QT con ingressi programmati e controlla i pixel del frame.
Per il docente: Procurarsi il codice una volta: git clone https://github.com/riscv-prg32/computer-architecture-with-prg32 ~/arc12. Il programma di questa lezione è ~/arc12/code/l02.S;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più piccolo programma che gira. .option norelax è una riga con cui comincia ogni esempio PRG32: rende prevedibile la disposizione della cartuccia. .section .text dice che segue del codice. Ogni .global rende un'etichetta visibile fuori dal file, così il firmware può trovare la funzione per nome. Poi tre funzioni, ciascuna fatta della sola istruzione ret, che ritorna al chiamante. Il risultato è uno schermo nero, ed è un successo: il framework ha trovato le vostre tre funzioni, le ha chiamate, e ha riavuto il controllo.
Per il docente: Sorgente: labs/05-asm-first-contact/step1_skeleton.S. Risultato atteso: uno schermo nero. Il risultato è che il framework ha trovato le tre funzioni, le ha chiamate, ed è sopravvissuto.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comandi che batterete centinaia di volte. cartridge build trasforma il file assembly in una cartuccia: --entry-prefix first è il prefisso delle vostre tre funzioni, --out il nome del risultato. Poi la si esegue: in QEMU con qemu upload e qemu run, oppure su una scheda o su PRG32-QT con upload-and-run e l'indirizzo dell'host. Per PRG32-QT sul vostro portatile l'indirizzo è http://localhost:8080. Il file della cartuccia è lo stesso per tutti e tre.
Per il docente: Sorgente: labs/run.sh. Con PRG32_HOME impostata, l'intera sequenza è: labs/run.sh 05-asm-first-contact/step1_skeleton.S first . Il file della cartuccia è identico byte per byte per QEMU, per la scheda e per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passo scrive sullo schermo. Leggete first_draw in tre parti. Le prime due righe fanno spazio sullo stack e salvano ra. Poi due chiamate: prg32_gfx_clear con il colore in a0, e prg32_gfx_text8 con cinque argomenti da a0 ad a4: x, y, l'indirizzo della stringa, colore del testo, colore dello sfondo. Notate i due modi di caricare: li carica un numero, la carica l'indirizzo di un'etichetta. Le ultime tre righe ripristinano ra, rilasciano lo stack e ritornano. La stringa è un dato, nella sezione .rodata.
Per il docente: Sorgente: labs/05-asm-first-contact/step2_hello.S. Le righe .equ (BLACK 0x0000, WHITE 0xffff) sono omesse sulla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passo conserva un valore da un frame al successivo. I registri non sopravvivono tra una chiamata di update e l'altra, quindi il valore deve vivere in memoria. counter è un'etichetta: dà un nome a una locazione della sezione .data che contiene una parola. Le quattro istruzioni sono lo schema di ogni variabile: la mette in t0 l'indirizzo della locazione; lw carica in t1 il valore; addi lo modifica; sw lo riscrive. Load, modify, store. Sullo schermo non cambia ancora nulla: il contatore avanza, ma nessuno lo disegna.
Per il docente: Sorgente: labs/05-asm-first-contact/step3_counter.S. Non cambia ancora nulla di visibile: il contatore avanza ma nessuno lo disegna. Chiedere all'aula come si potrebbe dimostrare che avanza (risposta: il debugger di PRG32-QT, oppure il passo successivo).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passo rende visibile il contatore come una barra verde. Il valore viene caricato, e andi a2, t1, 255 ne conserva solo gli otto bit bassi, così la larghezza va da 0 a 255 e poi ricomincia. Gli altri registri sono gli argomenti di prg32_gfx_rect: x, y, larghezza, altezza e colore. Otto righe, e vi si nascondono tre lezioni future: 255 scritto come 0xFF, andi usato come maschera, e 0x07e0 che significa verde. Ricordate dove li avete visti per la prima volta.
Per il docente: Sorgente: labs/05-asm-first-contact/step4_bar.S (le righe aggiunte a first_draw). In queste otto righe si nascondono tre lezioni future: 255 = 0xFF (notazione posizionale), andi come maschera di bit (algebra di Boole), 0x07e0 come colore (codifica dell'informazione).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sulla vostra cartuccia; ognuno è il seme di una lezione successiva. Cambiate il testo e il suo colore. Fate crescere la barra a velocità doppia o quadrupla cambiando una sola istruzione. Fatela accorciare, e osservate che cosa accade quando il contatore supera lo zero: la barra salta alla larghezza massima, e la Lezione 05 spiegherà perché. Eseguite first_update passo-passo e annotate i registri. Disegnate una seconda barra larga quanto il contatore modulo 64. Prima prevedete, poi eseguite.
Per il docente: Suggerimenti: addi t1, t1, 2 oppure slli prima di andi per l'esercizio 2; addi t1, t1, -1 per l'esercizio 3; andi a2, t1, 63 per l'esercizio 5. Ogni esercizio è il seme di una lezione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02-Architettura_dei_Calcolatori-Primo_Contatto_con_Assembly_RISC-V.pptx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5 listati della Lezione 02,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code/l02.S, 60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il più piccolo programma che gira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rende prevedibile la disposizione della cartuccia: ogni esempio PRG32 comincia così</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dice che ciò che segue è codice eseguibile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rende un'etichetta visibile al firmware, che trova le funzioni per nome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ritorna al chiamante: tre funzioni che non fanno nulla, correttamente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2: dire ciao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argomento va in a0, il secondo in a1, e così via. li carica un numero; la carica l'indirizzo di un'etichetta.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3: un valore che sopravvive tra i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è un'etichetta: dà un nome a una locazione di memoria, nella sezione .data, che contiene una parola di 32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mette in t0 l'INDIRIZZO di quella locazione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legge in t1 il VALORE a quell'indirizzo; sw lo riscrive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processore calcola solo nei registri: load, modify, store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4: rendere visibile il contatore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barra cresce da 0 a 255 pixel, poi ricomincia. andi con 255 conserva solo gli otto bit bassi del contatore.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(1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(2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(3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e, sotto, una barra verde che cresce di un pixel per frame e ricomincia a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Cambiate la stringa del titolo e il suo colore in giallo (0xffe0); eseguite di nuovo</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crescere la barra a velocità doppia, poi quadrupla, cambiando una sola istruzione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accorciare la barra invece di farla crescere. Che cosa accade quando il contatore supera lo zero?</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eseguite first_update passo-passo e annotate t0 e t1 dopo ogni istruzione</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una seconda barra, rossa, larga quanto il contatore modulo 64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Nell'esercizio 3 il contatore va a 0, poi a 0xFFFFFFFF: con andi 255 la barra salta a 255 e si accorcia. Conservate l'osservazione: la spiega la Lezione 05.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 il codice</dc:title>
  <dc:subject>Lezione 02</dc:subject>
  <dc:creator>Raffaele Montella</dc:creator>
  <cp:lastModifiedBy>Raffaele Montella</cp:lastModifiedBy>
  <cp:revision>1</cp:revision>
  <dcterms:created xsi:type="dcterms:W3CDTF">2026-10-13T10:41:32Z</dcterms:created>
  <dcterms:modified xsi:type="dcterms:W3CDTF">2026-10-13T10:41:32Z</dcterms:modified>
</cp:coreProperties>
</file>