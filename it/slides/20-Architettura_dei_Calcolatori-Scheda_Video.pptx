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294b48a-4b1f-f2e8-78f3-031df2268495}">
          <p14:sldIdLst>
            <p14:sldId id="256"/>
            <p14:sldId id="257"/>
          </p14:sldIdLst>
        </p14:section>
        <p14:section name="Periferiche e controller" id="{c955d170-a785-4c48-df9d-93769aadef81}">
          <p14:sldIdLst>
            <p14:sldId id="258"/>
            <p14:sldId id="259"/>
          </p14:sldIdLst>
        </p14:section>
        <p14:section name="I bus" id="{983b7f39-e774-0d34-55b0-1f2ce9ef5bef}">
          <p14:sldIdLst>
            <p14:sldId id="260"/>
            <p14:sldId id="261"/>
            <p14:sldId id="262"/>
          </p14:sldIdLst>
        </p14:section>
        <p14:section name="La scheda video" id="{b33a79f8-1cc7-0146-d024-b12ec41ba876}">
          <p14:sldIdLst>
            <p14:sldId id="263"/>
            <p14:sldId id="264"/>
            <p14:sldId id="265"/>
            <p14:sldId id="266"/>
            <p14:sldId id="267"/>
            <p14:sldId id="268"/>
            <p14:sldId id="269"/>
          </p14:sldIdLst>
        </p14:section>
        <p14:section name="GPU e GPGPU" id="{b4c9aa24-060f-387e-f303-487978caec0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rivolge a ciò che lo circonda. L'argomento è il percorso di un'immagine: da un numero in memoria a un punto di luce sullo schermo. Lungo la strada incontrate due idee generali, il controller di una periferica e il bus, e una macchina specifica, la scheda video, con il suo processore, la GPU. Il kit non ha alcuna scheda video, ed è un vantaggio: ogni passaggio che una scheda nasconderebbe è svolto da codice che potete leggere.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Spiegare che cos'è il controller di una periferica e perché i dispositivi vanno sincronizzati con il processore. Caratterizzare un bus per larghezza, velocità e velocità di trasferimento. Descrivere il compito di una scheda video: frame buffer, risoluzione, profondità di colore e interfaccia di uscita. Calcolare quanta memoria serve a un frame e quanto tempo occorre per inviarlo lungo un bus. E spiegare che cosa fa una GPU e che cosa significa usarla per il calcolo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Hanno un'autonomia limitata: il processore le controlla e le coordina. E lavorano in modo asincrono, al proprio ritmo, quindi servono meccanismi di sincronizzazione: per sapere quando è disponibile un dato in ingresso, e quando un dispositivo di uscita ha finito. Il terminale, lo strumento di interazione più comune, è in realtà due dispositivi indipendenti, una tastiera e un video; è il processore a copiare sul video ciò che arriva dalla tastiera.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in mezzo c'è un controller. Guardate lo schema: il processore e la memoria stanno sul bus, e così i controller; ogni controller ha il proprio dispositivo dall'altra parte. Il controller gestisce il dialogo con il dispositivo e presenta sul bus pochi registri, che il processore legge e scrive come memoria. Quando un'operazione termina, di solito alza un'interruzione, come nella lezione precedente. La scheda video è il controller del monitor.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decidono le prestazioni dell'intero sistema. La sua larghezza è il numero di bit del bus dati. La sua velocità è la frequenza a cui lavora. Il loro prodotto è la velocità di trasferimento: un bus a 32 bit a 66 MHz porta 4 byte 66 milioni di volte al secondo, 264 megabyte al secondo. Un bus è anche uno standard: segnali, connettori e un protocollo su cui tutte le unità concordano.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i bus, e che cosa costano. I vantaggi: si aggiungono facilmente nuovi dispositivi; una periferica può passare a un altro calcolatore con lo stesso bus; un solo insieme di fili collega molte periferiche; il costo per byte è basso. Gli svantaggi: la banda del bus limita la velocità di trasferimento; la velocità massima cala quando il bus si allunga e quando i dispositivi collegati aumentano; e, essendo condiviso, il bus porta un solo trasferimento alla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Leggetela per colonne. I primi bus, ISA, PCI, AGP per la sola scheda video, IDE e SCSI per i dischi, erano paralleli: molti fili affiancati. I loro successori, PCI Express, Serial ATA, USB, sono seriali: pochi fili, molto più veloci. È la lezione della Lezione 14. L'ultima riga è il kit: SPI, I2C e I2S sono i piccoli bus seriali che collegano i chip sulla stessa scheda.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inviare al monitor le informazioni da visualizzare. Traduce la rappresentazione dell'immagine prodotta dal processore in una forma che il monitor può mostrare. Ha una memoria propria, la memoria video, che conserva il frame: il frame buffer. Ogni volta che lo schermo viene ridisegnato, la scheda legge quella memoria e invia il segnale per il colore di ogni pixel. E ha una capacità di elaborazione propria, che l'ultima parte della lezione esamina.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detto RAMDAC, e lungo il cavo entrano rumore e distorsione. Un monitor a cristalli liquidi ha un ingresso digitale: la scheda adatta colori e risoluzione, e ogni pixel dell'uscita corrisponde esattamente a un pixel dello schermo. La conversione in analogico, con i suoi difetti, scompare.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di tempo. VGA, analogica, per i monitor a tubo catodico. DVI, la prima uscita digitale, arrivata con i monitor LCD. HDMI, digitale, che porta anche l'audio. DisplayPort, digitale, che viaggia anche sui connettori USB-C. L'ultima riga è il kit: il display si raggiunge attraverso un bus SPI, e il chip sul modulo del display, un ILI9341, fa la parte dell'elettronica del monitor per un pannello di 320 per 240 pixel.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 viewport di PRG32, al 4K con più di otto milioni. La terza colonna è il rapporto d'aspetto: il tradizionale 4:3 ha lasciato il posto al 16:9. La risoluzione determina la definizione dell'immagine, e anche quanti pixel vanno memorizzati e inviati per ogni frame.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e ogni valore di solito è un indice in una tabella di colori, la palette; con 16 bit, 65.536, nel formato RGB565 che conoscete; con 24 bit, più di sedici milioni, 256 sfumature per ogni primario. La memoria per un frame è pixel per byte per pixel. PRG32 usa insieme le due righe centrali: un frame buffer a 8 bit di indici e una palette di 256 colori RGB565.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 pixel sul kit, in cinque blocchi: il vostro codice, il frame buffer in RAM, la palette che trasforma un indice in un colore, il bus SPI, il display. La tabella fa i conti. Un frame a un byte per pixel sono 64.000 byte; a due byte sarebbe un quarto della RAM del chip. Sul bus ogni pixel viaggia come 16 bit: circa un milione di bit per frame, 38 millisecondi a 27 MHz. Da qui le due risposte ingegneristiche: un frame buffer indicizzato, e inviare solo ciò che è cambiato.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conti, alla scala di un PC, spiegano la storia dell'hardware video. Più definizione significa più memoria per ogni frame, e il flusso di dati verso la scheda rischia di saturare il bus. Le due risposte sono state più memoria sulla scheda stessa, e un bus più largo o dedicato: prima AGP, oggi PCI Express. La cifra a destra dà la scala: uno schermo 4K a 60 frame al secondo è circa un gigabyte e mezzo di pixel ogni secondo.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diffondersi delle interfacce grafiche, calcolare immagini ha occupato una quota crescente del tempo di processore. Per alleggerire la CPU, le schede video hanno ricevuto processori dedicati: le unità di elaborazione grafica, GPU. Accelerano le operazioni raster, come la copia di blocchi di pixel, e la grafica 3D: trasformazioni, texture, illuminazione. I programmi le raggiungono tramite librerie, e un driver di periferica adatta il software alle primitive di ogni GPU. Sul kit non c'è una GPU: un rettangolo è un ciclo di store eseguito dal core RISC-V, e ne potete vedere il costo.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la stessa operazione, in parallelo, a intere matrici di pixel. Nulla obbliga quei numeri a essere pixel: il GPGPU è l'uso dei processori grafici per il calcolo generico. Una GPU ha un numero molto grande di core semplici, e si programma con modelli come CUDA e OpenCL. Simulazione scientifica, analisi dei dati e, oggi soprattutto, addestramento e uso delle reti neurali girano su GPU. La figura richiama la somma parallela della Lezione 04: la stessa operazione su molti dati insieme.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memoria per un frame è il numero di pixel per i byte per pixel. Prima calcolate i pixel, poi ricordate quanti byte sono 24 bit.
La velocità di trasferimento è larghezza per frequenza. Convertite la larghezza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«Indicizzato» è la parola chiave. Il byte non descrive il colore: dice dove trovarlo.
Sciogliete l'acronimo: le prime due lettere stanno per «general-purpose».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Peripheral è la periferica; il suo controller conserva il nome inglese. Bus width e transfer rate sono larghezza del bus e velocità di trasferimento. Colour depth è la profondità di colore. Palette è la tavolozza, anche se i programmatori dicono palette. Un device driver è il software che adatta i programmi a un dispositivo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controller che lo interfaccia al bus. Un bus è caratterizzato da larghezza, velocità e velocità di trasferimento, e la sua banda è un limite di cui il progetto deve tenere conto. Una scheda video visualizza grafica e testo: un frame buffer, una risoluzione, una profondità di colore, un'uscita. E i suoi processori, le GPU, si usano oggi per il calcolo ad alte prestazioni. La prossima lezione tratta gli altri dispositivi di ingresso e di uscita.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048154"/>
            <a:ext cx="4876495" cy="3036012"/>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2026-10-13T08:56:26Z</dcterms:created>
  <dcterms:modified xsi:type="dcterms:W3CDTF">2026-10-13T08:56:26Z</dcterms:modified>
</cp:coreProperties>
</file>