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080c3e5-2bd6-bcf0-cc4e-82e18daaa351}">
          <p14:sldIdLst>
            <p14:sldId id="256"/>
            <p14:sldId id="257"/>
          </p14:sldIdLst>
        </p14:section>
        <p14:section name="Riscaldamento sulla macchina" id="{f3f3bb91-ec1a-8706-0910-01e55f598a7c}">
          <p14:sldIdLst>
            <p14:sldId id="258"/>
          </p14:sldIdLst>
        </p14:section>
        <p14:section name="Il programma completo" id="{a127a34e-558e-a229-8c5d-3268077295f8}">
          <p14:sldIdLst>
            <p14:sldId id="259"/>
            <p14:sldId id="260"/>
            <p14:sldId id="261"/>
          </p14:sldIdLst>
        </p14:section>
        <p14:section name="Eseguire e provare" id="{b566ed72-e000-86d6-92c4-66c707501ed1}">
          <p14:sldIdLst>
            <p14:sldId id="262"/>
            <p14:sldId id="263"/>
            <p14:sldId id="264"/>
            <p14:sldId id="265"/>
            <p14:sldId id="266"/>
          </p14:sldIdLst>
        </p14:section>
        <p14:section name="Esercizi" id="{7b4f4317-cf93-3466-f632-ea77ea107df0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21.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polling, interruzioni, DMA; display CRT e LCD; tastiera e mouse; le stampanti.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~/arc12/code/l21.S;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che legge l'ingresso una volta per frame. prg32_input_read restituisce in a0 una parola con un bit per pulsante; il codice la copia in s0, un registro salvato, perché la parola deve sopravvivere alla chiamata che suona una nota. Poi ogni pulsante viene esaminato con andi e una maschera: 0x10 per A, 0x01 per LEFT. Dietro ogni bit c'è un interruttore su un piedino di ingresso del chip. Il programma chiede, una volta per frame, e questo modo di procedere ha un nome: polling. Gli altri dispositivi sono meno semplici.
DA COMPRENDERE OGGI: polling, interruzioni, DMA.
Per il docente: Dal capitolo 6 del libro, dal laboratorio 06 e dall'esempio sonoro del capitolo finale (examples/asm_capstone/audio_note_event.S). Compilato come cartuccia ed eseguito sul runner headless di PRG32-QT (tools/tests): il marcatore si muove con LEFT anche mentre A suona la nota, perché la maschera è conservata in s0, un registro salvato; in t0 andrebbe persa alla chiamata. I piedini sono registri GPIO mappati in memoria (Lezione 15), configurati come ingressi, cioè con i buffer di uscita in alta impedenza (Lezione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Quanti bit servono per il codice di una tastiera con 104 tasti, e che matrice potrebbe avere? Quanta memoria serve a una stampante per la bitmap di una pagina a 600 punti per pollice? Muovete un puntatore sullo schermo con il joystick, tenendolo dentro lo schermo. Fate agire il pulsante A una sola volta per pressione, rilevando il fronte. E disegnate un punteggio con cifre a sette segmenti, usando la tabella della Lezione 11.
Per il docente: 8 x 600 = 4.800 per 11 x 600 = 6.600 punti: 31.680.000 bit = 3,96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21-Architettura_dei_Calcolatori-Ingresso_Uscita.pptx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21: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code/l21.S, 63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il mondo, una volta per frame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interruttore su un piedino di ingresso del chip: premuto o rilasciato, un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legge i piedini e li impacchetta in una parola: una rappresentazione decodificata (Lezione 11)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chiede una volta per frame: questo è il polling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cento tasti, un mouse si muove in due dimensioni, un display ha migliaia di pixel: come parlano con un processore?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polling, interruzioni, DMA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21: Input and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l21.S: read the world, once per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yellow square in the middle of the screen. LEFT moves it to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left; A plays a note, and the square keeps moving while the note sounds.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l21 --name l21 --out l21.prg32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l21_draw: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0xffe0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giallo al centro dello schermo. LEFT lo sposta a sinistra; A suona una nota, e il quadrato continua a muoversi mentre la nota suona.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muove il quadrato; A suona una nota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l21 --out l21.prg32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104 tasti: quanti bit servono per il codice di tasto? Quante righe e colonne potrebbe avere la matrice?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pagina di 8 per 11 pollici a 600 punti per pollice, un bit per punto: quanta memoria serve alla stampante per la bitmap?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Muovete un puntatore sullo schermo di PRG32 con il joystick, come farebbe un mouse: conservate x e y, limitateli allo schermo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in modo che il pulsante A agisca una sola volta per pressione (rilevamento del fronte, Lezione 13)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punteggio a sette segmenti con dei rettangoli, usando la tabella del transcodificatore della Lezione 11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7 bit, per esempio 8 per 13; circa 4 MB. Su PRG32: un puntatore che resta sullo schermo e un pulsante che scatta una volta per pressione.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uscita: il codice</dc:title>
  <dc:subject>Lezione 21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