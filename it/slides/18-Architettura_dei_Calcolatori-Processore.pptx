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56453c3-fc41-6076-c60b-203ac5f7e35e}">
          <p14:sldIdLst>
            <p14:sldId id="256"/>
            <p14:sldId id="257"/>
          </p14:sldIdLst>
        </p14:section>
        <p14:section name="Il processore" id="{08de94a7-7d7c-114b-d95e-7468da22a78a}">
          <p14:sldIdLst>
            <p14:sldId id="258"/>
            <p14:sldId id="259"/>
            <p14:sldId id="260"/>
            <p14:sldId id="261"/>
            <p14:sldId id="262"/>
          </p14:sldIdLst>
        </p14:section>
        <p14:section name="I registri" id="{1f9eb142-fe38-de9f-cf9d-6b7d0ff1d895}">
          <p14:sldIdLst>
            <p14:sldId id="263"/>
            <p14:sldId id="264"/>
            <p14:sldId id="265"/>
            <p14:sldId id="266"/>
          </p14:sldIdLst>
        </p14:section>
        <p14:section name="Lo stack" id="{172fcf52-795b-95d1-2918-e31c83270353}">
          <p14:sldIdLst>
            <p14:sldId id="267"/>
          </p14:sldIdLst>
        </p14:section>
        <p14:section name="Modelli di processore" id="{f27ba2bf-eef6-0652-5573-7aec1151bc7f}">
          <p14:sldIdLst>
            <p14:sldId id="268"/>
            <p14:sldId id="269"/>
          </p14:sldIdLst>
        </p14:section>
        <p14:section name="La ALU e il quadro d'insieme" id="{6da9939b-d1a8-029d-bcbc-da1838cd1bf3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L'ultimo blocco del corso apre la macchina che finora ha eseguito i vostri programmi. Questa lezione presenta il processore due volte: prima come modello generale, valido per ogni processore, con unità di controllo, registri, stack e unità aritmetica; poi come RISC-V, il processore che programmate dai primi giorni. Ogni elemento astratto del modello ha già, per voi, un nome familiare. L'anello della citazione è il processore stesso: l'unico componente che comanda tutti gli altri.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accumulatore, pila, registri; il modello del processore; i registri di RISC-V; la convenzione di chiamata; la pila; il processore RV32. DA UTILIZZARE OGGI: il programma completo, gli strumenti di PRG32 (si usa, non si studia, in questo corso). DA COMPRENDERE PIÙ AVANTI: interruzioni e trap (Lezione 19). Una slide senza etichetta è contesto: una storia, un esempio, una domanda, un esercizio.
Per il docente: La presentazione originale esponeva un modello generale di processore e finiva con l'architettura del Motorola MC68000. Qui il modello generale resta e il riferimento è RISC-V (RV32IMAC, come sull'ESP32-C6 del kit PRG32): gli studenti lo programmano dai primi giorni, quindi ogni elemento astratto ha un nome che conoscono già.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obiettivi. Nominare i componenti di un processore. Distinguere i registri interni dai registri di macchina, e i registri generici da quelli speciali. Spiegare come funziona uno stack e come RISC-V realizza push e pop. Confrontare sullo stesso calcolo tre modelli di processore: accumulatore, stack e registri generici. Descrivere RISC-V come processore load-store a registri generici e leggere il nome RV32IMAC. E riportare ogni elemento del modello sul processore del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richiamo e una definizione. Un calcolatore ha tre sottosistemi, processore, memoria centrale e ingresso/uscita, collegati da bus. Il processore può eseguire soltanto un insieme fisso di istruzioni, da poche decine a poche centinaia, e il linguaggio macchina è l'insieme delle stringhe di bit che le codificano. Le istruzioni richiedono due tipi di cose: trasferimenti di informazione e operazioni aritmetiche o logiche. Programmi e dati stanno entrambi nella memoria centrale.
DA COMPRENDERE OGGI: il modello del processore.
Per il docente: RV32I, la base di RISC-V, ha circa quaranta istruzioni; con le estensioni M, A e C del kit, circa cento codifiche. Il Motorola 68000 aveva cinquantasei tipi di istruzione con molte varianti ciascuno.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modello di riferimento. L'unità di controllo contiene il program counter, con l'indirizzo della prossima istruzione, un registro di decodifica, con l'istruzione in esecuzione, e la rete che emette i comandi. I registri di macchina da R0 a Rn-1 sono quelli che usa il programmatore. L'unità aritmetico-logica ha due registri operando e un registro risultato. Due coppie di registri collegano il processore all'esterno: MA e MB verso la memoria, RI e RU verso ingresso e uscita. Un bus interno collega tutto.
DA COMPRENDERE OGGI: il modello del processore.
Per il docente: Modello di riferimento. Pur basati sullo stesso schema logico, e quindi fatti di componenti abbastanza simili, i processori in commercio possono essere molto diversi tra loro.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elemento del modello, e che cos'è in RISC-V. Il program counter è pc. I registri di macchina sono da x0 a x31, con i nomi che conoscete. I registri della ALU e quelli verso la memoria esistono nell'hardware ma sono invisibili al programmatore. Due righe dicono «assente», e sono scelte volute: non ci sono registri per ingresso e uscita, perché i dispositivi sono mappati in memoria, e non c'è un registro di stato con i flag. I registri speciali sono i CSR, riservati al software privilegiato.
DA COMPRENDERE OGGI: il modello del processore.
Per il docente: Le due righe «assente» sono semplificazioni volute di RISC-V, spiegate più avanti in questa lezione e nella Lezione 15. L'MC68000 della presentazione originale aveva tutti gli elementi del modello: otto registri dati e otto registri indirizzi, un registro di stato con i codici di condizione, e una circuiteria separata per le interruzioni.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classi di registri. I registri interni sono necessari al funzionamento del processore ma non sono visibili al programmatore: il program counter, i registri verso la memoria, quelli della ALU. I registri di macchina definiscono il modello di programmazione: sono quelli nominati nelle istruzioni. Il processore tratta tre tipi di informazione, istruzioni, indirizzi e dati, e ciascuno potrebbe avere una dimensione propria. In RV32 tutti e tre sono larghi 32 bit, e questo rende la macchina molto regolare.
DA COMPRENDERE OGGI: il modello del processore.
Per il docente: Tipi di dato del processore. Il «32» di RV32 è la larghezza dei registri; RV64 ha registri e indirizzi a 64 bit e le stesse istruzioni a 32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processore ha almeno due stati di funzionamento. In stato supervisore esegue il sistema operativo e può eseguire ogni istruzione. In stato utente esegue un programma qualunque e può eseguire tutto tranne le istruzioni privilegiate, quelle che potrebbero compromettere il sistema. RISC-V li chiama modi: il modo macchina, il più privilegiato e l'unico obbligatorio, il modo supervisore e il modo utente. Il chip del kit ha macchina e utente. Il passaggio dall'uno all'altro avviene attraverso le trap della prossima lezione.
DA COMPRENDERE OGGI: il modello del processore. DA COMPRENDERE PIÙ AVANTI: interruzioni e trap (si studia nella Lezione 19).
Per il docente: Stato utente o stato supervisore. RISC-V definisce tre modi di privilegio: M, il più privilegiato e l'unico obbligatorio, esegue il firmware; S esegue il kernel di un sistema operativo come Linux; U esegue le applicazioni. L'ESP32-C6 realizza M e U. Il cambio di modo avviene attraverso le trap (Lezione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funzioni dei registri. Transito: portare i dati tra memoria e registri. Accumulo: contenere operandi e risultati dell'aritmetica. Indirizzamento: contenere un indirizzo o una sua parte, come fanno i registri base e indice. Puntatore allo stack: indicare la cima di uno stack in memoria. Flag: singoli bit che registrano eventi come zero, segno, overflow e riporto, per condizionare le istruzioni successive. In RISC-V i registri generici svolgono le prime quattro funzioni; la quinta non esiste come registro.
DA COMPRENDERE OGGI: i registri di RISC-V.
Per il docente: Funzione dei registri. In RISC-V le prime quattro funzioni sono svolte tutte dai registri generici; la quinta non esiste come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tabella completa dei registri di RISC-V, con numeri, nomi e ruoli. Ne avete usati la maggior parte: zero, ra, sp, i temporanei da t0 a t6, gli argomenti da a0 ad a7, i registri salvati da s0 a s11. Due sono nuovi: gp e tp, usati da compilatori e sistemi operativi. L'hardware tratta allo stesso modo i registri da x1 a x31; solo x0 è speciale. I ruoli vengono dalla convenzione di chiamata. Il program counter non sta nel banco.
DA COMPRENDERE OGGI: i registri di RISC-V; la convenzione di chiamata.
Per il docente: L'hardware tratta allo stesso modo i registri da x1 a x31; solo x0 è speciale. I ruoli vengono dalla convenzione di chiamata (Lezione 02). L'MC68000 separava invece i registri dati D0-D7 dai registri indirizzi A0-A7, con A7 come puntatore allo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Molti processori hanno un registro di stato i cui bit, i flag, registrano l'esito dell'ultima operazione: zero, negativo, overflow, riporto. Un'istruzione li imposta, e un salto condizionato successivo li esamina. RISC-V non ne ha. Un salto confronta due registri e salta, tutto in una sola istruzione; slt scrive il risultato di un confronto in un registro ordinario; riporto e overflow si calcolano quando servono, come nella Lezione 05. Meno stato nascosto significa un processore più semplice e interruzioni più semplici.
DA COMPRENDERE OGGI: i registri di RISC-V.
Per il docente: Registro di stato. La presentazione originale elencava Z, N, P (positivo), V, C e un bit di parità.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registri speciali di RISC-V sono i registri di controllo e stato, CSR: un banco separato, letto e scritto solo da codice privilegiato con istruzioni dedicate. Cinque vanno conosciuti per nome: mstatus, con l'abilitazione globale delle interruzioni; mtvec, l'indirizzo della routine che gestisce le trap; mepc, l'indirizzo dell'istruzione interrotta; mcause, la ragione della trap; e la coppia mie e mip, con un bit per sorgente di interruzione. La prossima lezione li usa tutti.
DA COMPRENDERE OGGI: i registri di RISC-V. DA COMPRENDERE PIÙ AVANTI: interruzioni e trap (si studia nella Lezione 19).
Per il docente: Registri di controllo e stato: un banco separato di al più 4096 registri, letti e scritti solo con le istruzioni csrrw, csrrs e csrrc, e solo da codice privilegiato. Sono i «registri delle interruzioni» del modello generale, e l'argomento della Lezione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Uno stack ha due operazioni: push memorizza un elemento in cima alla pila, pop toglie l'elemento in cima. Lavora sempre sulla cima, quindi non occorre dire dove: l'ultimo a entrare è il primo a uscire. Serve a mettere da parte il contenuto dei registri da liberare per un compito e a ripristinarlo dopo. Si realizza con un puntatore che indica l'ultimo elemento. I programmi accurati controllano l'overflow su un push e lo stack vuoto su un pop.
DA COMPRENDERE OGGI: la pila; la convenzione di chiamata.
Per il docente: LIFO, last in, first out. Lo usate dalla Lezione 02 per salvare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architetture. Con i registri generici il processore ha un insieme di registri intercambiabili. Con un accumulatore, le istruzioni aritmetiche hanno un operando implicito, un registro speciale. In una macchina a stack non ci sono né gli uni né l'altro, solo un puntatore allo stack, e le istruzioni lavorano sulla cima dello stack. Un'architettura ortogonale ha un unico banco di registri generici, alcuni dei quali fanno anche da puntatore allo stack o svolgono altri ruoli speciali. RISC-V è di quest'ultimo tipo.
DA COMPRENDERE OGGI: accumulatore, pila, registri.
Per il docente: Modello a registri generici, ad accumulatore, a stack; architetture ortogonali. La definizione originale di ortogonale cita anche un registro di stato; RISC-V è ortogonale e non ha nemmeno quello.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è un processore load-store a registri generici. Solo load e store toccano la memoria; ogni altra istruzione lavora da registro a registro, che è più veloce. Le istruzioni hanno tre operandi, due sorgenti e una destinazione, così nessun valore viene distrutto se non lo si vuole. Ogni istruzione fa una cosa semplice e ha dimensione fissa, il che la rende facile da decodificare e da eseguire in pipeline. È questo il significato di RISC. Le sette righe del riscaldamento sono il prezzo, e la semplicità di ogni riga è il guadagno.
DA COMPRENDERE OGGI: accumulatore, pila, registri.
Per il docente: Da registro a registro: [REGX] + [REGY] dà [REGZ]. Le forme da memoria a registro e da registro a memoria della presentazione originale esistono nei processori CISC e sono esattamente ciò a cui RISC rinuncia.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schema a blocchi di un processore RV32, da sinistra a destra. Il PC dà l'indirizzo dell'istruzione. L'istruzione viene prelevata dalla memoria. Il decodificatore ne separa i campi e l'unità di controllo emette i comandi. Il banco dei registri fornisce gli operandi. La ALU calcola, oppure forma un indirizzo. La memoria dati viene letta o scritta da load e store. Due percorsi tornano indietro: il risultato torna nel registro indicato da rd, e il prossimo valore del PC è PC più 4 oppure la destinazione di un salto. Ogni istruzione che scrivete percorre questa strada.
DA COMPRENDERE OGGI: il processore RV32.
Per il docente: Il classico datapath RISC-V a ciclo singolo di Patterson e Hennessy, ridotto ai suoi blocchi; memoria istruzioni e memoria dati sono lo stesso spazio di indirizzi, disegnato due volte per chiarezza. Sostituisce la slide «Architettura del processore MC68000».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processore del kit, in numeri: insieme di istruzioni RV32IMAC; un core principale fino a 160 MHz con pipeline a quattro stadi, e un secondo core a basso consumo; modi macchina e utente; nessuna virgola mobile; 512 KB di SRAM, 320 KB di ROM e una flash esterna; radio e periferiche sullo stesso chip. Un calcolatore completo in pochi millimetri quadrati, per circa due euro: processore, memoria e ingresso/uscita ci sono tutti, come nel modello.
DA COMPRENDERE OGGI: il processore RV32.
Per il docente: Dal datasheet Espressif dell'ESP32-C6. Un calcolatore completo su un chip di pochi millimetri quadrati che costa circa due euro: processore, memoria e ingresso/uscita ci sono tutti, come nel modello delle prime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Tornate alla tabella che affianca il modello a RISC-V e cercate le righe con «assente». Una di esse è tra le opzioni.
Ricordate il riscaldamento: quali istruzioni toccavano la memoria, e quali solo i registri? È la definizione di architettura load-store.
Per il docente: 1. Risposta: B. RISC-V non ha codici di condizione: i salti confrontano direttamente i registri.
2. Risposta: C. È un'architettura load-store: lw, lh, lb, sw, sh, sb e le forme senza segno.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Seguite le due istruzioni: il puntatore scende di una parola, poi un valore viene memorizzato all'indirizzo che ora contiene. Un valore è stato aggiunto in cima allo stack.
In una macchina ad accumulatore l'accumulatore è l'operando implicito: è uno dei due addendi e riceve il risultato. L'operando scritto nell'istruzione viene soltanto letto.
Per il docente: 1. Risposta: B. Il puntatore scende di una parola e il valore è memorizzato sulla nuova cima: un push.
2. Risposta: B. L'accumulatore è l'operando implicito e la destinazione.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 termini. Control unit è l'unità di controllo. Un machine register, registro di macchina, è un registro visibile al programmatore. I flag si dicono anche indicatori. Supervisor e user state, stato supervisore e stato utente, sono i due livelli di privilegio. Una privileged instruction, istruzione privilegiata, si può eseguire solo in stato supervisore.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conclusioni. Il processore comanda e controlla, appoggiandosi alla memoria e all'ingresso/uscita. I registri sono locazioni di memoria, dentro o fuori dal processore. I tipi di registri e il loro uso determinano il modello: accumulatore, stack, registri generici. La ALU svolge le operazioni. E RISC-V è un processore load-store a registri generici, senza flag e senza istruzioni di I/O: pochi elementi, ciascuno semplice. La prossima lezione segue un'istruzione per tutta la sua vita.
Stato di apprendimento, riepilogo. DA COMPRENDERE OGGI: accumulatore, pila, registri; il modello del processore; i registri di RISC-V; la convenzione di chiamata; la pila; il processore RV32. DA UTILIZZARE OGGI: il programma completo, gli strumenti di PRG32 (si usa, non si studia, in questo corso). DA COMPRENDERE PIÙ AVANTI: interruzioni e trap (Lezione 19). Una slide senza etichetta è contesto: una storia, un esempio, una domanda, un esercizio.
Per il docente: Prossima lezione: istruzioni e interruzioni.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18: Il processore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di controllo, registri, stack e ALU: il modello generale, e RISC-V come processore di riferimento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 Anello per domarli...”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R. R. Tolkien, Il Signore degli Anelli, 1954-1955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18-Architettura_dei_Calcolatori-Processore-Codice.pptx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saprete fare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Nominare i componenti di un processore: unità di controllo, ALU, registri, collegamenti con memoria e ingresso/uscita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4736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329078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i registri interni dai registri di macchina, e i registri generici da quelli speciali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5912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240837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come funziona uno stack e come RISC-V realizza push e pop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2805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909771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sullo stesso calcolo i modelli ad accumulatore, a stack e a registri generici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3981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82153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RISC-V come processore load-store a registri generici, e leggere il nome RV32IMAC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515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73328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Riportare ogni elemento del modello generale sul processore del kit PRG32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calcolatore e il suo processore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7726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calcolatore elettronico è un sistema numerico, automatico, a programma memorizzato, costruito con circuiti elettronici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31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83232"/>
            <a:ext cx="6565392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sottosistemi: processore (CPU), memoria centrale, ingresso/uscita, collegati da bus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0908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49143"/>
            <a:ext cx="6565392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può eseguire soltanto un insieme di istruzioni, da qualche decina a poche centinaia, più o meno complesse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7499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715055"/>
            <a:ext cx="6565392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Linguaggio macchina: le stringhe di bit che codificano le istruzioni eseguibili dai circuiti di un processore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4091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480966"/>
            <a:ext cx="6565392" cy="925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richiedono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trasferimenti di informazione, dentro il calcolatore e da o verso i dispositivi di I/O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operazioni aritmetiche e logiche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3633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676392"/>
            <a:ext cx="6565392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 istruzioni di un programma sono memorizzati nella memoria centrale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centrale di elaborazione: l'unico anello che governa memoria e ingresso/uscita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modello del processore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processore: un modello di riferimento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675120" cy="4251960"/>
          </a:xfrm>
          <a:prstGeom prst="roundRect">
            <a:avLst>
              <a:gd name="adj" fmla="val 172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52044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9202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468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0175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. 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5661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9202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146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47472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6126480" cy="0"/>
          </a:xfrm>
          <a:prstGeom prst="line">
            <a:avLst/>
          </a:prstGeom>
          <a:noFill/>
          <a:ln w="63500">
            <a:solidFill>
              <a:srgbClr val="C779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interno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548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7548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7548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47548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con la memoria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con l'I/O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4850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5008" y="1417320"/>
            <a:ext cx="3578047" cy="167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di controllo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program counter (PC): la prossima istruzione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registro di decodifica (D): l'istruzione in esecuzione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 rete di controllo che emette i comandi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680960" y="330187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5008" y="3234182"/>
            <a:ext cx="3578047" cy="26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di macchina R0 ... Rn-1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80960" y="37075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65008" y="3639820"/>
            <a:ext cx="3578047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aritmetico-logica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due registri operando O1 e O2, un registro risultato U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680960" y="458355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65008" y="4515866"/>
            <a:ext cx="3578047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con la memoria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indirizzo di memoria (MA) e dato di memoria (MB)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680960" y="545960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65008" y="5391912"/>
            <a:ext cx="3578047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con l'ingresso/uscita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registri di transito RI e RU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modello del processore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modello e RISC-V, fianco a fianco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73762"/>
                <a:gridCol w="4183140"/>
                <a:gridCol w="363751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del modello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RISC-V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Visto dal programmatore?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PC, program counter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pc, 32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indirettamente: lo usano salti e auipc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D, registro di decodifica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registro istruzione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 ... Rn-1, registri di macchina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 ... x31, trentadue registri di 32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sì: zero, ra, sp, t0, a0, s0, 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O1, O2, U, registri della ALU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ingressi e l'uscita della ALU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MA, MB, collegamento con la memoria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e dato di un load o di uno store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RI, RU, collegamento con l'I/O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assenti: i dispositivi sono mappati in memoria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di stato con i flag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assente: nessun codice di condizione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speciali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registri di controllo e stato (CSR)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dal software privilegiato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modello del processore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Registri interni e registri di macchina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interni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non direttamente visibili al programmatore, e necessari al funzionamento del processore: PC, MA, MB, D, O1, O2, U, ...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9625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13067"/>
            <a:ext cx="6565392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di macchina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definiscono il modello di programmazione; si dividono in registri generici e registri speciali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89200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808815"/>
            <a:ext cx="6565392" cy="140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tratta tre tipi di informazione: istruzioni, indirizzi di memoria e dati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 dimensione di MA e PC dipende da quella degli indirizzi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 dimensione dei registri della ALU dipende da quella dei dati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583428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RV32 tutti e tre sono larghi 32 bit: una sola dimensione per registri, indirizzi e istruzioni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RV32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di 32 bit, indirizzi di 32 bit, istruzioni di 32 bit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modello del processore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Stato utente e stato supervisore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36881"/>
                <a:gridCol w="2364384"/>
                <a:gridCol w="3273762"/>
                <a:gridCol w="38193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vi gira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può fare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in RISC-V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sistema operativo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ogni istruzione dell'insieme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macchina (M); modo supervisore (S) dove c'è un sistema operativo completo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programma utente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tutto tranne le istruzioni privilegiate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utente (U)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è in stato supervisore quando esegue il sistema operativo, in stato utente quando esegue un programma utente.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503746" y="91440"/>
            <a:ext cx="5139309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6531178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31178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1178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1762" y="1280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87794" y="91440"/>
            <a:ext cx="4718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interruzioni e trap</a:t>
            </a:r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342972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4297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988" y="12801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27020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modello del processore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funzioni dei registri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 dei dati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da memoria a registro, da registro a registro, da registro a memoria: load, move, store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9591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97240"/>
            <a:ext cx="10710367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Accumulo dei risultati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necessario per aritmetica e logica: R := (op) R, oppure R := R (op) X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7583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77159"/>
            <a:ext cx="10710367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Indirizzamento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trovare l'indirizzo di un operando: registri indice, registri base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15575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057078"/>
            <a:ext cx="10710367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Puntatori allo stack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gestione di uno stack realizzato in memoria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03567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936998"/>
            <a:ext cx="10710367" cy="123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Indicatori, o flag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informazione binaria su eventi: zero, segno, overflow, riporto, indirizzi o codici illeciti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prodotti durante l'esecuzione di un'istruzione, possono condizionare le successive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di RISC-V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trentadue registri di RISC-V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182192"/>
                <a:gridCol w="1182192"/>
                <a:gridCol w="2910011"/>
                <a:gridCol w="1364067"/>
                <a:gridCol w="1273130"/>
                <a:gridCol w="3182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Funzione, per convenzione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Funzione, per convenzione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zero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 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x8 - x9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s0 - s1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di ritorno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x10 - x11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a0 - a1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argomenti, risultati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puntatore allo stack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x12 - x17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a2 - a7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puntatore globale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x18 - x27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s2 - s11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x4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tp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puntatore al thread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x28 - x31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t3 - t6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temporanei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x5 - x7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t0 - t2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temporanei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 (fuori dal banco)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di RISC-V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flag: il registro di stato, e la sua assenza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Processori con registro di 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di flag accessibili dal programma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zero, N negativo, V overflow, C riporto, a volte la parità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Un'istruzione li imposta; un salto condizionato successivo li esamina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MC68000: il registro dei codici di condizione; x86: il registro dei flag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RISC-V: nessun flag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salto confronta due registri e salta, in una sola istruzione: beq, bne, blt, bge, bltu, bgeu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e sltu scrivono il risultato di un confronto in un registro generico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Riporto e overflow si calcolano quando servono (Lezione 05)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stato nascosto: pipeline più semplici, interruzioni più semplici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di RISC-V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Registri speciali di RISC-V: i CSR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36881"/>
                <a:gridCol w="3273762"/>
                <a:gridCol w="61837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contiene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mstatus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della macchina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l'abilitazione globale delle interruzioni e il modo di privilegio precedente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mtvec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vettore delle trap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l'indirizzo della routine che gestisce interruzioni ed eccezioni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mepc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 dell'eccezione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l'indirizzo dell'istruzione che è stata interrotta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mcause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della trap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codice che dice perché è avvenuta la trap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mie, mip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interruzioni abilitate, interruzioni pendenti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bit per sorgente di interruzione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503746" y="91440"/>
            <a:ext cx="5139309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6531178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31178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31178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1762" y="12801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87794" y="91440"/>
            <a:ext cx="4718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interruzioni e trap</a:t>
            </a:r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71267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67126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83" y="12801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55315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di RISC-V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struttura dati astratta con due operazioni: push memorizza un elemento come ultimo della pila, pop toglie l'ultimo elemento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2337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4697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 sempre e solo sulla cima: non occorre dire dove memorizzare o prelevare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mettere da parte il contenuto dei registri da liberare per svolgere un compito, e a ripristinarlo dopo: sottoprogrammi, interruzioni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5127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14076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Realizzato con un puntatore, in memoria o in un registro dedicato, che indica in ogni istante la posizione dell'ultimo elemento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operazioni sullo stack dovrebbero controllare l'overflow su un push e lo stack vuoto su un pop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l'ultimo valore inserito è il primo a essere estratto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773871" y="91440"/>
            <a:ext cx="286918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387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887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57919" y="91440"/>
            <a:ext cx="24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pila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architetture del processore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generici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ha un insieme di registri REG0, REG1, ..., REGN-1 utilizzabili in modo intercambiabile.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istruzioni aritmetiche, logiche e di confronto hanno un operando implicito: un registro speciale, l'accumulatore.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ci sono né accumulatori né registri generici, solo il puntatore allo stack; le istruzioni lavorano sui dati in cima allo stack.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33008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Ortogonale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banco di registri generici, alcuni dei quali fanno, quando serve, da puntatore allo stack o da altri registri speciali.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RISC-V: un processore load-store a registri generici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che lavorano sui registri sono più veloci di quelle che lavorano su locazioni di memoria: i dati più usati si tengono nei registri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2337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4697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load e store toccano la memoria; ogni altra istruzione lavora da registro a registro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operandi: due sorgenti e una destinazione, così nessun valore viene distrutto se non lo si vuole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5127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14076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istruzione fa una cosa semplice e ha dimensione fissa: facile da decodificare, facile da eseguire in pipeline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questo il significato di RISC: reduced instruction set computer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calcolo, store</a:t>
            </a:r>
            <a:endParaRPr lang="en-US" sz="3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ritmo di ogni programma RISC-V, dal primo contatore all'ultimo gioco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L'architettura di un processore RV32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1188720" cy="1463040"/>
          </a:xfrm>
          <a:prstGeom prst="roundRect">
            <a:avLst>
              <a:gd name="adj" fmla="val 4615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dell'istruzione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73936" y="2971800"/>
            <a:ext cx="371795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182307" y="2240280"/>
            <a:ext cx="1554480" cy="1463040"/>
          </a:xfrm>
          <a:prstGeom prst="roundRect">
            <a:avLst>
              <a:gd name="adj" fmla="val 375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prelievo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73363" y="2971800"/>
            <a:ext cx="371795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181734" y="224028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decodificatore 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di controllo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e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55670" y="2971800"/>
            <a:ext cx="371795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364041" y="2240280"/>
            <a:ext cx="1645920" cy="1463040"/>
          </a:xfrm>
          <a:prstGeom prst="roundRect">
            <a:avLst>
              <a:gd name="adj" fmla="val 375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dei 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x0 - x31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x 32 bit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537" y="2971800"/>
            <a:ext cx="371795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454908" y="2240280"/>
            <a:ext cx="1371600" cy="1463040"/>
          </a:xfrm>
          <a:prstGeom prst="roundRect">
            <a:avLst>
              <a:gd name="adj" fmla="val 4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calcola, o forma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indirizzo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863084" y="2971800"/>
            <a:ext cx="371795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0271455" y="2240280"/>
            <a:ext cx="1371600" cy="1463040"/>
          </a:xfrm>
          <a:prstGeom prst="roundRect">
            <a:avLst>
              <a:gd name="adj" fmla="val 4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store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57255" y="3730752"/>
            <a:ext cx="0" cy="612648"/>
          </a:xfrm>
          <a:prstGeom prst="line">
            <a:avLst/>
          </a:prstGeom>
          <a:noFill/>
          <a:ln w="31750">
            <a:solidFill>
              <a:srgbClr val="2F7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7187001" y="4343400"/>
            <a:ext cx="3770254" cy="0"/>
          </a:xfrm>
          <a:prstGeom prst="line">
            <a:avLst/>
          </a:prstGeom>
          <a:noFill/>
          <a:ln w="31750">
            <a:solidFill>
              <a:srgbClr val="2F7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187001" y="3730752"/>
            <a:ext cx="0" cy="612648"/>
          </a:xfrm>
          <a:prstGeom prst="line">
            <a:avLst/>
          </a:prstGeom>
          <a:noFill/>
          <a:ln w="317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187001" y="4389120"/>
            <a:ext cx="3770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back: il risultato torna nel registro indicato da 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43000" y="1691640"/>
            <a:ext cx="0" cy="521208"/>
          </a:xfrm>
          <a:prstGeom prst="line">
            <a:avLst/>
          </a:prstGeom>
          <a:noFill/>
          <a:ln w="31750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3000" y="1691640"/>
            <a:ext cx="7997708" cy="0"/>
          </a:xfrm>
          <a:prstGeom prst="line">
            <a:avLst/>
          </a:prstGeom>
          <a:noFill/>
          <a:ln w="31750">
            <a:solidFill>
              <a:srgbClr val="B23A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0708" y="1691640"/>
            <a:ext cx="0" cy="521208"/>
          </a:xfrm>
          <a:prstGeom prst="line">
            <a:avLst/>
          </a:prstGeom>
          <a:noFill/>
          <a:ln w="31750">
            <a:solidFill>
              <a:srgbClr val="B23A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prossimo: PC + 4, oppure la destinazione del salto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Accanto, fuori dal percorso principale: il banco dei registri di controllo e stato, e la logica delle trap della Lezione 19. Rispetto all'MC68000 della presentazione originale non ci sono registri dati e indirizzi separati, né registro dei codici di condizione, né registro dell'indirizzo effettivo.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processore RV32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 del kit PRG32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46259"/>
                <a:gridCol w="85481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Insieme di istruzioni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RV32IMAC: insieme intero di base, moltiplicazione e divisione, atomiche, istruzioni compresse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principale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core RISC-V a 32 bit, fino a 160 MHz, pipeline a quattro stadi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Secondo core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core RISC-V a basso consumo, fino a 20 MHz, per i compiti che girano mentre il core principale dorme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 di privilegio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macchina e utente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Virgola mobile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nessuna: né estensione F né 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di SRAM, 320 KB di ROM, flash esterna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Sullo stesso chip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Wi-Fi 6, Bluetooth, Thread e Zigbee; periferiche SPI, I2S, GPIO e timer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processore RV32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registro del modello generale non ha corrispettivo in RISC-V?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 counter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registro di stato con i flag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puntatore allo stack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registro istruzione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RISC-V, quali istruzioni possono leggere o scrivere la memoria centrale?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 sub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load e store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 salti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Dopo addi sp, sp, -4 e sw t0, 0(sp), che cosa è successo?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è stato estratto dallo stack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è stato inserito sullo stack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stack è stato svuotato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è stato salvato in t0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una macchina ad accumulatore, l'istruzione ADD y significa: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:= y + accumulatore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accumulatore := accumulatore + [y]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 y, poi somma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:= accumulatore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600254"/>
                <a:gridCol w="2773604"/>
                <a:gridCol w="2773604"/>
                <a:gridCol w="294695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unit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unità di controllo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contatore di programma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pointer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puntatore allo stack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register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di macchina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register, flags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di stato, indicatori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/ special register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generico / speciale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/ user state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supervisore / utente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set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insieme (set) di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 instruction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 privilegiata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comanda e controlla, appoggiandosi alla memoria e ai sistemi di ingresso/uscita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8079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7608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registri sono locazioni di memoria che possono stare fisicamente dentro o fuori dal processore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6108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77896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tipi di registri e il modo in cui si usano determinano il modello di processore: accumulatore, stack, registri generici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84136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758184"/>
            <a:ext cx="10710367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ALU svolge le operazioni tra operandi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32727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244086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è un processore load-store a registri generici, senza flag e senza istruzioni di I/O: pochi elementi, ciascuno semplice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510755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024374"/>
            <a:ext cx="10710367" cy="11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Patterson, Hennessy: Struttura e progetto dei calcolatori, edizione RISC-V, capitoli 2 e 4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The RISC-V Instruction Set Manual, volume I: Unprivileged Architecture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Stallings: Computer Organization and Architecture, i capitoli su struttura e funzione del processore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Il processore</dc:title>
  <dc:subject>Lezione 18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