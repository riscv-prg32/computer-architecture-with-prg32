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5f6be81f-f364-3be5-c236-1e62787522f7}">
          <p14:sldIdLst>
            <p14:sldId id="256"/>
            <p14:sldId id="257"/>
          </p14:sldIdLst>
        </p14:section>
        <p14:section name="Riscaldamento sulla macchina" id="{f83b63d3-2741-c4bb-ba97-9a43774535d9}">
          <p14:sldIdLst>
            <p14:sldId id="258"/>
          </p14:sldIdLst>
        </p14:section>
        <p14:section name="Ritorno alla macchina" id="{bbc23d8b-5245-6f56-3446-4b58bc2db823}">
          <p14:sldIdLst>
            <p14:sldId id="259"/>
            <p14:sldId id="260"/>
          </p14:sldIdLst>
        </p14:section>
        <p14:section name="Il programma completo" id="{96d9bb2a-77f2-5a16-d6b9-95cf72c3aa7a}">
          <p14:sldIdLst>
            <p14:sldId id="261"/>
            <p14:sldId id="262"/>
            <p14:sldId id="263"/>
          </p14:sldIdLst>
        </p14:section>
        <p14:section name="Eseguire e provare" id="{22b97171-76cc-db50-2a33-5bb27433ca4d}">
          <p14:sldIdLst>
            <p14:sldId id="264"/>
            <p14:sldId id="265"/>
            <p14:sldId id="266"/>
            <p14:sldId id="267"/>
            <p14:sldId id="268"/>
          </p14:sldIdLst>
        </p14:section>
        <p14:section name="Esercizi" id="{274ff97e-d6d7-9de6-162b-919f090e2dc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10.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~/arc12/code/l10.S;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~/arc12/code/l10.S;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 vostro programma un pulsante premuto è un 1. Sulla scheda il pulsante LEFT è un interruttore tra un piedino del chip, GPIO18, e la massa. Quando è premuto il piedino sta a 0 volt; quando è rilasciato sta a 3,3 volt. Quindi premuto significa 0 volt, eppure il programma legge 1. Le quattro note trasformano questo fatto nelle domande della lezione: che cos'è un volt, perché il piedino rilasciato sta a 3,3 V, e chi decide che 0 V è un bit? L'ultima sezione risponde.
Per il docente: Collegamenti dalla documentazione hardware di PRG32: ogni pulsante è un interruttore verso GND, e il firmware attiva il pull-up interno di ogni ingresso. Il runtime inverte il livello quando costruisce la maschera (prg32_controller.c): piedino basso quando premuto, bit alto. L'ultima sezione della lezione risponde alle quattro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L'intero viaggio in sette passi. Il dito chiude l'interruttore; il piedino scende a 0 V in meno di un microsecondo; il buffer di ingresso vede una tensione sotto la sua soglia, uno 0 logico; il livello è catturato in un flip-flop; il firmware lo legge con un'istruzione di load, lo inverte e lo impacchetta con gli altri; il vostro programma lo esamina con andi. La colonna di destra dice dove è spiegato ogni passo: tre in questa lezione, gli altri in lezioni già seguite o da seguire. Tra un dito e un bit ci sono sette strati.
Per il docente: I contatti di un interruttore reale rimbalzano per qualche millisecondo quando si chiudono: leggere i pulsanti una volta per frame, ogni poche decine di millisecondi, nasconde il rimbalzo (Lezione 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kit visto come circuito. Una breadboard ha fori collegati a file sul retro, così i componenti si connettono senza saldature. Due lunghe linee portano l'alimentazione, 3,3 V e massa, e una linea separata porta i 5 V per gli amplificatori audio. Ogni parte condivide la stessa massa: senza un riferimento comune le tensioni di due parti non significherebbero nulla l'una per l'altra. I pulsanti vanno da un piedino a massa; display e amplificatori ricevono segnali digitali. Mai collegare direttamente a massa un piedino pilotato alto.
Per il docente: Schema dal repository di PRG32 (docs/hardware/images). Un piedino dell'ESP32-C6 può erogare qualche decina di milliampere: a un LED serve la sua resistenza in serie, come calcolato prima. Mai collegare direttamente a massa un piedino pilotato alto.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Dimensionate la resistenza di un LED blu e calcolate la potenza che dissipa. Calcolate l'uscita di un partitore e dite come la leggerebbe un ingresso del kit: confrontatela con le due soglie. Disegnate un NAND a tre ingressi e contate i transistor. Verificate il NOR sul disegno. E sul kit, con la cartuccia delle lampade in esecuzione, collegate a massa con un filo il piedino di un pulsante: spiegate ciò che vedete, e che cosa accadrebbe senza il pull-up.
Per il docente: Esercizio 1: (3,3 - 3,0) / 0,002 = 150 Ω; P = 0,3 x 0,002 = 0,6 mW. Esercizio 2: 3,3 x 20 / 30 = 2,2 V, tra 0,825 e 2,475. Esercizio 3: tre pMOS in parallelo, tre nMOS in serie: sei transistor. La cartuccia delle lampade è il passo 1 del laboratorio 06 del libro di PRG32.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10: Elettronica ed elettronica digitale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Introduzione all'elettronica e all'elettronica digitale: il codice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10-Architettura_dei_Calcolatori-Elettronica.pptx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kit_bread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54756"/>
            <a:ext cx="2834640" cy="182320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10: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code/l10.S, 58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pulsante, un bit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0x01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bit 0: LEFT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0: not pressed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       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1: pressed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kit: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LEFT is a switch between pin GPIO18 and ground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pressed  -&gt; the pin is at 0 volts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released -&gt; the pin is at 3.3 volts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dai primi laboratori un pulsante premuto è un 1 in un registro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Sulla scheda il pulsante è un pezzo di metallo che collega a massa un piedino del chip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Premuto significa 0 volt sul piedino, eppure il programma legge 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cos'è un volt, perché il piedino rilasciato sta a 3,3 V, e chi decide che 0 V è un bit?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dito al bit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818440"/>
                <a:gridCol w="6456586"/>
                <a:gridCol w="381938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accade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è spiegato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dito chiude l'interruttore tra GPIO18 e massa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questa lezione: il circuito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piedino scende da 3,3 V a 0 V, in molto meno di un microsecondo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questa lezione: R x 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buffer di ingresso vede una tensione sotto 0,825 V: uno 0 logico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questa lezione: livelli logici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livello è campionato in un flip-flop del registro di ingresso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13: macchine sequenziali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firmware legge quel registro con un'istruzione di load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15: ingresso/uscita mappato in memoria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 il bit e lo impacchetta con gli altri in a0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08: maschere; Lezione 21: dispositivi di ingresso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vostro programma lo esamina: andi t3, a0, 0x01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02: primo contatto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kit come circuito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breadboard: fori collegati a file sul retro, così i componenti si connettono senza saldature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47230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96871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lunghe linee portano l'alimentazione: 3,3 V e massa; una linea separata porta i 5 V per gli amplificatori audio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45186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76422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parte condivide la stessa massa: senza un riferimento comune, le tensioni di due parti non significano nulla l'una per l'altra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4314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55973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pulsanti vanno da un piedino a massa; display e amplificatori ricevono segnali digitali da altri piedini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335524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piedino di uscita può accendere un LED attraverso una resistenza; un piedino di ingresso ascolta soltanto</a:t>
            </a:r>
            <a:endParaRPr lang="en-US" sz="1800" dirty="0"/>
          </a:p>
        </p:txBody>
      </p:sp>
      <p:pic>
        <p:nvPicPr>
          <p:cNvPr id="13" name="Image 0" descr="/Users/raffaelemontella/devel/riscv-prg32/computer-architecture-with-prg32/tools/assets/kit_bread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997906"/>
            <a:ext cx="4876495" cy="313650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kit PRG32 su breadboard (documentazione hardware di PRG32)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l10.S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10: Introduction to Electronics and Digital Electronics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l10.S: one button, one bit: from the finger to a register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large square, grey while LEFT is released and yellow while it 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pressed. On the kit LEFT is a switch between GPIO18 and ground.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l10.S --portable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l10 --name l10 --out l10.prg32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l10_init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l10_update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l10_draw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l10_init: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l10.S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l10_update: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0x01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bit 0: LEFT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pressed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t3, 0(t0)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0: not pressed, 1: pressed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kit: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LEFT is a switch between pin GPIO18 and ground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pressed  -&gt; the pin is at 0 volts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released -&gt; the pin is at 3.3 volts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runtime inverts the level: in the program, pressed is 1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l10.S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l10_draw: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pressed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120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pressed: .word 0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grande quadrato, grigio mentre LEFT è rilasciato e giallo mentre è premuto. Sul kit LEFT è un interruttore tra GPIO18 e massa.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premete e rilasciate LEFT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l10 --name l10 --out l10.prg32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l10.prg32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l10 --name l10 --architecture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l10 --name l10 --architecture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l10-esp32c6.prg32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l10-esp32c6.prg32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l10;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sul kit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LED blu fa cadere 3,0 V: quale resistenza dà 2 mA da 3,3 V? Quale potenza dissipa la resistenza?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partitore con R1 = 10 kΩ e R2 = 20 kΩ su 3,3 V: calcolate Vout. Un ingresso del kit lo legge come 0, come 1, o è indefinito?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in CMOS un NAND a tre ingressi e contatene i transistor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75304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Verificate il disegno del NOR per le quattro combinazioni di ingresso, segnando quali transistor conducono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52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34256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 eseguite la cartuccia delle lampade e collegate a massa con un filo il piedino di un pulsante: spiegate ciò che vedete, e che cosa accadrebbe con il pull-up disattivato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150 Ω e 0,6 mW; Vout = 2,2 V, nella fascia indefinita. Sul kit: la lampada si accende esattamente come se il pulsante fosse premuto.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Introduzione all'elettronica e all'elettronica digitale: il codice</dc:title>
  <dc:subject>Lezione 10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