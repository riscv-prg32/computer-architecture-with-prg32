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3de67fdb-ed73-37bc-2857-2b61dad26fd9}">
          <p14:sldIdLst>
            <p14:sldId id="256"/>
            <p14:sldId id="257"/>
          </p14:sldIdLst>
        </p14:section>
        <p14:section name="Riscaldamento sulla macchina" id="{1aa6bb5f-6b35-7e6b-9f4e-d895a4d1c451}">
          <p14:sldIdLst>
            <p14:sldId id="258"/>
          </p14:sldIdLst>
        </p14:section>
        <p14:section name="Il programma completo" id="{66a0d2c6-564f-251a-ad4c-6e7b958177bc}">
          <p14:sldIdLst>
            <p14:sldId id="259"/>
            <p14:sldId id="260"/>
            <p14:sldId id="261"/>
          </p14:sldIdLst>
        </p14:section>
        <p14:section name="Eseguire e provare" id="{b8837bc8-fe31-6d32-7f3e-7e9225ebc47a}">
          <p14:sldIdLst>
            <p14:sldId id="262"/>
            <p14:sldId id="263"/>
            <p14:sldId id="264"/>
            <p14:sldId id="265"/>
            <p14:sldId id="266"/>
          </p14:sldIdLst>
        </p14:section>
        <p14:section name="Esercizi" id="{93ca5cee-6f7a-d753-19a0-5de6c177f97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21.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polling, interruzioni, DMA; display CRT e LCD; tastiera e mouse; le stampanti.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~/arc12/code/l21.S;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~/arc12/code/l21.S;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riscaldamento: una funzione che legge l'ingresso una volta per frame. prg32_input_read restituisce in a0 una parola con un bit per pulsante; il codice la copia in s0, un registro salvato dal chiamato, perché la parola deve sopravvivere alla chiamata che suona una nota, e in un temporaneo andrebbe persa. Ogni pulsante si verifica poi con andi e una maschera: 0x10 per A, 0x01 per LEFT. Dietro ogni bit c'è un interruttore su un piedino di ingresso del chip, e il runtime raccoglie i piedini in una parola, una rappresentazione decodificata nel senso della Lezione 11. Il programma chiede, una volta per frame, e questo modo di operare ha un nome, polling. Gli altri dispositivi sono meno semplici, e la lezione li esamina.
DA COMPRENDERE OGGI: polling, interruzioni, DMA.
Per il docente: Dal capitolo 6 del libro, dal laboratorio 06 e dall'esempio sonoro del capitolo finale (examples/asm_capstone/audio_note_event.S). Compilato come cartuccia ed eseguito sul runner headless di PRG32-QT (tools/tests): il marcatore si muove con LEFT anche mentre A suona la nota, perché la maschera è conservata in s0, un registro salvato; in t0 andrebbe persa alla chiamata. I piedini sono registri GPIO mappati in memoria (Lezione 15), configurati come ingressi, cioè con i buffer di uscita in alta impedenza (Lezione 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code/l21.S,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Stabilire quanti bit richiede il codice di una tastiera di 104 tasti, e proporre una matrice adatta di righe e colonne. Calcolare la memoria di cui una stampante ha bisogno per la bitmap di una pagina a 600 punti per pollice. Spostare un puntatore sullo schermo con il joystick, mantenendolo dentro lo schermo con il clamping come nella Lezione 05. Far agire il pulsante A una sola volta per pressione, con il rilevamento dei fronti come nella Lezione 13. E disegnare un punteggio con cifre a sette segmenti, usando la tabella della Lezione 11.
Per il docente: 8 x 600 = 4.800 per 11 x 600 = 6.600 punti: 31.680.000 bit = 3,96 MB.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21: Ingresso e uscita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Ingresso e uscita: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21-Architettura_dei_Calcolatori-Ingresso_Uscita.pptx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lab2_step1_lam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21: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code/l21.S, 63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il mondo, una volta per frame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move left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...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pulsante è un interruttore su un piedino di ingresso del chip: premuto o rilasciato, un bit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runtime legge i piedini e li impacchetta in una parola: una rappresentazione decodificata (Lezione 11)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gioco chiede una volta per frame: questo è il polling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cento tasti, un mouse si muove in due dimensioni, un display ha migliaia di pixel: come parlano con un processore?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polling, interruzioni, DMA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21: Input and Output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l21.S: read the world, once per frame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yellow square in the middle of the screen. LEFT moves it to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left; A plays a note, and the square keeps moving while the note sounds.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l21.S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l21 --name l21 --out l21.prg32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l21_draw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steer_update: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8(sp)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s0, a0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it in a saved register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t0, s0, 0x10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button 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69 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note: A4, 440 Hz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120 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t0, s0, 0x01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LEFT: s0 survived the call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t0, 2f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marker_x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t2, 0(t1)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lw   s0, 8(sp)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l21.S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l21_draw: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marker_x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0xffe0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marker_x: .word 152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quadrato giallo al centro dello schermo. LEFT lo sposta a sinistra; A suona una nota, e il quadrato continua a muoversi mentre la nota suona.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LEFT muove il quadrato; A suona una nota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l21 --out l21.prg32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l21.prg32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l21-qemu.prg32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~/arc12/code/l21.S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l21 --name l21 --architecture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l21-esp32c6.prg32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l21-esp32c6.prg32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l21;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tastiera ha 104 tasti: quanti bit servono per il codice di tasto? Quante righe e colonne potrebbe avere la matrice?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5709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38807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pagina di 8 per 11 pollici a 600 punti per pollice, un bit per punto: quanta memoria serve alla stampante per la bitmap?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7858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60294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Muovete un puntatore sullo schermo di PRG32 con il joystick, come farebbe un mouse: conservate x e y, limitateli allo schermo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0006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81781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Fate in modo che il pulsante A agisca una sola volta per pressione (rilevamento del fronte, Lezione 13)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215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03268"/>
            <a:ext cx="1043604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 punteggio a sette segmenti con dei rettangoli, usando la tabella del transcodificatore della Lezione 11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7 bit, per esempio 8 per 13; circa 4 MB. Su PRG32: un puntatore che resta sullo schermo e un pulsante che scatta una volta per pressione.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Ingresso e uscita: il codice</dc:title>
  <dc:subject>Lezione 21</dc:subject>
  <dc:creator>Raffaele Montella</dc:creator>
  <cp:lastModifiedBy>Raffaele Montella</cp:lastModifiedBy>
  <cp:revision>1</cp:revision>
  <dcterms:created xsi:type="dcterms:W3CDTF">2026-10-16T20:22:26Z</dcterms:created>
  <dcterms:modified xsi:type="dcterms:W3CDTF">2026-10-16T20:22:26Z</dcterms:modified>
</cp:coreProperties>
</file>