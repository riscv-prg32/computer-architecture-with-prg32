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65211bf-46e1-f604-6659-d33f0c1a9d6d}">
          <p14:sldIdLst>
            <p14:sldId id="256"/>
            <p14:sldId id="257"/>
            <p14:sldId id="258"/>
            <p14:sldId id="259"/>
            <p14:sldId id="260"/>
          </p14:sldIdLst>
        </p14:section>
        <p14:section name="Passo 2: un'identità" id="{d8a3d1c1-c005-a075-96a6-3e514e116825}">
          <p14:sldIdLst>
            <p14:sldId id="261"/>
            <p14:sldId id="262"/>
            <p14:sldId id="263"/>
          </p14:sldIdLst>
        </p14:section>
        <p14:section name="Passo 5: la pubblicazione" id="{08362d8c-94a2-64c2-b35b-b3918d296bc4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progetto si chiude oggi con il passo che trasforma un programma in un prodotto. Il Verm1 dello studente gira sulla sua scrivania; alla fine di questa lezione sarà un solo file che chiunque può installare, sul kit, su QEMU o su PRG32-QT, con un nome, un'icona e la firma del suo autore. La citazione, dal gruppo che costruì il primo Macintosh, sostiene che un'opera è finita solo quando è stata consegnata. La lezione tratta la consegna come una disciplina ingegneristica con i suoi concetti: identità, versioni, licenze e responsabilità.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impacchettare e pubblicare; la cartuccia portabile. DA UTILIZZARE OGGI: gli strumenti di PRG32 (si usa, non si studia, in questo corso). DA COMPRENDERE PIÙ AVANTI: niente. Una slide senza etichetta è contesto: una storia, un esempio, una domanda, un esercizio.
Per il docente: Ultima lezione del progetto; la Lezione 24 chiude il corso con uno sguardo in avanti. Ancora un tutorial: alla fine ogni studente ha un bundle, verm1-1.0.0.zip, controllato e pronto per l'invio. Il caricamento è un atto personale con un token personale: fatelo in laboratorio solo con gli studenti che lo desiderano. Tutto, fino al caricamento escluso, viene eseguito da tools/tests/verm1_store.py sul gioco di riferimento.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Il gioco compilato per due architetture da un solo sorgente. Un manifesto che gli dà un'identità: identificatore, titolo, versione, autori e licenza. Un'icona e un colophon con crediti e comandi. Un bundle, un solo file ZIP, verificato e pronto per il Cartridge Store. E una chiara comprensione di ciò che segue la pubblicazione, e di ciò di cui l'autore risponde.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pubblicare? Un programma che gira solo sul computer del suo autore è un esercizio; uno che altri possono installare è un prodotto. La pubblicazione impone risposte a domande che un esercizio permette di eludere: come si chiama il programma, chi lo ha fatto, su che cosa gira, e che cosa possono farne gli altri. Il Cartridge Store è lo scaffale di PRG32, e ogni cartuccia su di esso è stata scritta da qualcuno che ha cominciato da dove ha cominciato lo studente.
DA COMPRENDERE OGGI: impacchettare e pubblicare.
Per il docente: Lo Store è su store.prg32.uniparthenope.it; il suo software è aperto, github.com/riscv-prg32/CartridgeStore. PRG32-QT ha un proprio browser dello Store. Mostrate entrambi.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dal sorgente allo scaffale in sei fasi: il file sorgente; due cartucce, una per architettura; i metadati, che comprendono identità, icona e crediti; il bundle; la revisione da parte di un editore; e lo Store. I primi quattro passi di oggi avvengono interamente sul computer dello studente. Solo il quinto comunica con lo Store, così che fino ad allora nulla lasci la macchina.
DA COMPRENDERE OGGI: impacchettare e pubblicare.
Per il docente: Il percorso della lezione. Nulla lascia il calcolatore dello studente prima del comando di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impacchettare va stabilito se il gioco è finito. Sei verifiche, ciascuna con un metodo e uno strumento. Si avvia, si gioca e finisce: si giocano tre partite complete. Nessun frame è in ritardo: si osserva la telemetria. La memoria è coerente: si mette in pausa a caso e si confrontano anello, mappa e schermo, l'invariante della Parte 3. Gira sulla seconda architettura, QEMU, e sul kit fisico se è disponibile. Ed è davvero dell'autore: contiene qualcosa che il riferimento non ha. Una cartuccia mai eseguita su un target non va pubblicata per quel target.
DA COMPRENDERE OGGI: impacchettare e pubblicare.
Per il docente: Il debugger si usa un'ultima volta, come strumento di qualità. Una cartuccia che non è mai stata eseguita su un target non va pubblicata per quel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campo del manifesto è un impegno. L'id è per convenzione un nome di dominio rovesciato e non cambia mai; deve contenere il nome dell'autore, perché due studenti non possono pubblicare lo stesso identificatore. La version segue lo schema maggiore, minore, correzione, e una versione pubblicata si considera immutabile: un errore si corregge con una nuova versione. Gli authors sono tutti coloro che hanno scritto il gioco. La license dice che cosa possono farne gli altri. I tags determinano come verrà trovato.
DA COMPRENDERE OGGI: impacchettare e pubblicare.
Per il docente: Due studenti non possono pubblicare lo stesso id: ciascuno usa un id proprio, per esempio it.uniparthenope.arc12.&lt;cognome&gt;.verm1. Concordate la convenzione in aula. Un id e una versione, una volta pubblicati, vanno considerati permanenti: un errore si corregge con una nuova versione, non con una sostituzione. È una regola di buona pratica (semantic versioning), su cui contano i giocatori che hanno già installato la 1.0.0.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L'icona è una piccola immagine PNG che rappresenta il gioco sullo scaffale. L'icona di riferimento è di 64 per 64 pixel: un verme e un boccone di cibo nei colori del gioco. La pixel art si addice a una macchina di questa risoluzione; conviene disegnarla in grande, cella per cella, con qualsiasi editor che salvi in PNG, e salvarla come icon.png accanto al manifesto. Va disegnata dall'autore: un'immagine presa dal web è opera di qualcun altro.
DA COMPRENDERE OGGI: impacchettare e pubblicare.
Per il docente: L'icona di riferimento è verm1/store/icon.png. Un'icona presa dal web è il lavoro di qualcun altro: disegnate la vostra.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omaggio non è una copia. Verm1 è un omaggio a Snake: l'idea di un verme che cresce è antica quanto Blockade, del 1976, e appartiene a tutti, mentre il nome, il codice, l'icona e i suoni sono originali. Le regole di un gioco non sono protette; codice, immagini, musica e nomi lo sono. Prima della pubblicazione ogni componente va quindi esaminata: l'ha fatta l'autore? Se no, la sua licenza ne permette la pubblicazione, e sono stati dati i crediti? Il nome dell'autore compare sull'opera, quindi va pubblicato solo ciò che l'autore firmerebbe.
DA COMPRENDERE OGGI: impacchettare e pubblicare.
Per il docente: Le regole di un gioco non sono protette; codice, immagini, musica e nomi sì. Un'introduzione breve e concreta al diritto d'autore, che gli ingegneri incontrano presto.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Ciò che segue, in quattro fasi. In attesa: il bundle è conservato come proposta e non è ancora sullo scaffale. Revisione: un editore verifica che si installi, giri, sia descritto onestamente e non contenga nulla che non sia dell'autore. Pubblicato: il gioco compare nello Store per le architetture dichiarate. E se si trova un errore, lo si corregge, si porta la versione a 1.0.1, e il bundle si impacchetta e si propone di nuovo, mentre la versione 1.0.0 resta com'era.
DA COMPRENDERE OGGI: impacchettare e pubblicare.
Per il docente: La moderazione protegge i giocatori e gli autori. Un rifiuto arriva con una motivazione: rispondete con una nuova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lista di controllo della proposta, sette punti: giocato fino alla fine su ogni architettura; abi-table presente in ogni file; identificatore unico e dell'autore, versione nuova, descrizioni oneste; autori, licenza e colophon completi; i metadati corretti dentro ogni cartuccia; il bundle provato su un altro computer; il token in nessun file. Una lista di controllo non è burocrazia: è lo strumento con cui gli esperti evitano gli errori che gli esperti commettono, una pratica presa in prestito dall'aviazione e dalla chirurgia.
DA COMPRENDERE OGGI: impacchettare e pubblicare.
Per il docente: Stampatela. Una lista di controllo non è burocrazia: è il modo in cui piloti e chirurghi evitano gli errori che commettono gli esperti.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 vale la regola sulle versioni: ciò che è stato pubblicato si considera permanente.
Per la seconda si considera dove finiscono i metadati, dentro un solo file di cartuccia, e quante architetture serve un solo file di cartuccia.
Per il docente: 1. Risposta: B. Una versione pubblicata si considera permanente: una correzione è una nuova versione con lo stesso id.
2. Risposta: B. L'elenco dei file appartiene al bundle; una singola cartuccia dichiara la propria architettura, data sulla riga di comando.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token è una credenziale, paragonabile a una password. La domanda è quale dei quattro luoghi non sia un file che viene mai condiviso.
Per il docente: Risposta: C. Un token è una credenziale: non va mai in un file condiviso o sotto controllo di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Ciò che lo studente ha costruito in questo corso. Un gioco di circa seicento righe di assembly, cresciuto da tre funzioni che si limitavano a ritornare, e con esso una conoscenza operativa di ogni livello della macchina: bit e numeri, porte e tabelle, stato e memoria, il processore, il display e i dispositivi. Un metodo: un passo eseguibile alla volta, e un'ispezione della macchina ogni volta che qualcosa sorprende. E il passo finale che rende il lavoro ingegneria: un prodotto con un nome, una versione e un autore. La prossima lezione guarda oltre il kit.
Stato di apprendimento, riepilogo. DA COMPRENDERE OGGI: impacchettare e pubblicare; la cartuccia portabile. DA UTILIZZARE OGGI: gli strumenti di PRG32 (si usa, non si studia, in questo corso). DA COMPRENDERE PIÙ AVANTI: niente. Una slide senza etichetta è contesto: una storia, un esempio, una domanda, un esercizio.
Per il docente: Il progetto finisce qui; la Lezione 24 guarda oltre il kit, alle macchine che eseguono le stesse istruzioni su grande scala. I prodotti del progetto sono il sorgente della variante dello studente e il suo bundle; l'esame orale può partire da una qualunque delle sue righe.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23: Verm1: lo Store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 sul Cartridge Store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un programma che gira sulla vostra scrivania a un bundle che chiunque può installare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“Real artists ship.”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 Jobs, al gruppo del Macintosh, 1983: i veri artisti consegnano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23-Architettura_dei_Calcolatori-Verm1_sul_Cartridge_Store-Lab.pptx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822" y="4251960"/>
            <a:ext cx="2646947" cy="18288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Verm1 compilato per due architetture, il kit ESP32-C6 e QEMU, dallo stesso sorgente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manifest che dà al gioco un'identità: id, titolo, versione, autori, licenza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Un'icona, e un colophon con crediti e comandi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111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928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bundle, un solo file ZIP, controllato e pronto per il Cartridge Store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72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8894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Un'idea chiara di che cosa succede dopo aver premuto «pubblica», e di che cosa siete responsabili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pubblicare?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che gira solo sul calcolatore del suo autore è un esercizio; uno che altri possono installare è un prodotto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6156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32444"/>
            <a:ext cx="5468112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Pubblicare impone le domande che un esercizio lascia saltare: come si chiama, chi l'ha fatto, su che cosa gira, che cosa possono farne gli altri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40251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41953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 è lo scaffale di PRG32: giochi e programmi che si installano sul kit, su QEMU e su PRG32-QT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1402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057077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cartuccia che c'è lì è stata scritta da qualcuno partito da dove siete partiti voi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960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877814"/>
            <a:ext cx="546811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vostra può stare accanto alle altre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1553"/>
            <a:ext cx="4876495" cy="336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Store, da PRG32-QT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sorgente allo scaffale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sorgente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138629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58669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95829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cartucce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595829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 architettura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04865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8698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05858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metadati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05858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identità, icona, crediti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8728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15888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file ZIP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868717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8757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5917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325917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redattore lo controlla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778746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98786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35946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10235946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chiunque installa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da 1 a 4 di oggi avvengono sul vostro calcolatore. Solo il passo 5 parla con lo Store.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di confezionare: è finito?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72300"/>
                <a:gridCol w="5291183"/>
                <a:gridCol w="27309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Parte, si gioca e finisce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giocate tre partite intere, perdete in tre modi diversi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Nessun frame è in ritardo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telemetria in una partita lunga: i frame in ritardo restano a zero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PRG32-QT, modalità debug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è coerente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mettete in pausa a caso e confrontate anello, mappa e schermo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PRG32-QT, vista Memory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sulla seconda architettura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compilate per QEMU, caricate, giocate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sull'hardware vero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caricate su un kit, giocate con joystick e altoparlante veri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kit, se ne avete uno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È vostro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titolo, una regola o un aspetto che il riferimento non ha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campi, e a che cosa vi impegnano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36150"/>
                <a:gridCol w="5291183"/>
                <a:gridCol w="4267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Regola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Verm1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consuetudine un nome di dominio rovesciato; non cambia mai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 per studente: metteteci il vostro nome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major.minor.patch; una versione pubblicata si considera permanente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1.0.0, poi 1.0.1 per una correzione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ciò che legge il giocatore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Verm1, o il nome della vostra variante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persone che l'hanno scritto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voi, e chi ha lavorato con voi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possono farne gli altri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MIT, se volete che altri possano imparare dal vostro lavoro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verrà trovato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arcade, snake, assembly, education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Un'icona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piccolo PNG che rappresenta il gioco sullo scaffale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15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17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nostra è di 64 per 64 pixel: un verme e un pezzo di cibo, con i colori del gioco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1945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13024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pixel art si addice a una macchina di 320 per 200 pixel: disegnate in grande, cella per cella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4081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01744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qualunque editor che salvi PNG, o disegnatela con un programma, come è stata fatta l'icona di riferimento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Salvatela come icon.png accanto al manifest: il manifest la nomina sotto assets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verm1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676552"/>
            <a:ext cx="3779215" cy="377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icon.png, ingrandita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omaggio non è una copia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è un omaggio a Snake: l'idea di un verme che cresce è vecchia quanto Blockade, 1976, ed è libera per tutti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494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3999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nome, il codice, l'icona e i suoni sono nostri: nulla è stato preso da un altro gioco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20611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30677"/>
            <a:ext cx="6565392" cy="1049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di pubblicare, chiedetevi di ogni pezzo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l'ho scritto o disegnato io?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 no, la sua licenza mi permette di pubblicarlo, e ho citato l'autore?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55428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8846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 e personaggi dei giochi commerciali sono marchi registrati: non usateli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35524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licenza che scegliete dice agli altri che cosa possono fare del vostro lavoro: la MIT permette di studiarlo, modificarlo e condividerlo, conservando il vostro nome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164592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86000"/>
            <a:ext cx="323057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Sopra c'è il vostro nome. Pubblicate solo ciò che firmereste.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succede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attesa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bundle è conservato come invio: non è ancora sullo scaffale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redattore controlla che si installi, giri, sia descritto onestamente e non contenga nulla che non sia vostro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Pubblicato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compare nello Store, per le architetture che avete dichiarato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errore?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Correggetelo, portate la versione a 1.0.1, confezionate e inviate di nuovo: la 1.0.0 resta com'era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lista di controllo per l'invio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82733"/>
                <a:gridCol w="104116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gioco è stato giocato fino alla fine su ogni architettura del manifest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summary dice import_model: abi-table per ogni file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l'id è vostro e unico; la versione è nuova; titolo, summary e description dicono che cos'è il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autori, licenza e colophon sono completi; ogni pezzo è vostro o è citato l'autore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inspect-metadata mostra id, versione e architettura giusti in ogni 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bundle è stato estratto e provato su un altro calcolatore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token non è in nessun file, in nessuna schermata e in nessun repository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Avete pubblicato la versione 1.0.0 e trovato un errore. Che cosa fate?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caricate di nuovo la 1.0.0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pubblicate la 1.0.1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l'id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chiedete che il vecchio file venga modificato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metadata.json non contiene la voce architectures?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facoltativa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metadati vanno dentro una cartuccia, che ha una sola architettura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non la supporta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sarebbe troppo lunga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va tenuto il token dello Store?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verm1.S, come commento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manifest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variabile d'ambiente della vostra shell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README del repository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avete costruito in questo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di seicento righe di assembly, da tre funzioni che si limitavano a ritornare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esso, ogni livello della macchina: bit e numeri, porte e tabelle, stato e memoria, il processore, lo schermo, i dispositivi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metodo: un passo eseguibile alla volta, e uno sguardo dentro ogni volta che qualcosa vi sorprende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l'ultimo passo che ne fa ingegneria: un prodotto con un nome, una versione e un autore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prossimo gioco sceglietelo voi; la prossima lezione mostra dove le stesse istruzioni girano su grande scala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 sul Cartridge Store</dc:title>
  <dc:subject>Lezione 23</dc:subject>
  <dc:creator>Raffaele Montella</dc:creator>
  <cp:lastModifiedBy>Raffaele Montella</cp:lastModifiedBy>
  <cp:revision>1</cp:revision>
  <dcterms:created xsi:type="dcterms:W3CDTF">2026-10-16T20:22:26Z</dcterms:created>
  <dcterms:modified xsi:type="dcterms:W3CDTF">2026-10-16T20:22:26Z</dcterms:modified>
</cp:coreProperties>
</file>