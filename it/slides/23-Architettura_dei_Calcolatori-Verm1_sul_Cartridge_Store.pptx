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31b1d18-c1df-cdb1-9a3c-02ca0377a73d}">
          <p14:sldIdLst>
            <p14:sldId id="256"/>
            <p14:sldId id="257"/>
            <p14:sldId id="258"/>
            <p14:sldId id="259"/>
            <p14:sldId id="260"/>
          </p14:sldIdLst>
        </p14:section>
        <p14:section name="Passo 1: un sorgente, due cartucce" id="{fe65cdd0-438a-9fe2-cd2c-a9023448ac2f}">
          <p14:sldIdLst>
            <p14:sldId id="261"/>
            <p14:sldId id="262"/>
            <p14:sldId id="263"/>
          </p14:sldIdLst>
        </p14:section>
        <p14:section name="Passo 2: un'identità" id="{aac1873d-b3e2-c580-f0de-be8f02f5cc72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Passo 3: la cartuccia porta con sé i documenti" id="{c5ca23c9-e6d5-08ef-3ab0-39dda6302108}">
          <p14:sldIdLst>
            <p14:sldId id="270"/>
            <p14:sldId id="271"/>
            <p14:sldId id="272"/>
          </p14:sldIdLst>
        </p14:section>
        <p14:section name="Passo 4: il bundle" id="{e1040e28-14bf-fceb-29ee-f56cafaa7739}">
          <p14:sldIdLst>
            <p14:sldId id="273"/>
            <p14:sldId id="274"/>
            <p14:sldId id="275"/>
          </p14:sldIdLst>
        </p14:section>
        <p14:section name="Passo 5: la pubblicazione" id="{be311ea4-632f-e32e-7f9c-cb42f5788a32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progetto finisce oggi, con il passo che trasforma un programma in un prodotto. Il vostro Verm1 gira sulla vostra scrivania; alla fine di questa lezione sarà un unico file che chiunque può installare, sul kit, su QEMU o su PRG32-QT, con un nome, un'icona e la vostra firma. La citazione, dal gruppo che costruì il primo Macintosh, dice che un lavoro è finito solo quando è stato consegnato.
Per il docente: Ultima lezione del progetto; la Lezione 24 chiude il corso con uno sguardo in avanti. Ancora un tutorial: alla fine ogni studente ha un bundle, verm1-1.0.0.zip, controllato e pronto per l'invio. Il caricamento è un atto personale con un token personale: fatelo in laboratorio solo con gli studenti che lo desiderano. Tutto, fino al caricamento escluso, viene eseguito da tools/tests/verm1_store.py sul gioco di riferimento.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risultati. Il vostro gioco compilato per due architetture dallo stesso sorgente. Un manifest che gli dà un'identità: id, titolo, versione, autori, licenza. Un'icona e un colophon con crediti e comandi. Un bundle, un solo file ZIP, controllato e pronto per il Cartridge Store. E un'idea chiara di che cosa succede dopo la pubblicazione, e di che cosa rispondete.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Perché pubblicare? Un programma che gira solo sul calcolatore del suo autore è un esercizio; uno che altri possono installare è un prodotto. Pubblicare vi obbliga a rispondere a domande che un esercizio lascia saltare: come si chiama, chi l'ha fatto, su che cosa gira, che cosa possono farne gli altri. Il Cartridge Store è lo scaffale di PRG32, e ogni cartuccia che vi si trova è stata scritta da qualcuno che ha cominciato da dove avete cominciato voi.
Per il docente: Lo Store è su store.prg32.uniparthenope.it; il suo software è aperto, github.com/riscv-prg32/CartridgeStore. PRG32-QT ha un proprio browser dello Store. Mostrate entrambi.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percorso dal sorgente allo scaffale in sei tappe: il vostro file sorgente; due cartucce, una per architettura; i metadati, cioè identità, icona e crediti; il bundle; la revisione di un redattore; lo Store. I primi quattro passi di oggi avvengono interamente sul vostro calcolatore. Solo il quinto parla con lo Store: fino ad allora nulla lascia la vostra macchina.
Per il docente: Il percorso della lezione. Nulla lascia il calcolatore dello studente prima del comando di pubblicazione.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di confezionare, chiedetevi se il gioco è finito. Sei controlli, ciascuno con un metodo e uno strumento. Parte, si gioca e finisce: giocate tre partite intere. Nessun frame è in ritardo: guardate la telemetria. La memoria è coerente: mettete in pausa a caso e confrontate anello, mappa e schermo. Gira sulla seconda architettura, QEMU, e sul kit vero se ne avete uno. Ed è vostro: ha qualcosa che il riferimento non ha. Una cartuccia mai eseguita su un target non va pubblicata per quel target.
Per il docente: Il debugger si usa un'ultima volta, come strumento di qualità. Una cartuccia che non è mai stata eseguita su un target non va pubblicata per quel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primo passo: da un sorgente, due cartucce, e un controllo su ciò che è stato compilato.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comando di compilazione di ogni lezione, con un'opzione in più: --architecture indica il target per cui viene prodotto il file, prima esp32c6 e poi qemu. I file prodotti seguono una regola per i nomi: il nome del gioco, un trattino, l'architettura. Il sorgente è lo stesso per entrambi. Guardate la dimensione riportata dal builder: l'intero gioco finito è circa sei kilobyte di codice.
Per il docente: Il builder risponde: built verm1-esp32c6.prg32 name=verm1 load=0x40800000, e code=6216 per il gioco di riferimento. Sei kilobyte: meno di questa slide come immagine.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cartridge summary stampa ciò che un file di cartuccia dichiara di sé. Cercate una riga: import_model deve valere abi-table. Significa che la cartuccia raggiunge le funzioni del runtime attraverso una tabella, e non attraverso gli indirizzi fissi di una particolare immagine del firmware. Una cartuccia così è portabile: continua a funzionare quando il firmware viene aggiornato. Lo Store accetta cartucce portabili. Ripetete il controllo sul secondo file.
Per il docente: Una cartuccia non portabile è collegata agli indirizzi di una specifica immagine del firmware e si rompe al primo aggiornamento. La tabella è l'ABI di PRG32: prg32_gfx_rect e le altre ne sono voci. Ripetete il controllo sul file per QEMU.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secondo passo dà al gioco un'identità, con tre piccoli file che scrivete voi: un manifest, un'icona e un colophon.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manifest è un file JSON che descrive il gioco. Leggete i campi uno per uno. id è un nome unico al mondo. version sono tre numeri. title è ciò che legge il giocatore. summary è una riga per lo scaffale e description un paragrafo. Poi autori, licenza ed etichette. Alla fine, assets nomina l'icona e architectures dice quale file di cartuccia serve quale target. Createlo con un editor di testo nella cartella del vostro gioco.
Per il docente: Create il file in ~/verm1 con un editor di testo. Nella slide la descrizione è tagliata. La riga abi dice di quale versione del formato dei metadati si tratta.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campo vi impegna a qualcosa. L'id è per consuetudine un nome di dominio rovesciato, e non cambia mai: metteteci il vostro nome, perché due studenti non possono pubblicare lo stesso. La version segue lo schema major, minor, patch, e una versione pubblicata si considera permanente: un errore si corregge con una nuova versione. Gli authors sono tutti quelli che hanno scritto il gioco. La license dice che cosa possono farne gli altri. I tags sono il modo in cui verrà trovato.
Per il docente: Due studenti non possono pubblicare lo stesso id: ciascuno usa un id proprio, per esempio it.uniparthenope.arc12.&lt;cognome&gt;.verm1. Concordate la convenzione in aula. Un id e una versione, una volta pubblicati, vanno considerati permanenti: un errore si corregge con una nuova versione, non con una sostituzione. È una regola di buona pratica (semantic versioning), su cui contano i giocatori che hanno già installato la 1.0.0.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L'icona è una piccola immagine PNG che rappresenta il gioco sullo scaffale. Quella di riferimento è di 64 per 64 pixel: un verme e un pezzo di cibo con i colori del gioco. La pixel art si addice a una macchina di questa risoluzione: disegnate in grande, cella per cella, con qualunque editor che salvi PNG. Salvatela come icon.png accanto al manifest. E disegnatela voi: un'immagine presa dal web è il lavoro di qualcun altro.
Per il docente: L'icona di riferimento è verm1/store/icon.png. Un'icona presa dal web è il lavoro di qualcun altro: disegnate la vostra.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colophon è la pagina dei crediti della cartuccia; la parola viene dalla tipografia, dove indica la nota in fondo a un libro che dice chi l'ha realizzato. Elenca ruoli e nomi, i comandi, cioè che cosa fa ogni ingresso per il giocatore, e i ringraziamenti, dove resta citato il gioco di riferimento da cui siete partiti. Sostituite ovunque il nome segnaposto e impostate la data.
Per il docente: Colophon è la parola dei tipografi per la nota in fondo a un libro che dice chi l'ha realizzato. Sostituite ovunque Your Name, e impostate la data di pubblicazione.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omaggio non è una copia. Verm1 è un omaggio a Snake: l'idea di un verme che cresce è vecchia quanto Blockade, del 1976, e appartiene a tutti. Il nome, il codice, l'icona e i suoni sono nostri. Le regole di un gioco non sono protette; codice, immagini, musica e nomi sì. Quindi, prima di pubblicare, chiedetevi di ogni pezzo: l'ho fatto io? Se no, la sua licenza mi permette di pubblicarlo, e ho citato l'autore? Sopra c'è il vostro nome: pubblicate solo ciò che firmereste.
Per il docente: Le regole di un gioco non sono protette; codice, immagini, musica e nomi sì. Un'introduzione breve e concreta al diritto d'autore, che gli ingegneri incontrano presto.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terzo passo scrive l'identità dentro ogni file di cartuccia, così che il file porti con sé i suoi documenti.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preparate metadata.json: una copia del manifest senza le due voci assets e architectures, che riguardano il bundle e non la singola cartuccia. Poi store attach-metadata scrive metadati, icona e colophon dentro la cartuccia: una volta per file, ciascuno con la sua architettura. Il programma non viene toccato; le informazioni vengono aggiunte in coda. Da questo momento una cartuccia copiata a mano dice ancora che cos'è e chi l'ha fatta.
Per il docente: Lo strumento risponde: wrote verm1-esp32c6.prg32 legacy=6316 blocks=3. I tre blocchi sono i metadati, l'icona e il colophon, aggiunti in coda al programma; il programma in sé non viene toccato. Attenzione: dare il manifest completo a --metadata fa fallire lo strumento, per via della voce assets.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 fidarsi di una scrittura che non si è riletta. store inspect-metadata stampa ciò che c'è dentro la cartuccia: controllate id, titolo, versione e architettura, e che trailer_present valga true. Poi eseguite ancora una volta la cartuccia: deve funzionare esattamente come prima. Rileggere ciò che si è scritto è l'abitudine di tutto il corso, dalla vista della memoria nel debugger a questo comando.
Per il docente: Output abbreviato. Rileggere ciò che si è scritto è l'abitudine di tutto il corso: la vista della memoria nel debugger, e ora questo.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quarto passo raccoglie tutto in un unico file: il bundle.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 pack-bundle legge il manifest, raccoglie i file che nomina e produce un file ZIP il cui nome porta la versione. Se un file manca o ha il nome sbagliato, lo strumento si ferma qui, sul vostro calcolatore, e non più tardi allo Store. Guardate l'elenco che stampa: il manifest, l'icona e le due cartucce. Il vostro intero gioco, per due macchine, è circa sedici kilobyte.
Per il docente: Output reale per il gioco di riferimento, da tools/tests/verm1_store.py. I file devono stare nella stessa cartella del manifest.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Provate il bundle, non la vostra cartella. Estraetelo in una cartella vuota e lavorate da lì: importate in PRG32-QT la cartuccia per ESP32-C6 e verificate che titolo, icona e crediti siano i vostri; caricate l'altra su QEMU e giocate una partita; se avete un kit, provatela con il joystick vero. Poi chiedete a un collega di fare lo stesso su un altro calcolatore. Così si intercetta l'errore classico: un bundle costruito prima dell'ultima correzione.
Per il docente: Provare i file confezionati, e non quelli della cartella di lavoro, intercetta l'errore classico: un bundle costruito prima dell'ultima correzione.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quinto passo è l'unico che lascia il vostro calcolatore: la pubblicazione.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azioni. Accedete allo Store e create un token. Tenetelo in una variabile d'ambiente della vostra shell. Poi inviate il bundle con store publish-bundle. Il token siete voi: chi lo possiede pubblica a vostro nome. Quindi è un segreto: non va nel sorgente, né in un file sotto controllo di versione, né in una schermata. Se lo perdete o lo mostrate per errore, revocatelo e createne uno nuovo.
Per il docente: È l'unico passo che non è stato eseguito per queste slide: richiede un account personale. Fatelo dal vivo con un volontario, con il token del volontario, e non proiettate mai il token.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succede dopo, in quattro tappe. In attesa: il bundle è conservato come invio, e non è ancora sullo scaffale. Revisione: un redattore controlla che si installi, giri, sia descritto onestamente e non contenga nulla che non sia vostro. Pubblicato: il gioco compare nello Store per le architetture dichiarate. E se trovate un errore: correggetelo, portate la versione a 1.0.1, confezionate e inviate di nuovo; la versione 1.0.0 resta com'era.
Per il docente: La moderazione protegge i giocatori e gli autori. Un rifiuto arriva con una motivazione: rispondete con una nuova versione.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lista di controllo per l'invio, sette punti: giocato fino alla fine su ogni architettura; abi-table per ogni file; id unico e vostro, versione nuova, descrizioni oneste; autori, licenza e colophon completi; i metadati giusti dentro ogni cartuccia; il bundle provato su un altro calcolatore; il token in nessun file. Una lista di controllo non è burocrazia: è lo strumento con cui gli esperti evitano gli errori degli esperti.
Per il docente: Stampatela. Una lista di controllo non è burocrazia: è il modo in cui piloti e chirurghi evitano gli errori che commettono gli esperti.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Ricordate la regola sulle versioni: ciò che è stato pubblicato si considera permanente.
Per il docente: Risposta: B. Una versione pubblicata si considera permanente: una correzione è una nuova versione con lo stesso 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Pensate a dove finiscono i metadati: dentro un file di cartuccia. Quante architetture ha un file di cartuccia?
Per il docente: Risposta: B. L'elenco dei file appartiene al bundle; una singola cartuccia dichiara la propria architettura, data sulla riga di comando.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token è una credenziale, come una password. Quale dei quattro posti non è un file che viene condiviso?
Per il docente: Risposta: C. Un token è una credenziale: non va mai in un file condiviso o sotto controllo di versione.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vostra release. Scegliete un id e un titolo, scrivete il manifest e il colophon della vostra variante, disegnate la vostra icona. Poi compilate, allegate, ispezionate e confezionate, e ripassate la lista di controllo con un collega come revisore. Il bundle è il prodotto da consegnare per il progetto. La pubblicazione è facoltativa e personale: se volete il vostro gioco sullo scaffale, pubblicatelo e mandate il link alla classe.
Per il docente: La pubblicazione è facoltativa e personale; il bundle è il prodotto da consegnare per il progetto.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avete costruito in questo corso. Un gioco di seicento righe di assembly, cresciuto da tre funzioni che si limitavano a ritornare. Con esso, ogni livello della macchina: bit e numeri, porte e tabelle, stato e memoria, il processore, lo schermo, i dispositivi. Un metodo: un passo eseguibile alla volta, e uno sguardo dentro ogni volta che qualcosa vi sorprende. E l'ultimo passo, che ne fa ingegneria: un prodotto con un nome, una versione e un autore. La prossima lezione guarda oltre il kit.
Per il docente: Il progetto finisce qui; la Lezione 24 guarda oltre il kit, alle macchine che eseguono le stesse istruzioni su grande scala. I prodotti del progetto sono il sorgente della variante dello studente e il suo bundle; l'esame orale può partire da una qualunque delle sue righe.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23: Verm1: lo Store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 sul Cartridge Store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un programma che gira sulla vostra scrivania a un bundle che chiunque può installare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“Real artists ship.”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 Jobs, al gruppo del Macintosh, 1983: i veri artisti consegnano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822" y="4251960"/>
            <a:ext cx="2646947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Verm1 compilato per due architetture, il kit ESP32-C6 e QEMU, dallo stesso sorgente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manifest che dà al gioco un'identità: id, titolo, versione, autori, licenza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Un'icona, e un colophon con crediti e comandi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111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5928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bundle, un solo file ZIP, controllato e pronto per il Cartridge Store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72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8894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Un'idea chiara di che cosa succede dopo aver premuto «pubblica», e di che cosa siete responsabili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pubblicare?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che gira solo sul calcolatore del suo autore è un esercizio; uno che altri possono installare è un prodotto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61562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32444"/>
            <a:ext cx="5468112" cy="1177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Pubblicare impone le domande che un esercizio lascia saltare: come si chiama, chi l'ha fatto, su che cosa gira, che cosa possono farne gli altri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40251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41953"/>
            <a:ext cx="54681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Cartridge Store è lo scaffale di PRG32: giochi e programmi che si installano sul kit, su QEMU e su PRG32-QT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51402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057077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cartuccia che c'è lì è stata scritta da qualcuno partito da dove siete partiti voi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960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877814"/>
            <a:ext cx="5468112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vostra può stare accanto alle altre</a:t>
            </a:r>
            <a:endParaRPr lang="en-US" sz="1900" dirty="0"/>
          </a:p>
        </p:txBody>
      </p:sp>
      <p:pic>
        <p:nvPicPr>
          <p:cNvPr id="13" name="Image 0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881553"/>
            <a:ext cx="4876495" cy="336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Cartridge Store, da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sorgente allo scaffale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verm1.S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sorgente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138629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58669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95829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cartucce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595829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 architettura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04865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8698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05858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metadati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05858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identità, icona, crediti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95868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8728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15888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file ZIP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868717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8757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5917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325917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redattore lo controlla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778746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98786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235946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10235946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chiunque installa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da 1 a 4 di oggi avvengono sul vostro calcolatore. Solo il passo 5 parla con lo Store.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 di confezionare: è finito?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72300"/>
                <a:gridCol w="5291183"/>
                <a:gridCol w="273093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Parte, si gioca e finisce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giocate tre partite intere, perdete in tre modi diversi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Nessun frame è in ritardo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telemetria in una partita lunga: i frame in ritardo restano a zero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PRG32-QT, modalità debug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memoria è coerente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mettete in pausa a caso e confrontate anello, mappa e schermo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PRG32-QT, vista Memory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 sulla seconda architettura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compilate per QEMU, caricate, giocate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 sull'hardware vero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caricate su un kit, giocate con joystick e altoparlante veri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kit, se ne avete uno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È vostro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titolo, una regola o un aspetto che il riferimento non ha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1: un sorgente, due cartucce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Compilare per ogni architettura, e controllare ciò che si è compilato.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Compilare per il kit e per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~/PRG32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your PRG32 folder, toolchain active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--architecture esp32c6 --out ~/verm1/verm1-esp32c6.prg32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--architecture qemu --out ~/verm1/verm1-qemu.prg32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comando di ogni lezione, con un'opzione in più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--architecture indica il target del file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nomi seguono una regola: gioco-architettura.prg32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Verm1 finito è circa 6 kilobyte di codice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Controllo: è portabile?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~/verm1/verm1-esp32c6.prg32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"import_model": "abi-table",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stampa ciò che il file dichiara di sé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abi-table: la cartuccia raggiunge il runtime tramite una tabella di funzioni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Quindi non dipende da una specifica build del firmware: è portabile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Store accetta cartucce portabili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2: un'identità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manifest, un'icona, un colophon.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manifest.json: chi è questo gioco?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"abi": "prg32-metadata-1.0",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"it.uniparthenope.arc12.verm1",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"Verm1",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"version": "1.0.0",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"summary": "A hungry worm on a 40 by 24 grid: a tribute to Snake.",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"description": "Verm1 (say \"vermone\") is the course-long project of ...",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"authors": [{"name": "Your Name"}],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"license": "MIT",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"tags": ["arcade", "snake", "assembly", "education"],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"assets": {"icon": "icon.png"},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"architectures": [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"esp32c6", "file": "verm1-esp32c6.prg32"},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"qemu", "file": "verm1-qemu.prg32"}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un nome unico al mondo, e per sempre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version: tre numeri, 1.0.0 per una prima versione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una riga per lo scaffale; description: un paragrafo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architectures: quale file serve quale target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campi, e a che cosa vi impegnano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36150"/>
                <a:gridCol w="5291183"/>
                <a:gridCol w="42670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Regola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Verm1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consuetudine un nome di dominio rovesciato; non cambia mai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uno per studente: metteteci il vostro nome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major.minor.patch; una versione pubblicata si considera permanente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1.0.0, poi 1.0.1 per una correzione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ciò che legge il giocatore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Verm1, o il nome della vostra variante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persone che l'hanno scritto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voi, e chi ha lavorato con voi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possono farne gli altri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MIT, se volete che altri possano imparare dal vostro lavoro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verrà trovato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arcade, snake, assembly, education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Un'icona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piccolo PNG che rappresenta il gioco sullo scaffale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159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65172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nostra è di 64 per 64 pixel: un verme e un pezzo di cibo, con i colori del gioco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1945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13024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pixel art si addice a una macchina di 320 per 200 pixel: disegnate in grande, cella per cella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4081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01744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Usate qualunque editor che salvi PNG, o disegnatela con un programma, come è stata fatta l'icona di riferimento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Salvatela come icon.png accanto al manifest: il manifest la nomina sotto assets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verm1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676552"/>
            <a:ext cx="3779215" cy="377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icon.png, ingrandita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colophon.json: crediti e comandi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"abi": "prg32-colophon-1.0",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"Verm1",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"subtitle": "A tribute to Snake, in RISC-V assembly",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"version": "1.0.0",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"release_date": "2026-12-18",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"developer": {"name": "Your Name"},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"authors":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 "game design", "name": "Your Name"},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 "programming", "name": "Your Name"}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"license": "MIT",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"copyright": "Copyright 2026 Your Name",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"acknowledgements":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"Giuseppe Coviello, reference implementation of Verm1",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"ARC12 Computer Architecture, University of Naples Parthenope",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"The PRG32 community"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"controls":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{"input": "JOYSTICK", "action": "Steer the worm"},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{"input": "A", "action": "Start, and return to the title after game over"}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"start_prompt": "Press A to play"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colophon è la pagina dei crediti della cartuccia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Ruoli e nomi: riconoscete il lavoro di tutti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controls: che cosa fa ogni ingresso, per il giocatore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acknowledgements: chi ringraziate; il gioco di riferimento da cui siete partiti resta lì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omaggio non è una copia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è un omaggio a Snake: l'idea di un verme che cresce è vecchia quanto Blockade, 1976, ed è libera per tutti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494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3999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nome, il codice, l'icona e i suoni sono nostri: nulla è stato preso da un altro gioco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20611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30677"/>
            <a:ext cx="6565392" cy="1049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di pubblicare, chiedetevi di ogni pezzo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l'ho scritto o disegnato io?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se no, la sua licenza mi permette di pubblicarlo, e ho citato l'autore?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55428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8846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 e personaggi dei giochi commerciali sono marchi registrati: non usateli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54109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335524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licenza che scegliete dice agli altri che cosa possono fare del vostro lavoro: la MIT permette di studiarlo, modificarlo e condividerlo, conservando il vostro nome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1645920"/>
            <a:ext cx="3230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regola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2286000"/>
            <a:ext cx="323057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Sopra c'è il vostro nome. Pubblicate solo ciò che firmereste.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3: la cartuccia porta con sé i documenti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Allegare i metadati a ogni file, e rileggerli.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metadata.json, e attach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metadata.json = manifest.json WITHOUT the "assets" and "architectures" entries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attach-metadata ~/verm1/verm1-esp32c6.prg32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--metadata ~/verm1/metadata.json --icon ~/verm1/icon.png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--colophon ~/verm1/colophon.json --architecture esp32c6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~/verm1/verm1-esp32c6.prg32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attach-metadata ~/verm1/verm1-qemu.prg32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--metadata ~/verm1/metadata.json --icon ~/verm1/icon.png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--colophon ~/verm1/colophon.json --architecture qemu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~/verm1/verm1-qemu.prg32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Copiate il manifest e cancellate due voci: assets, architectures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scrive titolo, icona e crediti dentro la cartuccia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copiata a mano dice ancora che cos'è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volta per file, con la sua architettura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Rileggere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inspect-metadata ~/verm1/verm1-esp32c6.prg32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"id": "it.uniparthenope.arc12.verm1",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"license": "MIT",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"runtime": { "architecture": "esp32c6", ... },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"summary": "A hungry worm on a 40 by 24 grid: a tribute to Snake.",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"title": "Verm1",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"version": "1.0.0"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"trailer_present": true,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"unknown_blocks": []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fidarsi di una scrittura che non si è riletta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Controllate id, titolo, versione e architettura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trailer_present: i documenti sono nel file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ancora una volta la cartuccia: deve funzionare come prima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4: il bundle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file ZIP con tutto ciò che serve allo Store.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Confezionare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pack-bundle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--manifest ~/verm1/manifest.json --out ~/verm1/verm1-1.0.0.zip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Bundle: ~/verm1/verm1-1.0.0.zip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manifest.json                   0.7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icon.png                        0.1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verm1-esp32c6.prg32             7.8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verm1-qemu.prg32                7.8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Total: 16.4 KB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strumento legge il manifest e raccoglie i file che nomina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file mancante o con il nome sbagliato lo ferma qui, non allo Store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nome porta la versione: verm1-1.0.0.zip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intero gioco, per due macchine: 16 kilobyte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provate il bundle, non la vostra cartella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Estraete verm1-1.0.0.zip in una cartella vuota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244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9415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importate verm1-esp32c6.prg32 da quella cartella ed eseguitelo: titolo, icona e crediti devono essere i vostri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321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1381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Caricate verm1-qemu.prg32 su QEMU e giocate una partita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0893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39064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avete un kit, caricate il file per ESP32-C6 e giocate con il joystick vero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28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10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Chiedete a un collega di fare lo stesso su un altro calcolatore: il primo utente che non siete voi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gira dai file contenuti nel bundle, su ogni target dichiarato, su un calcolatore che non è il vostro.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5: la pubblicazione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token, un comando, e una revisione.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Pubblicare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sign in to the Store and create a token on the Tokens page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keep it in the environment of your shell: never in a file, never in 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PRG32_STORE_URL="https://store.prg32.uniparthenope.it"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PRG32_STORE_TOKEN="paste-your-token-here"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submit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publish-bundle ~/verm1/verm1-1.0.0.zip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--store-url "$PRG32_STORE_URL" --token "$PRG32_STORE_TOKEN"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token siete voi: chi lo possiede pubblica a vostro nome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un segreto: non nel sorgente, non in una schermata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L'invio resta in attesa finché un redattore non lo approva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 o mostrato per errore: revocatelo e createne uno nuovo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succede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attesa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bundle è conservato come invio: non è ancora sullo scaffale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redattore controlla che si installi, giri, sia descritto onestamente e non contenga nulla che non sia vostro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Pubblicato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compare nello Store, per le architetture che avete dichiarato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errore?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Correggetelo, portate la versione a 1.0.1, confezionate e inviate di nuovo: la 1.0.0 resta com'era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lista di controllo per l'invio</a:t>
            </a:r>
            <a:endParaRPr lang="en-US" sz="3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682733"/>
                <a:gridCol w="1041168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gioco è stato giocato fino alla fine su ogni architettura del manifest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summary dice import_model: abi-table per ogni file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l'id è vostro e unico; la versione è nuova; titolo, summary e description dicono che cos'è il gioco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autori, licenza e colophon sono completi; ogni pezzo è vostro o è citato l'autore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inspect-metadata mostra id, versione e architettura giusti in ogni cartuccia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bundle è stato estratto e provato su un altro calcolatore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token non è in nessun file, in nessuna schermata e in nessun repository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Avete pubblicato la versione 1.0.0 e trovato un errore. Che cosa fate?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caricate di nuovo la 1.0.0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pubblicate la 1.0.1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cambiate l'id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chiedete che il vecchio file venga modificato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metadata.json non contiene la voce architectures?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facoltativa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metadati vanno dentro una cartuccia, che ha una sola architettura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non la supporta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sarebbe troppo lunga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va tenuto il token dello Store?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verm1.S, come commento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manifest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variabile d'ambiente della vostra shell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README del repository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vostra release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Scegliete il vostro id e il vostro titolo, scrivete manifest e colophon per la vostra variante di Verm1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47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4292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la vostra icona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1363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Compilate, allegate, ispezionate, confezionate: producete il vostro bundle e superate la lista di controllo con un collega come revisore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volete il vostro gioco sullo scaffale: pubblicatelo, e mandate il link alla classe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bundle del vostro gioco, rivisto da un collega con la lista di controllo.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avete costruito in questo corso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di seicento righe di assembly, da tre funzioni che si limitavano a ritornare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esso, ogni livello della macchina: bit e numeri, porte e tabelle, stato e memoria, il processore, lo schermo, i dispositivi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metodo: un passo eseguibile alla volta, e uno sguardo dentro ogni volta che qualcosa vi sorprende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l'ultimo passo che ne fa ingegneria: un prodotto con un nome, una versione e un autore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prossimo gioco sceglietelo voi; la prossima lezione mostra dove le stesse istruzioni girano su grande scala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 sul Cartridge Store</dc:title>
  <dc:subject>Lezione 23</dc:subject>
  <dc:creator>Raffaele Montella</dc:creator>
  <cp:lastModifiedBy>Raffaele Montella</cp:lastModifiedBy>
  <cp:revision>1</cp:revision>
  <dcterms:created xsi:type="dcterms:W3CDTF">2026-10-12T11:28:41Z</dcterms:created>
  <dcterms:modified xsi:type="dcterms:W3CDTF">2026-10-12T11:28:41Z</dcterms:modified>
</cp:coreProperties>
</file>