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5d716fd-f7d9-e429-68c4-69636a48a79a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92642b0d-26f6-821b-c88d-91b15a401f6e}">
          <p14:sldIdLst>
            <p14:sldId id="261"/>
            <p14:sldId id="262"/>
            <p14:sldId id="263"/>
          </p14:sldIdLst>
        </p14:section>
        <p14:section name="Passo 5: la pubblicazione" id="{570765a6-6678-bdbd-1fc9-e06050497f67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finisce oggi, con il passo che trasforma un programma in un prodotto. Il vostro Verm1 gira sulla vostra scrivania; alla fine di questa lezione sarà un unico file che chiunque può installare, sul kit, su QEMU o su PRG32-QT, con un nome, un'icona e la vostra firma. La citazione, dal gruppo che costruì il primo Macintosh, dice che un lavoro è finito solo quando è stato consegnato.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vostro gioco compilato per due architetture dallo stesso sorgente. Un manifest che gli dà un'identità: id, titolo, versione, autori, licenza. Un'icona e un colophon con crediti e comandi. Un bundle, un solo file ZIP, controllato e pronto per il Cartridge Store. E un'idea chiara di che cosa succede dopo la pubblicazione, e di che cosa rispondete.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calcolatore del suo autore è un esercizio; uno che altri possono installare è un prodotto. Pubblicare vi obbliga a rispondere a domande che un esercizio lascia saltare: come si chiama, chi l'ha fatto, su che cosa gira, che cosa possono farne gli altri. Il Cartridge Store è lo scaffale di PRG32, e ogni cartuccia che vi si trova è stata scritta da qualcuno che ha cominciato da dove avete cominciato voi.
DA COMPRENDERE OGGI: impacchettare e pubblicare.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tappe: il vostro file sorgente; due cartucce, una per architettura; i metadati, cioè identità, icona e crediti; il bundle; la revisione di un redattore; lo Store. I primi quattro passi di oggi avvengono interamente sul vostro calcolatore. Solo il quinto parla con lo Store: fino ad allora nulla lascia la vostra macchina.
DA COMPRENDERE OGGI: impacchettare e pubblicare.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confezionare, chiedetevi se il gioco è finito. Sei controlli, ciascuno con un metodo e uno strumento. Parte, si gioca e finisce: giocate tre partite intere. Nessun frame è in ritardo: guardate la telemetria. La memoria è coerente: mettete in pausa a caso e confrontate anello, mappa e schermo. Gira sulla seconda architettura, QEMU, e sul kit vero se ne avete uno. Ed è vostro: ha qualcosa che il riferimento non ha. Una cartuccia mai eseguita su un target non va pubblicata per quel target.
DA COMPRENDERE OGGI: impacchettare e pubblicare.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vi impegna a qualcosa. L'id è per consuetudine un nome di dominio rovesciato, e non cambia mai: metteteci il vostro nome, perché due studenti non possono pubblicare lo stesso. La version segue lo schema major, minor, patch, e una versione pubblicata si considera permanente: un errore si corregge con una nuova versione. Gli authors sono tutti quelli che hanno scritto il gioco. La license dice che cosa possono farne gli altri. I tags sono il modo in cui verrà trovato.
DA COMPRENDERE OGGI: impacchettare e pubblicare.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Quella di riferimento è di 64 per 64 pixel: un verme e un pezzo di cibo con i colori del gioco. La pixel art si addice a una macchina di questa risoluzione: disegnate in grande, cella per cella, con qualunque editor che salvi PNG. Salvatela come icon.png accanto al manifest. E disegnatela voi: un'immagine presa dal web è il lavoro di qualcun altro.
DA COMPRENDERE OGGI: impacchettare e pubblicare.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vecchia quanto Blockade, del 1976, e appartiene a tutti. Il nome, il codice, l'icona e i suoni sono nostri. Le regole di un gioco non sono protette; codice, immagini, musica e nomi sì. Quindi, prima di pubblicare, chiedetevi di ogni pezzo: l'ho fatto io? Se no, la sua licenza mi permette di pubblicarlo, e ho citato l'autore? Sopra c'è il vostro nome: pubblicate solo ciò che firmereste.
DA COMPRENDERE OGGI: impacchettare e pubblicare.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succede dopo, in quattro tappe. In attesa: il bundle è conservato come invio, e non è ancora sullo scaffale. Revisione: un redattore controlla che si installi, giri, sia descritto onestamente e non contenga nulla che non sia vostro. Pubblicato: il gioco compare nello Store per le architetture dichiarate. E se trovate un errore: correggetelo, portate la versione a 1.0.1, confezionate e inviate di nuovo; la versione 1.0.0 resta com'era.
DA COMPRENDERE OGGI: impacchettare e pubblicare.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per l'invio, sette punti: giocato fino alla fine su ogni architettura; abi-table per ogni file; id unico e vostro, versione nuova, descrizioni oneste; autori, licenza e colophon completi; i metadati giusti dentro ogni cartuccia; il bundle provato su un altro calcolatore; il token in nessun file. Una lista di controllo non è burocrazia: è lo strumento con cui gli esperti evitano gli errori degli esperti.
DA COMPRENDERE OGGI: impacchettare e pubblicare.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la regola sulle versioni: ciò che è stato pubblicato si considera permanente.
Pensate a dove finiscono i metadati: dentro un file di cartuccia. Quante architetture ha un file di cartuccia?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come una password. Quale dei quattro posti non è un file che viene condiviso?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avete costruito in questo corso. Un gioco di seicento righe di assembly, cresciuto da tre funzioni che si limitavano a ritornare. Con esso, ogni livello della macchina: bit e numeri, porte e tabelle, stato e memoria, il processore, lo schermo, i dispositivi. Un metodo: un passo eseguibile alla volta, e uno sguardo dentro ogni volta che qualcosa vi sorprende. E l'ultimo passo, che ne fa ingegneria: un prodotto con un nome, una versione e un autore. La prossima lezione guarda oltre il kit.
Stato di apprendimento, riepilogo.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