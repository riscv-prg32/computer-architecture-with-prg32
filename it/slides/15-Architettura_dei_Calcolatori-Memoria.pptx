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0116c09-95bc-8797-68f0-f674fc5acad5}">
          <p14:sldIdLst>
            <p14:sldId id="256"/>
            <p14:sldId id="257"/>
          </p14:sldIdLst>
        </p14:section>
        <p14:section name="Riscaldamento sulla macchina" id="{24b2aa68-83d8-6957-5f63-878184d231a8}">
          <p14:sldIdLst>
            <p14:sldId id="258"/>
            <p14:sldId id="259"/>
          </p14:sldIdLst>
        </p14:section>
        <p14:section name="Che cos'è una memoria?" id="{d467e266-ced3-b7f1-f221-52ab17827525}">
          <p14:sldIdLst>
            <p14:sldId id="260"/>
            <p14:sldId id="261"/>
            <p14:sldId id="262"/>
          </p14:sldIdLst>
        </p14:section>
        <p14:section name="Un po' di storia" id="{13a4ee1e-fd08-949e-b0e8-9023fbee9f22}">
          <p14:sldIdLst>
            <p14:sldId id="263"/>
            <p14:sldId id="264"/>
            <p14:sldId id="265"/>
          </p14:sldIdLst>
        </p14:section>
        <p14:section name="La memoria oggi" id="{12bba8b7-807c-366d-5177-0967d7da85c8}">
          <p14:sldIdLst>
            <p14:sldId id="266"/>
            <p14:sldId id="267"/>
            <p14:sldId id="268"/>
            <p14:sldId id="269"/>
          </p14:sldIdLst>
        </p14:section>
        <p14:section name="La memoria centrale" id="{6aafd761-78c1-caca-d6c7-bdc126cfc058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Processore e memoria" id="{fc0a81b7-5371-bb0d-3ecd-91f1aae554d9}">
          <p14:sldIdLst>
            <p14:sldId id="276"/>
            <p14:sldId id="277"/>
            <p14:sldId id="278"/>
            <p14:sldId id="279"/>
          </p14:sldIdLst>
        </p14:section>
        <p14:section name="Memoria e ingresso/uscita" id="{feca2bfa-c97b-636c-c5d8-cdd97e77a85a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memoria dalla seconda lezione: ogni lw e ogni sw la legge o la scrive. Questa lezione spiega che cos'è una memoria, come è organizzata, e che cosa accade davvero tra il processore e la memoria quando si esegue un load. L'immagine in copertina è il debugger di PRG32-QT, la cui vista della memoria vi farà da microscopio. La citazione da Tron è una battuta con un lato serio: una macchina con memoria può conservare uno stato, e con uno stato può fare quasi tutto.
Per il docente: Spirale: lw e lbu sulla stessa parola mostrano indirizzi di byte e ordine dei byte su una vera macchina RISC-V; la lezione spiega poi che cos'è una memoria, come è organizzata e come il processore le parla. La presentazione originale usava come esempio l'MC68000 (big-endian, niente parole disallineate): RISC-V ne prende il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Classificare le memorie come volatili o persistenti, in linea o fuori linea, e collocarle in una gerarchia. Descrivere come SRAM e DRAM memorizzano un bit e perché hanno usi diversi. Spiegare parole, indirizzi e memoria indirizzabile al byte. Distinguere l'ordine little-endian da quello big-endian. Descrivere passo per passo come il processore legge e scrive una parola. E spiegare che cosa sono l'ingresso/uscita mappato in memoria e il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 legge gli stessi quattro byte di memoria in due modi, come una parola e come byte singoli. Provate a prevedere i quattro valori prima di eseguirlo.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è una parola che contiene 0x12345678. lw la carica tutta in t1. Poi tre istruzioni lbu caricano byte singoli, all'indirizzo della parola, a quell'indirizzo più 1 e più 3: danno 0x78, 0x56 e 0x12. Ne seguono due fatti. Una parola occupa quattro indirizzi consecutivi, perché la memoria si indirizza byte per byte. E il byte all'indirizzo più basso è il meno significativo: l'ordine little-endian. Aprite la vista della memoria di PRG32-QT all'indirizzo contenuto in t0 e vedrete 78 56 34 12.
Per il docente: Eseguirlo in PRG32-QT e aprire la vista della memoria all'indirizzo contenuto in t0: i byte compaiono come 78 56 34 12. La slide sull'ordine dei byte della Lezione 04 diventa un esperimento.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una definizione e una classificazione: che cosa conta come memoria in un calcolatore, e come sono disposti i diversi tipi.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la parte di un calcolatore dedicata a conservare i dati e le istruzioni dei programmi. La classificano due distinzioni. Le memorie volatili conservano l'informazione solo finché la macchina è alimentata; quelle persistenti la conservano a macchina spenta. In linea significa che i dati sono sempre accessibili; fuori linea significa che prima va montato un supporto, come un nastro preso da uno scaffale.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gerarchia di memoria. In cima i registri, dentro il processore; poi la cache, la memoria centrale, i dischi a stato solido e magnetici, e infine nastri e supporti rimovibili. Salendo, le memorie sono più veloci e più costose per bit; scendendo, più grandi e più economiche. I livelli alti sono volatili, quelli bassi persistenti. L'ultima riga spiega perché la gerarchia esiste: nessuna tecnologia è insieme veloce, grande ed economica, quindi un calcolatore ne combina diverse.
Per il docente: Tipologie di memoria. Tempi di accesso tipici: registri e cache da meno di un nanosecondo a pochi nanosecondi; DRAM decine di nanosecondi; SSD decine di microsecondi; dischi magnetici millisecondi; nastro da secondi a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breve pezzo di storia, utile perché le sue idee ritornano: la memoria fatta di piccoli anelli magnetici, usata prima delle memorie a semiconduttore.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a nuclei magnetici ogni bit è un anellino di ferrite, e il suo valore è il verso del campo magnetico nell'anello. È stata la memoria centrale dei calcolatori degli anni Cinquanta e Sessanta, e conservava il contenuto senza alimentazione. Le ricerche cominciarono con An Wang a Harvard nel 1949; Jay Forrester al MIT la rese pratica per il calcolatore Whirlwind. Guardate la fotografia: ogni anello è attraversato da fili, e un anello è un bit.
Per il docente: In inglese: magnetic-core memory. Il pulse transfer controlling device di Wang usava un campo magnetico per controllare un sistema elettromeccanico.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legge e si scrive un nucleo. Due fili, X e Y, selezionano un anello. La lettura pone a 0 il bit selezionato: se conteneva un 1 compare un impulso sul filo di lettura, altrimenti nulla. Quindi la lettura distrugge il contenuto, e ogni lettura è seguita da una scrittura che memorizza di nuovo il dato. La scrittura pone a 1 il nucleo selezionato, a meno che un filo di inibizione non lo impedisca. Tenete l'idea della lettura distruttiva seguita da riscrittura: ritorna nella DRAM di oggi.
Per il docente: Lettura e inibizione condividono un filo (S|I). La lettura distruttiva seguita da riscrittura ritorna oggi nella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memorie di oggi sono fatte di transistor. Tre slide: i due tipi principali di RAM, altre tecnologie, e come riconoscere la memoria su una macchina vera.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tipi di RAM. Nella RAM statica ogni bit è tenuto da un circuito bistabile come quelli della Lezione 13: conserva il valore finché c'è alimentazione, è veloce, e richiede diversi transistor per bit, quindi è costosa: si usa per le cache. Nella RAM dinamica ogni bit è una carica in un minuscolo condensatore dietro un transistor: è densa ed economica, ma la carica si disperde, quindi il contenuto va rinfrescato periodicamente: è la memoria centrale di portatili e telefoni. Il chip del kit ha solo SRAM.
Per il docente: DDR4 e DDR5 sono generazioni di SDRAM. L'ESP32-C6 ha 512 KB di SRAM e nessuna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tecnologie. La RAM ferroelettrica conserva lo stato senza alimentazione. La memoria flash è persistente e si cancella a blocchi: è la memoria di chiavette USB, telefoni e dischi a stato solido. Una riga riguarda direttamente il vostro kit: in un microcontrollore il programma vive nella flash e le variabili nella SRAM. Per questo le vostre cartucce hanno una sezione di costanti e una di variabili. I moduli di memoria di un PC sono passati, negli anni, da pochi megabyte a decine di gigabyte ciascuno.
Per il docente: Le fotografie dei moduli della presentazione originale (SIMM EDO, SDRAM PC100 32 MB, PC133 64 MB, Rambus PC800 128 MB, DDR PC2100, ECC registered 256 MB) sono riassunte qui. Flash e dischi a stato solido si trattano nella prossima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Dov'è la memoria? Su un desktop è la fila di moduli nei lunghi zoccoli accanto al processore; su un portatile o un telefono, chip saldati lì vicino. Sul kit PRG32 non c'è nulla da vedere: la SRAM sta dentro l'ESP32-C6 stesso, e la flash è un piccolo chip accanto. Due parametri caratterizzano una memoria: la dimensione, cioè il numero di celle, e il tempo di accesso, cioè il ritardo dopo cui il dato è disponibile.
Per il docente: 1 ns = 10^-9 s. A 160 MHz un periodo di clock dell'ESP32-C6 dura 6,25 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l'organizzazione della memoria centrale come la vede il processore: un vettore di parole, ciascuna con il proprio indirizzo.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centrale è un vettore di parole, ciascuna una stringa di m bit che il processore legge o scrive con una sola operazione. Ogni parola ha un indirizzo, un numero da 0 a N meno 1 scritto su n bit, con N uguale a 2 alla n. L'indirizzo è una parola codice, e la memoria la decodifica. Accesso casuale significa che il tempo di accesso non dipende dalla posizione: ogni parola si raggiunge con la stessa rapidità. Trentadue bit di indirizzo danno quattro gibibyte di indirizzi.
Per il docente: Trentadue bit di indirizzo danno 2^32 indirizzi: 4 GiB. Il decodificatore della Lezione 11 e la piccola memoria della Lezione 14, su scala maggiore.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indirizzabile al byte la più piccola unità dotata di indirizzo è il byte. Una parola di 32 bit occupa quindi quattro indirizzi consecutivi, e il suo indirizzo è quello del suo primo byte. La striscia mostra la parola del riscaldamento seguita da tre caratteri. Due conseguenze che avete già incontrato: il program counter avanza di 4 da un'istruzione alla successiva, e l'indice di un vettore di parole si moltiplica per 4. RISC-V ha load e store per ogni dimensione: byte, halfword e parole.
Per il docente: Ogni cella è un byte di otto bit, dal più significativo (bit 7) al meno significativo (bit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ordini dei byte di una parola. Little-endian: il byte meno significativo all'indirizzo più basso. Big-endian: prima il byte più significativo. La stessa parola, 0x10A3E6FF, è mostrata memorizzata nei due modi. RISC-V è little-endian, come quasi tutti i processori oggi in uso; i protocolli di rete, per ragioni storiche, inviano i dati big-endian. La differenza si nota guardando la memoria byte per byte, o quando due macchine diverse si scambiano dati binari.
Per il docente: La presentazione originale contrapponeva l'MC68000 (big-endian) all'Intel x86 (little-endian); i valori dell'esempio sono gli stessi. Detti anche diretto (little) e inverso (big).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è allineata quando comincia a un indirizzo multiplo della propria dimensione: un multiplo di 4 per le parole di 32 bit. Una parola allineata si preleva con un solo accesso; una non allineata sta a cavallo di due parole di memoria. In RISC-V l'assemblatore allinea per voi i dati .word, e un load da un indirizzo disallineato è, secondo il processore, più lento oppure rifiutato. Il codice a destra mostra il caso tipico: dopo una stringa di sei byte, .balign 4 salta due byte perché la parola successiva sia allineata.
Per il docente: La presentazione originale: l'MC68000 non ammette parole non allineate, l'Intel x86 le ammette al costo di due accessi. La specifica RISC-V lascia la scelta all'implementazione: i programmi corretti tengono allineati i propri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parametri descrivono una memoria: la capacità, cioè il numero di locazioni e i bit di ciascuna, e il tempo di accesso. I numeri del kit vanno ricordati: 512 KB di SRAM, 320 KB di ROM, e una flash esterna di alcuni megabyte. Di questi, il menu di PRG32 vi dice quanto resta ai vostri programmi: circa 98 KB di RAM e 509 KB di flash per le cartucce. È otto volte un Commodore 64, e una minuscola frazione di un portatile.
Per il docente: Valori dal datasheet dell'ESP32-C6 e dalla schermata Setup di PRG32 (RAM 98K, CART FLASH 509K, CART RAM 32K). Un Commodore 64 aveva 64 KB in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accade quando il processore esegue lw o sw? Lungo tre gruppi di fili si svolge un dialogo preciso.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L'interfaccia. Dentro il processore due registri sono rivolti alla memoria: MA, il registro degli indirizzi di memoria, e MB, il registro dei dati di memoria. Li collegano alla memoria tre gruppi di linee: il bus indirizzi, che va in un solo verso, dal processore alla memoria; il bus dati, che va nei due versi; e le linee di controllo, abilitazione alla lettura e alla scrittura, che dicono che cosa si chiede. MA e MB appartengono al modello del processore: non sono tra i registri che usate in assembly.
Per il docente: MA e MB sono registri interni del modello di processore del libro (Lezione 18): non sono tra i trentadue registri che vede un programmatore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sei passi di lw t1, 0(t0). La ALU calcola l'indirizzo e lo mette in MA. MA pilota il bus indirizzi. L'unità di controllo alza l'abilitazione alla lettura. La memoria decodifica l'indirizzo e mette la parola sul bus dati. Il dato viene catturato in MB. MB viene copiato in t1. Uno store è simmetrico: l'indirizzo va in MA, il dato in MB, si alza l'abilitazione alla scrittura, e la memoria memorizza ciò che trova sul bus dati. Il tempo di accesso è quello che trascorre tra il secondo e il quinto passo.
Per il docente: Uno store, sw t1, 0(t0), è simmetrico: indirizzo in MA, dato in MB, abilitazione alla scrittura alzata, e la memoria cattura il dato. Il tempo di accesso è il tempo tra il passo 2 e il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fanno processore e memoria a mettersi d'accordo su quando il dato è pronto? Nella tecnica asincrona la memoria segnala con una linea quando ha finito, e il processore aspetta: più complessa, ma i due si possono progettare in modo indipendente. Nella tecnica sincrona un clock scandisce l'operazione, che si completa entro un ciclo la cui durata è scelta in base alla velocità della memoria: più semplice, ed è la regola dentro un singolo chip.
Per il docente: L'operazione di lettura/scrittura si può codificare in modi diversi, per esempio una sola linea R/W qualificata da un'abilitazione.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L'ultima parte riguarda i dispositivi. In RISC-V un dispositivo appare al programma esattamente come la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modi di collegare ingresso e uscita. Con un bus unico, l'I/O mappato in memoria, memoria e dispositivi condividono lo stesso spazio di indirizzi: un registro di un dispositivo si legge e si scrive come una locazione di memoria, senza istruzioni speciali. Con bus separati, l'I/O isolato, ci sono due spazi di indirizzi e istruzioni dedicate. RISC-V segue la prima via: non ha alcuna istruzione di ingresso o di uscita, solo load e store.
Per il docente: Il sottosistema di I/O permette al processore di interagire con dispositivi di ingresso (tastiera, mouse), di uscita (schermo, stampante) e di ingresso/uscita (memorie di massa, schede di rete, porte seriali).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semplificata degli indirizzi dell'ESP32-C6. Gli indirizzi che cominciano con 0x4000 sono la ROM con il codice che avvia il chip; 0x4080 è la SRAM, dove viene caricata la vostra cartuccia; 0x4200 è la flash esterna con il firmware; 0x6000 sono i registri delle periferiche. Le stesse trentadue linee di indirizzo raggiungono tutto, e le stesse lw e sw fanno funzionare tutto. L'indirizzo della cartuccia visto nel debugger, 0x40800000, è l'inizio della RAM.
Per il docente: Semplificato dal manuale tecnico dell'ESP32-C6; controllare il manuale prima di fare affidamento su un indirizzo. Il punto per gli studenti: le stesse trentadue linee di indirizzo raggiungono ROM, RAM, flash e ogni dispositivo, e le stesse lw e sw li fanno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bus è in realtà tre bus: dati, indirizzi e controllo. Un altro meccanismo completa il quadro. Con l'accesso diretto alla memoria, DMA, un dispositivo scambia interi blocchi di dati direttamente con la memoria: il processore avvia il trasferimento e viene avvisato quando è finito, senza copiare da sé ogni parola. Il display del kit riceve così ogni frame, e così l'amplificatore audio.
Per il docente: Se più unità condividono il bus e possono accedere direttamente alla memoria, arbitra un controllore DMA. Sull'ESP32-C6 le periferiche SPI e I2S usano il DMA per trasmettere il frame buffer e i campioni audio.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linee di indirizzo selezionano 2 alla 16 locazioni, e ogni locazione è un byte. Ricordate che 2 alla 10 fa 1024, un kibibyte.
Per il docente: Risposta: C. 2^16 = 65.536 locazioni di un byte: 64 KiB, lo spazio di indirizzi di un Commodore 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Little-endian: quale byte di 0xCAFE0001 è il meno significativo? Quel byte sta all'indirizzo più basso, e lbu con scostamento 0 lo legge.
Per il docente: Risposta: D. Little-endian: il byte meno significativo, 0x01, sta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come la DRAM memorizza un bit: una carica in un minuscolo condensatore. Che cosa accade a una carica lasciata a se stessa? Il rinfresco non ha nulla a che vedere con la velocità o con l'accesso casuale.
Per il docente: Risposta: A. Ogni bit è una carica in un condensatore che si disperde; un circuito interno alla memoria riscrive periodicamente ogni cella.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non ha un'istruzione out né un trentatreesimo registro. I dispositivi hanno indirizzi, e un programma li raggiunge con le istruzioni che usa per la memoria.
Per il docente: Risposta: B. RISC-V non ha istruzioni di I/O: i dispositivi sono mappati in memoria e si raggiungono con normali load 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linee di indirizzo, linee di dati e bit totali di una memoria di 4 KiB parole di 16 bit. Scrivete, in ordine di indirizzo, i byte memorizzati da una parola e da una stringa su una macchina little-endian. Elencate i passi di uno store sull'interfaccia processore-memoria. In PRG32-QT trovate il vostro contatore nella vista della memoria e guardatene cambiare i quattro byte. E memorizzate una parola, rileggetela come quattro byte, ricostruitela con scorrimenti e OR, e verificate che coincida.
Per il docente: 0xDEADBEEF: EF BE AD DE. "Ciao": 43 69 61 6F 00. Esercizio 5: slli di 8, 16 e 24, poi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Main memory è la memoria centrale. Access time è il tempo di accesso. Un magnetic core è un nucleo di ferrite. Refresh, rinfresco, è la riscrittura periodica di una DRAM. Memory-mapped I/O è l'ingresso/uscita raggiunto attraverso indirizzi di memoria. Address bus e data bus, bus indirizzi e bus dati, sono i due gruppi principali di linee dell'interfaccia.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La memoria è il componente che conserva lo stato dei dati. Tipi diversi servono a scopi diversi, perché nessuno è insieme veloce, grande ed economico. I dati si memorizzano come parole con indirizzi; RISC-V indirizza i byte e li ordina little-endian. L'accesso avviene per selezione sul bus indirizzi, trasferimento sul bus dati e linee di controllo. E in RISC-V i dispositivi si raggiungono come la memoria. La prossima lezione tratta la memoria che sopravvive quando manca l'alimentazione, e la cache.
Per il docente: Prossima lezione: la memoria permanente e la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nuclei magnetici alla RAM: parole, indirizzi, ordine dei byte e il dialogo tra processore e memoria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“...i computer e i programmi cominceranno a pensare e le persone smetteranno.”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Walter Gibbs, Tron, Steven Lisberger, 1982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Classificare le memorie: volatili o persistenti, in linea o fuori linea, e collocarle nella gerarchia di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SRAM e DRAM memorizzano un bit, e perché si usano per compiti diversi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62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79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cosa sono parole, indirizzi e memoria indirizzabile al byte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l'ordine little-endian da quello big-endian, e dire quale usa RISC-V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3407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01578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passo per passo come il processore legge e scrive una parola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l'ingresso/uscita mappato in memoria e a che cosa serve il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Riscaldamento sulla macchina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parola, quattro indirizzi.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stessa memoria come parola e come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        t1 = 0x12345678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t2,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     t2 = 0x78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1(t0)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A+1   t3 = 0x56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3(t0)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A+3   t4 = 0x12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trentadue bit occupa quattro indirizzi consecutivi: la memoria si indirizza byte per byte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all'indirizzo più basso è 0x78, il meno significativo: ordine little-endian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preleva quattro byte con una sola operazione; lbu ne preleva uno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che cosa è fatta una memoria, e che cosa accade tra processore e memoria quando si esegue lw?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cos'è una memoria?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è l'elemento di un calcolatore, o di un suo sottosistema, dedicato alla persistenza dei dati e delle istruzioni dei programmi.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memorie sono i componenti di un calcolatore capaci di conservare informazione: dati, programmi e risultati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Volatile: l'informazione si conserva solo finché il calcolatore è alimentato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Persistente: l'informazione si conserva anche a calcolatore spento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linea: i dati sono sempre accessibili. Fuori linea: il supporto va montato prima di poter raggiungere i dati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gerarchia di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560320" y="1463040"/>
            <a:ext cx="2011680" cy="786384"/>
          </a:xfrm>
          <a:prstGeom prst="roundRect">
            <a:avLst>
              <a:gd name="adj" fmla="val 697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processore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080260" y="2359152"/>
            <a:ext cx="2971800" cy="786384"/>
          </a:xfrm>
          <a:prstGeom prst="roundRect">
            <a:avLst>
              <a:gd name="adj" fmla="val 697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SRAM, sul chip del 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3255264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0140" y="4151376"/>
            <a:ext cx="4892040" cy="786384"/>
          </a:xfrm>
          <a:prstGeom prst="roundRect">
            <a:avLst>
              <a:gd name="adj" fmla="val 697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dischi a stato solido e magnetici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in linea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47488"/>
            <a:ext cx="5852160" cy="786384"/>
          </a:xfrm>
          <a:prstGeom prst="roundRect">
            <a:avLst>
              <a:gd name="adj" fmla="val 697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nastri e supporti rimovibili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fuori linea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6675120" y="1554480"/>
            <a:ext cx="0" cy="420624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81228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veloce,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5029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grande,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96528" y="1417320"/>
            <a:ext cx="2846527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dimensione, il costo decresce dall'alto verso il basso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412480" y="28892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96528" y="2806023"/>
            <a:ext cx="284652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prestazioni crescono dal basso verso l'alto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12480" y="3689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3605953"/>
            <a:ext cx="2846527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livelli alti sono volatili; quelli bassi sono persistenti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412480" y="4783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96528" y="4700270"/>
            <a:ext cx="2846527" cy="1471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tecnologia è insieme veloce, grande ed economica: un calcolatore ne combina diverse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po' di storia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Anelli di ferrite.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a nuclei magnetici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anelli magnetici di ceramica conservano l'informazione digitale: un bit è il verso del campo magnetico di un anello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976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1257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statica: conserva il contenuto senza alimentazione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2432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nei primi calcolatori, prima che si diffondessero le memorie a semiconduttore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6382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5739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ricerche di An Wang e Way-Dong Woo a Harvard, 1949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Forrester al MIT, primi anni Cinquanta: il calcolatore Whirlwind, un simulatore di volo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core_mem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 di ferrite attraversati dai fili X, Y e di lettura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e scrivere un nucleo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lettura è distruttiva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linee di indirizzo, X e Y, selezionano un nucleo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selezionato viene posto 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conteneva 1, sulla linea di lettura compare un impulso; altrimenti nulla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di Wang: ogni lettura è seguita da una scrittura che memorizza di nuovo il dato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scrittura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bit partono da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 Y selezionano il nucleo, che viene posto a 1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bit deve valere 0, la linea di inibizione impedisce il cambiamento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contributo di Forrester: meno collegamenti per gestire un gran numero di nuclei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oggi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SRAM e DRAM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SRAM: RAM statica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tenuto da un circuito bistabile, come in un flip-flop D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disposte in una matrice e raggiunte per riga e colonna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 il contenuto finché è alimentata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Veloce e costosa: usata per le memorie cache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di un microcontrollore come l'ESP32-C6 è SRAM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DRAM: RAM dinamica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una carica in un minuscolo condensatore, dietro un transistor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condensatore si scarica: il contenuto va rinfrescato periodicamente, da un circuito interno alla memoria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Economica e densa: usata per la memoria centrale di portatili, telefoni e server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SDRAM: DRAM sincrona, il cui accesso è governato da un clock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memorie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FeRAM, RAM ferroelettrica: conserva lo stato senza alimentazione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265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04618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Flash: persistente, cancellata a blocchi; la memoria di chiavette USB, telefoni e dischi a stato solido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856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63772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di un microcontrollore vive nella flash e le sue variabili nella SRAM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48729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51070"/>
            <a:ext cx="6565392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moduli di memoria negli anni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SIMM, SDRAM PC100 e PC133, Rambus, DDR: da decine a centinaia di megabyte ciascuno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oggi: moduli DDR5 da 16 a 64 GB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ram_modu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1184" y="1417320"/>
            <a:ext cx="2744527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di memoria di generazioni diverse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riconoscere la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madre di un desktop o di un server: file di lunghi zoccoli accanto al processore, che reggono i moduli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918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85381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portatile o un telefono: chip saldati vicino al processore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1900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12575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kit PRG32: niente da vedere. La SRAM sta dentro l'ESP32-C6 stesso, e la flash è un piccolo chip lì accanto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870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80636"/>
            <a:ext cx="6565392" cy="1591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parametri caratteristici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dimensione: il numero di celle, oggi gigabyte su un PC e kilobyte su un microcontrollore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tempo di accesso: il ritardo dopo cui il dato è disponibile, decine di nanosecondi per la DRAM</a:t>
            </a:r>
            <a:endParaRPr lang="en-US" sz="2200" dirty="0"/>
          </a:p>
        </p:txBody>
      </p:sp>
      <p:pic>
        <p:nvPicPr>
          <p:cNvPr id="11" name="Image 0" descr="/Users/raffaelemontella/devel/riscv-prg32/computer-architecture-with-prg32/tools/assets/ram_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49971"/>
            <a:ext cx="3779215" cy="203237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di un modulo di memoria nel suo zoccolo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centrale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vettore di parole con indirizzi.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e indirizzi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è un vettore di parole; una parola è una stringa di m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accede agli m bit di una parola con una sola operazione di lettura o di scrittura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parola è identificata da un indirizzo: un intero tra 0 e N - 1, rappresentato su n bit, con N = 2^n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ad accesso casuale, RAM: il tempo di accesso non dipende dalla posizione del dato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a parola accedono alla memoria con un parallelismo pari alla lunghezza della parola: 16, 32 o 64 bit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2^n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di indirizzo selezionano una di N locazioni: l'indirizzo è una parola codice, la memoria la decodifica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indirizzabile al byte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A+5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A+6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69880" y="2103120"/>
            <a:ext cx="105156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4698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parola: .word 0x12345678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byte: "HEL..."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74078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65760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memoria indirizzabile al byte il byte è la più piccola unità dotata di indirizzo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41864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103285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32 bit occupa quattro indirizzi consecutivi; il suo indirizzo è quello del suo primo byte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48640" y="49265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4843357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consecutive distano 4 indirizzi: per questo il program counter avanza di 4, e l'indice di un vettore si moltiplica per 4 (Lezione 04)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558342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istruzioni distinte per ogni dimensione: lb e sb per i byte, lh e sh per le halfword, lw e sw per le parole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Big-endian e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parola 0x10A3E6FF memorizzata all'indirizzo 1000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RISC-V, x86, ARM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228600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600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8600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28600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Motorola 68000, ordine di rete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61188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61188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61188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361188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2628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nomi indicano come i byte di una parola sono disposti in memoria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502183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95414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Big-endian: prima il byte più significativo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little-endian, come quasi tutti i processori oggi in uso; i dati che attraversano una rete viaggiano ancora big-endian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allineate e non allineate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che comincia a un indirizzo multiplo della propria dimensione è allineata al confine di parola: multipli di 4 per le parole di 32 bit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501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4209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allineata si preleva con un solo accesso alla memoria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553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7700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non allineata sta a cavallo di due parole di memoria: servono due accessi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0088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41191"/>
            <a:ext cx="5468112" cy="147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l'assemblatore allinea per voi i dati .word, e le istruzioni devono essere sempre allineate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load o uno store a un indirizzo disallineato è, secondo il processore, eseguito più lentamente oppure rifiutato con un'eccezione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45404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direttiva .balign 4 forza l'allineamento dopo una stringa o un byte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 .asciz "PRG32"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 bytes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.balign 4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skip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aligned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 di una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Capacità: il numero N di registri e la lunghezza in bit di ciascuno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MB = 2^20 registri di 8 bit; 16 kW di 32 bit = 16 x 2^10 registri di 32 bit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971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80191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 accesso: il tempo per svolgere una lettura o una scrittura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tempo per selezionare la locazione, più il tempo della lettura o della scrittura vera e propria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4339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43061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L'ESP32-C6: 512 KB di SRAM per i dati, 320 KB di ROM, e una flash esterna di alcuni megabyte per i programmi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di PRG32 mostra ciò che resta a voi: circa 98 KB di RAM e 509 KB di flash per le cartucce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KB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dell'ESP32-C6: otto Commodore 64, o un trentamillesimo di un portatile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Processore e memoria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dialogo dietro lw e sw.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L'interfaccia tra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indirizzi di memoria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dati di memoria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434840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965960"/>
            <a:ext cx="2377440" cy="3291840"/>
          </a:xfrm>
          <a:prstGeom prst="roundRect">
            <a:avLst>
              <a:gd name="adj" fmla="val 230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76472" y="2560320"/>
            <a:ext cx="3785616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indirizzi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dati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76472" y="466344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76472" y="493776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5720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lettura (RE)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scrittura (WE)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viaggia in un solo verso; i dati viaggiano nei due versi; le linee di controllo dicono quale operazione è richiesta.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Prelevare una parola: lw t1, 0(t0)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7456902"/>
                <a:gridCol w="28190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l'indirizzo, t0 + 0, è calcolato dalla ALU e posto in 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 pilota il 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l'unità di controllo alza l'abilitazione alla lettura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decodifica l'indirizzo e mette sul bus dati i quattro byte della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memoria,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dato sul bus dati viene catturato in MB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 viene copiato nel registro di destinazione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è simmetrica: il dato va in MB, si alza l'abilitazione alla scrittura, e la memoria memorizza ciò che trova sul bus dati.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Sincronizzare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asincrona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aspetta che la memoria segnali, con una linea di acknowledge, che l'operazione è completa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si adatta alla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complessa, ma rende il progetto della memoria indipendente da quello del processore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sincrona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delle linee di controllo porta gli impulsi di un clock a frequenza fissa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lettura o una scrittura si completa entro un ciclo di clock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di clock va dimensionato sulla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semplice, ed è la regola dentro un singolo chip come un microcontrollore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e ingresso/uscita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Dispositivi che sembrano memoria.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Collegare processore, memoria e I/O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unico: I/O mappato in memoria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e dispositivi di I/O condividono lo stesso bus e lo stesso spazio di indirizzi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dispositivo si legge e si scrive come una locazione di memoria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servono istruzioni speciali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via di RISC-V: non esistono istruzioni di ingresso/uscita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separati: I/O isolato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bus fisici, o due spazi di indirizzi: uno per la memoria, uno per l'I/O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dedicate raggiungono i dispositivi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famiglia Intel x86 ha entrambi: istruzioni in e out oltre ai dispositivi mappati in memoria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stanno le cose sull'ESP32-C6 (semplificato)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5638145"/>
                <a:gridCol w="27281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indirizzi cominciano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c'è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Raggiunto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ROM: il codice che avvia il chip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0x4080...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SRAM: 512 KB per dati, stack e cartucce caricate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0x4200...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esterna, vista attraverso una cache: firmware e costanti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delle periferiche: GPIO, SPI, I2S, timer, Wi-Fi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spazio di indirizzi per tutto. Scrivere con sw una parola in un registro di periferica è il modo in cui un programma RISC-V accende un pixel o legge un pulsante.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 bus componenti, e il DMA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10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che collega processore, memoria e I/O è fatto di tre bus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dati: trasporta i dati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indirizzi: trasporta l'indirizzo, di memoria o di I/O, da cui o verso cui è diretto il dato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linee di controllo: abilitazione alla lettura e alla scrittura, acknowledge, ...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848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6566"/>
            <a:ext cx="10710367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DMA, accesso diretto alla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dove le interfacce di I/O sono collegate fisicamente alla memoria, blocchi di dati possono andare direttamente tra un dispositivo e 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processore avvia il trasferimento e viene avvisato quando è finito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del kit riceve così ogni frame: il processore non copia i pixel uno per uno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memoria ha 16 linee di indirizzo ed è indirizzabile al byte. Quanto è grande?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KiB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MiB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value: .word 0xCAFE0001 sta all'indirizzo A. Che cosa legge lbu t0, 0(t0) se t0 = 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la DRAM va rinfrescata?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 suoi condensatori perdono la carica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lettura è lenta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non è ad accesso casuale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clock è troppo veloce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scrive un programma RISC-V su un dispositivo di uscita?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l'istruzione out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sw all'indirizzo di un registro del dispositivo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registro speciale x32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può: solo il firmware può farlo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di 4 KiB parole di 16 bit: quante linee di indirizzo, quante linee di dati, quanti bit in tutto?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i byte memorizzati, in ordine di indirizzo, da .word 0xDEADBEEF e da .asciz "Ciao" su una macchina little-endian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Elencate i passi di sw t1, 8(t0) sull'interfaccia processore-memoria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trovate la vostra variabile contatore nella vista della memoria e guardatene cambiare i quattro byte frame dopo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Memorizzate una parola con sw e rileggetela con quattro istruzioni lbu; ricostruitela con scorrimenti e or e verificate che coincida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12 linee di indirizzo, 16 linee di dati, 65.536 bit. Su PRG32: il byte più basso del contatore cambia a ogni frame, il successivo ogni 256 frame.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86929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centrale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di accesso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 allineata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core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 magnetico (di ferrite)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/ data bus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 /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rinfresco (refresh)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write enable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abilitazione lettura / scrittura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I/O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mappato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è un componente fondamentale di un calcolatore: un dispositivo capace di conservare lo stato dei dati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diversi di memoria servono a scopi diversi: nessuna tecnologia è insieme veloce, grande ed economica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si memorizzano come parole di bit, ciascuna con un indirizzo; RISC-V indirizza i byte e li ordina little-endian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L'accesso avviene per selezione (bus indirizzi), lettura o scrittura (bus dati) e linee di controllo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6216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3847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dispositivi di ingresso/uscita si raggiungono esattamente come la memoria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2.3 e 5.1-5.2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sulla memoria interna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ESP32-C6 Technical Reference Manual: sistema e memoria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</dc:title>
  <dc:subject>Lezione 15</dc:subject>
  <dc:creator>Raffaele Montella</dc:creator>
  <cp:lastModifiedBy>Raffaele Montella</cp:lastModifiedBy>
  <cp:revision>1</cp:revision>
  <dcterms:created xsi:type="dcterms:W3CDTF">2026-10-12T11:28:40Z</dcterms:created>
  <dcterms:modified xsi:type="dcterms:W3CDTF">2026-10-12T11:28:40Z</dcterms:modified>
</cp:coreProperties>
</file>