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51570de-cbf2-f59e-319d-d0da99dd9b75}">
          <p14:sldIdLst>
            <p14:sldId id="256"/>
            <p14:sldId id="257"/>
          </p14:sldIdLst>
        </p14:section>
        <p14:section name="Che cos'è una memoria?" id="{3e39806d-3de7-0e88-e46b-e17287c47b73}">
          <p14:sldIdLst>
            <p14:sldId id="258"/>
            <p14:sldId id="259"/>
          </p14:sldIdLst>
        </p14:section>
        <p14:section name="Un po' di storia" id="{5f554f74-949c-5bd0-a19c-dde7c38fd53d}">
          <p14:sldIdLst>
            <p14:sldId id="260"/>
            <p14:sldId id="261"/>
          </p14:sldIdLst>
        </p14:section>
        <p14:section name="La memoria oggi" id="{e8feaaae-befa-7a16-ac35-ac25fb5a9ecf}">
          <p14:sldIdLst>
            <p14:sldId id="262"/>
            <p14:sldId id="263"/>
          </p14:sldIdLst>
        </p14:section>
        <p14:section name="La memoria centrale" id="{6fb56d21-b42d-ce21-7abd-55253018385f}">
          <p14:sldIdLst>
            <p14:sldId id="264"/>
            <p14:sldId id="265"/>
            <p14:sldId id="266"/>
            <p14:sldId id="267"/>
          </p14:sldIdLst>
        </p14:section>
        <p14:section name="Processore e memoria" id="{f5ce3ce4-2aae-24b6-c5f7-a055b5a7ea82}">
          <p14:sldIdLst>
            <p14:sldId id="268"/>
            <p14:sldId id="269"/>
          </p14:sldIdLst>
        </p14:section>
        <p14:section name="Memoria e ingresso/uscita" id="{51c657da-9416-5145-0822-f46f20678f9d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memoria dalla seconda lezione: ogni lw e ogni sw la legge o la scrive. Questa lezione spiega che cos'è una memoria, come è organizzata, e che cosa accade davvero tra il processore e la memoria quando si esegue un load. L'immagine in copertina è il debugger di PRG32-QT, la cui vista della memoria vi farà da microscopio. La citazione da Tron è una battuta con un lato serio: una macchina con memoria può conservare uno stato, e con uno stato può fare quasi tutto.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Classificare le memorie come volatili o persistenti, in linea o fuori linea, e collocarle in una gerarchia. Descrivere come SRAM e DRAM memorizzano un bit e perché hanno usi diversi. Spiegare parole, indirizzi e memoria indirizzabile al byte. Distinguere l'ordine little-endian da quello big-endian. Descrivere passo per passo come il processore legge e scrive una parola. E spiegare che cosa sono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La classificano due distinzioni. Le memorie volatili conservano l'informazione solo finché la macchina è alimentata; quelle persistenti la conservano a macchina spenta. In linea significa che i dati sono sempre accessibili; fuori linea significa che prima va montato un supporto, come un nastro preso da uno scaffale.
DA COMPRENDERE OGGI: memorie e indirizzi.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di memoria. In cima i registri, dentro il processore; poi la cache, la memoria centrale, i dischi a stato solido e magnetici, e infine nastri e supporti rimovibili. Salendo, le memorie sono più veloci e più costose per bit; scendendo, più grandi e più economiche. I livelli alti sono volatili, quelli bassi persistenti. L'ultima riga spiega perché la gerarchia esiste: nessuna tecnologia è insieme veloce, grande ed economica, quindi un calcolatore ne combina diverse.
DA COMPRENDERE OGGI: memorie e indirizzi.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anellino di ferrite, e il suo valore è il verso del campo magnetico nell'anello. È stata la memoria centrale dei calcolatori degli anni Cinquanta e Sessanta, e conservava il contenuto senza alimentazione. Le ricerche cominciarono con An Wang a Harvard nel 1949; Jay Forrester al MIT la rese pratica per il calcolatore Whirlwind. Guardate la fotografia: ogni anello è attraversato da fili, e un anello è un bit.
Per il docente: In inglese: magnetic-core memory. Il pulse transfer controlling device di Wang usava un campo magnetico per controllare un sistema elettromeccanico.
Immagini: HP 9101A extended memory unit.- magnetic core memory module - macro detail.jpg, Mister rf,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pone a 0 il bit selezionato: se conteneva un 1 compare un impulso sul filo di lettura, altrimenti nulla. Quindi la lettura distrugge il contenuto, e ogni lettura è seguita da una scrittura che memorizza di nuovo il dato. La scrittura pone a 1 il nucleo selezionato, a meno che un filo di inibizione non lo impedisca. Tenete l'idea della lettura distruttiva seguita da riscrittura: ritorna nella DRAM di oggi.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tipi di RAM. Nella RAM statica ogni bit è tenuto da un circuito bistabile come quelli della Lezione 13: conserva il valore finché c'è alimentazione, è veloce, e richiede diversi transistor per bit, quindi è costosa: si usa per le cache. Nella RAM dinamica ogni bit è una carica in un minuscolo condensatore dietro un transistor: è densa ed economica, ma la carica si disperde, quindi il contenuto va rinfrescato periodicamente: è la memoria centrale di portatili e telefoni. Il chip del kit ha solo SRAM.
DA COMPRENDERE OGGI: memorie e indirizzi.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lo stato senza alimentazione. La memoria flash è persistente e si cancella a blocchi: è la memoria di chiavette USB, telefoni e dischi a stato solido. Una riga riguarda direttamente il vostro kit: in un microcontrollore il programma vive nella flash e le variabili nella SRAM. Per questo le vostre cartucce hanno una sezione di costanti e una di variabili. I moduli di memoria di un PC sono passati, negli anni, da pochi megabyte a decine di gigabyte ciascuno.
DA COMPRENDERE OGGI: memorie e indirizzi.
Per il docente: Le fotografie dei moduli della presentazione originale (SIMM EDO, SDRAM PC100 32 MB, PC133 64 MB, Rambus PC800 128 MB, DDR PC2100, ECC registered 256 MB) sono riassunte qui. Flash e dischi a stato solido si trattano nella prossima lezione.
Immagini: Platinen-001 hg.jpg, Hannes Grobe,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vettore di parole, ciascuna una stringa di m bit che il processore legge o scrive con una sola operazione. Ogni parola ha un indirizzo, un numero da 0 a N meno 1 scritto su n bit, con N uguale a 2 alla n. L'indirizzo è una parola codice, e la memoria la decodifica. Accesso casuale significa che il tempo di accesso non dipende dalla posizione: ogni parola si raggiunge con la stessa rapidità. Trentadue bit di indirizzo danno quattro gibibyte di indirizzi.
DA COMPRENDERE OGGI: memorie e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dotata di indirizzo è il byte. Una parola di 32 bit occupa quindi quattro indirizzi consecutivi, e il suo indirizzo è quello del suo primo byte. La striscia mostra la parola del riscaldamento seguita da tre caratteri. Due conseguenze che avete già incontrato: il program counter avanza di 4 da un'istruzione alla successiva, e l'indice di un vettore di parole si moltiplica per 4. RISC-V ha load e store per ogni dimensione: byte, halfword e parole.
DA COMPRENDERE OGGI: memorie e indirizzi.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ordini dei byte di una parola. Little-endian: il byte meno significativo all'indirizzo più basso. Big-endian: prima il byte più significativo. La stessa parola, 0x10A3E6FF, è mostrata memorizzata nei due modi. RISC-V è little-endian, come quasi tutti i processori oggi in uso; i protocolli di rete, per ragioni storiche, inviano i dati big-endian. La differenza si nota guardando la memoria byte per byte, o quando due macchine diverse si scambiano dati binari.
DA COMPRENDERE OGGI: l'ordine little-endian.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descrivono una memoria: la capacità, cioè il numero di locazioni e i bit di ciascuna, e il tempo di accesso. I numeri del kit vanno ricordati: 512 KB di SRAM, 320 KB di ROM, e una flash esterna di alcuni megabyte. Di questi, il menu di PRG32 vi dice quanto resta ai vostri programmi: circa 98 KB di RAM e 509 KB di flash per le cartucce. È otto volte un Commodore 64, e una minuscola frazione di un portatile.
DA COMPRENDERE OGGI: memorie e indirizzi.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sono rivolti alla memoria: MA, il registro degli indirizzi di memoria, e MB, il registro dei dati di memoria. Li collegano alla memoria tre gruppi di linee: il bus indirizzi, che va in un solo verso, dal processore alla memoria; il bus dati, che va nei due versi; e le linee di controllo, abilitazione alla lettura e alla scrittura, che dicono che cosa si chiede. MA e MB appartengono al modello del processore: non sono tra i registri che usate in assembly.
DA COMPRENDERE OGGI: processore e memoria.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fanno processore e memoria a mettersi d'accordo su quando il dato è pronto? Nella tecnica asincrona la memoria segnala con una linea quando ha finito, e il processore aspetta: più complessa, ma i due si possono progettare in modo indipendente. Nella tecnica sincrona un clock scandisce l'operazione, che si completa entro un ciclo la cui durata è scelta in base alla velocità della memoria: più semplice, ed è la regola dentro un singolo chip.
DA COMPRENDERE OGGI: processore e memoria.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lo stesso spazio di indirizzi: un registro di un dispositivo si legge e si scrive come una locazione di memoria, senza istruzioni speciali. Con bus separati, l'I/O isolato, ci sono due spazi di indirizzi e istruzioni dedicate. RISC-V segue la prima via: non ha alcuna istruzione di ingresso o di uscita, solo load e store.
DA COMPRENDERE OGGI: l'I/O mappato in memoria.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altro meccanismo completa il quadro. Con l'accesso diretto alla memoria, DMA, un dispositivo scambia interi blocchi di dati direttamente con la memoria: il processore avvia il trasferimento e viene avvisato quando è finito, senza copiare da sé ogni parola. Il display del kit riceve così ogni frame, e così l'amplificatore audio.
DA COMPRENDERE OGGI: l'I/O mappato in memoria.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linee di indirizzo selezionano 2 alla 16 locazioni, e ogni locazione è un byte. Ricordate che 2 alla 10 fa 1024, un kibibyte.
Little-endian: quale byte di 0xCAFE0001 è il meno significativo? Quel byte sta all'indirizzo più basso, e lbu con scostamento 0 lo legge.
Per il docente: 1. Risposta: C. 2^16 = 65.536 locazioni di un byte: 64 KiB, lo spazio di indirizzi di un Commodore 64.
2.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come la DRAM memorizza un bit: una carica in un minuscolo condensatore. Che cosa accade a una carica lasciata a se stessa? Il rinfresco non ha nulla a che vedere con la velocità o con l'accesso casuale.
RISC-V non ha un'istruzione out né un trentatreesimo registro. I dispositivi hanno indirizzi, e un programma li raggiunge con le istruzioni che usa per la memoria.
Per il docente: 1. Risposta: A. Ogni bit è una carica in un condensatore che si disperde; un circuito interno alla memoria riscrive periodicamente ogni cella.
2.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la memoria centrale. Access time è il tempo di accesso. Un magnetic core è un nucleo di ferrite. Refresh, rinfresco, è la riscrittura periodica di una DRAM. Memory-mapped I/O è l'ingresso/uscita raggiunto attraverso indirizzi di memoria. Address bus e data bus, bus indirizzi e bus dati,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a scopi diversi, perché nessuno è insieme veloce, grande ed economico. I dati si memorizzano come parole con indirizzi; RISC-V indirizza i byte e li ordina little-endian. L'accesso avviene per selezione sul bus indirizzi, trasferimento sul bus dati e linee di controllo. E in RISC-V i dispositivi si raggiungono come la memoria. La prossima lezione tratta la memoria che sopravvive quando manca l'alimentazione, e la cache.
Stato di apprendimento, riepilogo.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030365"/>
            <a:ext cx="3779215" cy="307159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23153"/>
            <a:ext cx="3779215" cy="248601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