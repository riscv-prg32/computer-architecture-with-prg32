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9b5a20a-9ee9-9795-a352-db974440b4a3}">
          <p14:sldIdLst>
            <p14:sldId id="256"/>
            <p14:sldId id="257"/>
          </p14:sldIdLst>
        </p14:section>
        <p14:section name="Passo 0: il ciclo di lavoro" id="{b9d567ca-4cdd-a9eb-dfc7-020484c753d1}">
          <p14:sldIdLst>
            <p14:sldId id="258"/>
            <p14:sldId id="259"/>
          </p14:sldIdLst>
        </p14:section>
        <p14:section name="Passo 2: una griglia e una testa" id="{a162e804-36ce-f5d6-5357-9b7a66219f37}">
          <p14:sldIdLst>
            <p14:sldId id="260"/>
            <p14:sldId id="261"/>
            <p14:sldId id="262"/>
            <p14:sldId id="263"/>
            <p14:sldId id="264"/>
          </p14:sldIdLst>
        </p14:section>
        <p14:section name="Passo 3: il movimento" id="{f57f6328-ae80-a784-1f73-f0e927e5cd31}">
          <p14:sldIdLst>
            <p14:sldId id="265"/>
            <p14:sldId id="266"/>
          </p14:sldIdLst>
        </p14:section>
        <p14:section name="Passo 4: guardare dentro con PRG32-QT" id="{dac43909-3c07-37fc-e011-fad145acabb2}">
          <p14:sldIdLst>
            <p14:sldId id="267"/>
          </p14:sldIdLst>
        </p14:section>
        <p14:section name="Eseguire e provare" id="{d850748c-a3ed-7522-2c05-bb6970c81f2c}">
          <p14:sldIdLst>
            <p14:sldId id="268"/>
            <p14:sldId id="269"/>
            <p14:sldId id="270"/>
            <p14:sldId id="271"/>
            <p14:sldId id="272"/>
          </p14:sldIdLst>
        </p14:section>
        <p14:section name="Esercizi" id="{70c85097-1bd7-68f9-89c0-7c3df66656a2}">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07.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riferimento è ~/arc12/verm1/verm1_part1.S;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~/arc12/verm1/verm1_part1.S;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nella vostra home una cartella verm1 e tenetevi un solo file, verm1.S, che crescerà di parte in parte. Il primo comando compila la cartuccia; il secondo la invia a PRG32-QT in esecuzione sullo stesso computer e la avvia. Questi due comandi sono identici in ogni tutorial. Se localhost non risponde, usate l'indirizzo mostrato nella schermata Setup di PRG32-QT. In alternativa si può importare il file dal menu di PRG32-QT.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ritornano e basta. Scrivetelo, compilatelo, eseguitelo. Il risultato giusto è uno schermo nero: dimostra che gli strumenti funzionano e che il firmware trova le vostre funzioni. Se qui la compilazione fallisce il problema è l'installazione, non il programma, e va risolto prima di proseguire. L'ultima nota è la regola di tutto il progetto: aggiungere una cosa, eseguire, guardare. Mai due cose insieme.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dà un nome a un numero e non usa memoria: l'assemblatore sostituisce semplicemente il numero. Tre colori in RGB565. Poi la geometria: una cella è di 8 per 8 pixel, quindi i 320 pixel di larghezza contengono 40 colonne; gli 8 pixel in alto sono riservati al titolo, e i 192 restanti contengono 24 righe. SPEED_Q8 è la velocità in virgola fissa e si userà nel passo 3. Le costanti con un nome rendono il programma leggibile e facile da modificare.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va in fondo al file. La sezione .rodata contiene ciò che non cambia mai: il titolo, una stringa che .asciz termina con un byte a zero. La sezione .data contiene le variabili, una parola di 32 bit ciascuna: la colonna della testa, la sua riga, e la frazione di passo accumulata finora. I valori iniziali scritti qui sono solo un punto di partenza: init li imposterà di nuovo in modo esplicito.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al suo posto. Per ogni variabile lo schema è lo stesso: la carica l'indirizzo, li carica il valore, sw memorizza il valore all'indirizzo. La frazione step_q8 si azzera memorizzando direttamente il registro zero. La funzione non chiama nulla, quindi è una foglia e non le serve un frame di stack. Perché impostare valori che .data contiene già? Perché init può essere chiamata di nuovo per ricominciare la partita: mai fidarsi di ciò che la memoria conteneva.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cancella lo schermo, scrive il titolo, disegna la testa. Salva quindi ra in un frame di stack all'inizio e lo ripristina alla fine, come nella Lezione 02. Guardate come la cella diventa pixel: la colonna è caricata in a0 e scorsa a sinistra di 3; la riga è caricata in a1, scorsa e aumentata di TOP. Gli argomenti restanti sono larghezza, altezza e colore. Gli argomenti viaggiano da a0 ad a4, nell'ordine in cui la funzione li aspetta.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Dovreste vedere la parola VERM1 in alto a sinistra e un quadrato verde fermo nella colonna 5 della riga 12. La schermata sulla slide è stata presa più tardi, dalla Parte 1 finita, quindi la sua testa è più a destra: non preoccupatevi della differenza. Se il vostro quadrato è nel posto sbagliato, controllate per prima cosa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verm1_update in due metà. Prima il timer: si carica step_q8, si somma la velocità, si confronta con 256. Se è minore si salta all'etichetta 2, si memorizza la frazione e si ritorna: in questo frame nulla si muove. Altrimenti si sottrae 256, tenendo il resto, e lo si memorizza. Poi il passo: si carica head_x, si somma 1, si confronta con COLS; se la colonna è arrivata a 40 diventa 0, e la testa rientra da sinistra. Le etichette 1: e 2: sono etichette locali: 1f significa «la prossima etichetta 1 in avanti».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Eseguite. La testa va verso destra a circa cinque celle al secondo, esce dalla colonna 39 e rientra dalla colonna 0. Poi sperimentate con la velocità: prima di ogni esecuzione, prevedete che cosa vedrete. Con 8 la testa è lenta; con 128 fa un passo ogni due frame; con 256, un passo per frame. Provate un valore più grande e scoprite un limite di questo programma: update fa al più un passo per frame.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vostro sorgente: mostra ciò che l'assemblatore ha prodotto. I nomi sono spariti: le etichette sono diventate indirizzi e SPEED_Q8 è diventato il numero 40. Le pseudo-istruzioni sono espanse: la è auipc seguita da addi, li è una addi da zero, ret è un salto a ra. Alcune istruzioni cominciano con c.: sono le forme compresse, a 16 bit, delle stesse istruzioni, la C di RV32IMAC. Riconoscere il proprio programma in questo listato è un'abilità che cresce con la pratica.
Per il docente: Disassemblato di verm1_update da verm1/verm1_part1.S (objdump, rv32imac), abbreviato; gli scostamenti esatti dipendono dalla compilazione. Formati delle istruzioni e istruzioni compresse sono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per fare vostro il programma, ciascuna di poche righe. Fate muovere la testa verso sinistra: la somma diventa una sottrazione, e il bordo si rileva sul segno del risultato. Fatela muovere verso il basso. Disegnate una seconda cella, più scura, dietro la testa. Scrivete il vostro nome accanto al titolo in un colore calcolato a mano. Prima di sperimentare tenete una copia della Parte 1 funzionante: la Parte 2 parte da lì.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1: una testa che attraversa il mondo: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07-Architettura_dei_Calcolatori-Verm1_Parte_1.pptx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8 listati della Lezione 07,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verm1/verm1_part1.S, 78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la parola VERM1 in alto a sinistra e una testa verde che attraversa la griglia da sinistra a destra, circa cinque celle al secondo, e rientra dalla colonna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 il codice</dc:title>
  <dc:subject>Lezione 07</dc:subject>
  <dc:creator>Raffaele Montella</dc:creator>
  <cp:lastModifiedBy>Raffaele Montella</cp:lastModifiedBy>
  <cp:revision>1</cp:revision>
  <dcterms:created xsi:type="dcterms:W3CDTF">2026-10-13T10:41:33Z</dcterms:created>
  <dcterms:modified xsi:type="dcterms:W3CDTF">2026-10-13T10:41:33Z</dcterms:modified>
</cp:coreProperties>
</file>