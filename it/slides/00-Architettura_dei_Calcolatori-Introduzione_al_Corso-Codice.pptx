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0e62303a-7583-48c0-aff3-d2a756410fb1}">
          <p14:sldIdLst>
            <p14:sldId id="256"/>
            <p14:sldId id="257"/>
          </p14:sldIdLst>
        </p14:section>
        <p14:section name="Materiale e primo contatto" id="{d18c6623-ca34-d087-3743-44122f35fc78}">
          <p14:sldIdLst>
            <p14:sldId id="258"/>
          </p14:sldIdLst>
        </p14:section>
        <p14:section name="Il programma completo" id="{6a5ce04b-dff4-dbc0-1876-447513aadf3d}">
          <p14:sldIdLst>
            <p14:sldId id="259"/>
            <p14:sldId id="260"/>
          </p14:sldIdLst>
        </p14:section>
        <p14:section name="Eseguire e provare" id="{2163bcc6-8405-f1b6-0fe4-8abeddc27b4f}">
          <p14:sldIdLst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00.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~/arc12/code/l00.S;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~/arc12/code/l00.S;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compito per la prossima lezione, che è un'installazione pratica. Portate il portatile, carico, su cui avete il permesso di installare programmi. Scaricate l'installatore di PRG32-QT per il vostro sistema. A casa, con una buona connessione, avviate il lungo scaricamento di ESP-IDF, seguendo il README di PRG32. Se qualcosa non va, non perdeteci una serata: portate il messaggio d'errore esatto e lo si risolve in aula. Il risultato atteso è scritto in fondo: dopo la Lezione 01 ognuno ha PRG32-QT funzionante e una cartuccia compilata sulla propria macchina.
Per il docente: La Lezione 01 è l'installazione, passo per passo, per Windows, macOS e Linux. L'unica cosa che non si può fare in aula è scaricare ESP-IDF: qualche gigabyte per studente.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Per il docente: code/l00.S,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00: Introduzione al corso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Introduzione al corso: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00-Architettura_dei_Calcolatori-Introduzione_al_Corso.pptx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prg32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listato nella Lezione 00: questa presentazione vi dà il programma da eseguire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code/l00.S, 46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 della prossima lezione: installiamo tutto insieme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Portate il portatile, carico, con i permessi per installare programmi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37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95424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Scaricate l'installatore di PRG32-QT per il vostro sistema: github.com/riscv-prg32/PRG32-QT, Releases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7266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54376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casa, con una buona connessione, avviate lo scaricamento lungo: ESP-IDF, seguendo il README di github.com/riscv-prg32/PRG32 per il vostro sistema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qualcosa non va, non combattete da soli: portate il messaggio d'errore, lo risolviamo in aula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Inviate il vostro indirizzo per la cartella condivisa e compilate il questionario del Cappello Parlante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Arrivate alla Lezione 01 con gli scaricamenti fatti. In due ore ognuno esce con PRG32-QT funzionante e una cartuccia compilata sul proprio portatile.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l00.S (1 di 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00: Course Introduction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l00.S: the first program of the course, to read before you can write 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the word ARC12 in white on a blue screen, and under it HELLO, RISC-V.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l00.S --portable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l00 --name l00 --out l00.prg32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BLUE,  0x001f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colour is a 16-bit number (Lecture 04)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0xffff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l00_init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l00_update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l00_draw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l00_init:  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called once, when the cartridge starts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l00_update: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called once per frame: nothing changes here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l00.S (2 di 2)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l00_draw:    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called once per frame: paint the screen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function that calls others saves 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 the screen with one colour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140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x, in pixels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88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line1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ADDRESS of the text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foreground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BLUE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background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line2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constants: two strings, each ending with a zero byte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line1: .asciz "ARC12"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line2: .asciz "HELLO, RISC-V"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la parola ARC12 in bianco su uno schermo blu, e sotto HELLO, RISC-V.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23850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116580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niente: il programma va da solo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l00 --name l00 --out l00.prg32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l00.prg32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l00 --name l00 --architecture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l00 --name l00 --architecture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l00-esp32c6.prg32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l00-esp32c6.prg32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l00;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Introduzione al corso: il codice</dc:title>
  <dc:subject>Lezione 00</dc:subject>
  <dc:creator>Raffaele Montella</dc:creator>
  <cp:lastModifiedBy>Raffaele Montella</cp:lastModifiedBy>
  <cp:revision>1</cp:revision>
  <dcterms:created xsi:type="dcterms:W3CDTF">2026-10-13T10:41:32Z</dcterms:created>
  <dcterms:modified xsi:type="dcterms:W3CDTF">2026-10-13T10:41:32Z</dcterms:modified>
</cp:coreProperties>
</file>