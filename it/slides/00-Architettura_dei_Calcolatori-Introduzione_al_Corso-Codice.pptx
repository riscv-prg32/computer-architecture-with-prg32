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0834f67-96b1-4a58-fab0-59551c7e6950}">
          <p14:sldIdLst>
            <p14:sldId id="256"/>
            <p14:sldId id="257"/>
          </p14:sldIdLst>
        </p14:section>
        <p14:section name="I listati" id="{2b7a02c0-ce0a-962e-a6ee-76a532d7cada}">
          <p14:sldIdLst>
            <p14:sldId id="258"/>
          </p14:sldIdLst>
        </p14:section>
        <p14:section name="Il programma completo" id="{de0169f2-6607-0c57-f2d0-067b78553377}">
          <p14:sldIdLst>
            <p14:sldId id="259"/>
            <p14:sldId id="260"/>
          </p14:sldIdLst>
        </p14:section>
        <p14:section name="Eseguire e provare" id="{bf1142ab-ac4e-7999-1c49-b517809a2b3c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00.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 per la prossima lezione, che è un'installazione pratica. Portate il portatile, carico, su cui avete il permesso di installare programmi. Scaricate l'installatore di PRG32-QT per il vostro sistema. A casa, con una buona connessione, avviate il lungo scaricamento di ESP-IDF, seguendo il README di PRG32. Se qualcosa non va, non perdeteci una serata: portate il messaggio d'errore esatto e lo si risolve in aula. Il risultato atteso è scritto in fondo: dopo la Lezione 01 ognuno ha PRG32-QT funzionante e una cartuccia compilata sulla propria macchina.
Per il docente: La Lezione 01 è l'installazione, passo per passo, per Windows, macOS e Linux. L'unica cosa che non si può fare in aula è scaricare ESP-IDF: qualche gigabyte per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00: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code/l00.S, 46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lezione: installiamo tutto insieme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il portatile, carico, con i permessi per installare programmi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l'installatore di PRG32-QT per il vostro sistema: github.com/riscv-prg32/PRG32-QT, Releases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casa, con una buona connessione, avviate lo scaricamento lungo: ESP-IDF, seguendo il README di github.com/riscv-prg32/PRG32 per il vostro sistema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qualcosa non va, non combattete da soli: portate il messaggio d'errore, lo risolviamo in aula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Inviate il vostro indirizzo per la cartella condivisa e compilate il questionario del Cappello Parlante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alla Lezione 01 con gli scaricamenti fatti. In due ore ognuno esce con PRG32-QT funzionante e una cartuccia compilata sul proprio portatile.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00: Course Introduction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l00.S: the first program of the course, to read before you can write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word ARC12 in white on a blue screen, and under it HELLO, RISC-V.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l00.S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l00 --name l00 --out l00.prg32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BLUE,  0x001f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colour is a 16-bit number (Lecture 04)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l00_init: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once, when the cartridge starts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l00_update: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nothing changes here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l00_draw: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paint the screen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function that calls others saves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screen with one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140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x, in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88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the 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two strings, each ending with a zero byte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line1: .asciz "ARC12"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line2: .asciz "HELLO, RISC-V"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parola ARC12 in bianco su uno schermo blu, e sotto HELLO, RISC-V.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385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1658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l00 --out l00.prg32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corso: il codice</dc:title>
  <dc:subject>Lezione 00</dc:subject>
  <dc:creator>Raffaele Montella</dc:creator>
  <cp:lastModifiedBy>Raffaele Montella</cp:lastModifiedBy>
  <cp:revision>1</cp:revision>
  <dcterms:created xsi:type="dcterms:W3CDTF">2026-10-13T08:56:24Z</dcterms:created>
  <dcterms:modified xsi:type="dcterms:W3CDTF">2026-10-13T08:56:24Z</dcterms:modified>
</cp:coreProperties>
</file>