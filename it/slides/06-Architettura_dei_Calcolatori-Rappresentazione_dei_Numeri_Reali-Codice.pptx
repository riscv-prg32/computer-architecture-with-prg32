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46992f21-21c7-cdca-7721-10977ec19fa1}">
          <p14:sldIdLst>
            <p14:sldId id="256"/>
            <p14:sldId id="257"/>
          </p14:sldIdLst>
        </p14:section>
        <p14:section name="I listati" id="{4f14c869-ee7d-4c86-4194-49225b6b950b}">
          <p14:sldIdLst>
            <p14:sldId id="258"/>
            <p14:sldId id="259"/>
            <p14:sldId id="260"/>
          </p14:sldIdLst>
        </p14:section>
        <p14:section name="Il programma completo" id="{b4e66f78-3201-4e2b-72bf-7c235d0d8e7a}">
          <p14:sldIdLst>
            <p14:sldId id="261"/>
            <p14:sldId id="262"/>
            <p14:sldId id="263"/>
          </p14:sldIdLst>
        </p14:section>
        <p14:section name="Eseguire e provare" id="{ea3dc043-767b-ca17-c6f2-4261300cfc50}">
          <p14:sldIdLst>
            <p14:sldId id="264"/>
            <p14:sldId id="265"/>
            <p14:sldId id="266"/>
            <p14:sldId id="267"/>
            <p14:sldId id="268"/>
          </p14:sldIdLst>
        </p14:section>
        <p14:section name="Esercizi" id="{b5fcc6b2-1b4f-20de-c45d-68f42c15ee92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06. La presentazione della lezione contiene i concetti; questa contiene tutto ciò che si scrive e si esegue: i listati con la loro spiegazione, il programma completo, che cosa mostra, e il modo di provarlo su ciascuno dei tre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contiene la presentazione, nell'ordine delle slide. Il programma della lezione è un file che potete compilare ed eseguire così com'è: partite da lì, e tornate ai listati per capire ogni parte. Il programma di questa lezione è ~/arc12/code/l06.S;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~/arc12/code/l06.S;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pixel per frame è troppo veloce, e zero non è un movimento: alla palla servono 0,375 pixel per frame. Il trucco è memorizzare la posizione moltiplicata per 256. ball_update somma 96 a ogni frame, e 96 diviso 256 fa 0,375. A ball_draw servono pixel interi, quindi scorre il valore a destra di 8 posizioni, cioè lo divide per 256, con srai. Tutta l'aritmetica è fatta con istruzioni intere. Il suffisso _q8 nei nomi ricorda che il valore porta otto bit frazionari.
Per il docente: Scritto per questa lezione nello stile degli esempi del libro di PRG32; la stessa idea sta dietro prg32_playfield_parallax(layer, x_q8, y_q8) nell'API di PRG32. Eseguirlo con SPEED_Q8 = 96, poi 16, poi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palla vista bit per bit. La parola 0x00002A60 si divide in 24 bit di parte intera, 0x2A, cioè 42 pixel, e 8 bit di frazione, 0x60, cioè 96/256 = 0,375. Come intero la parola vale 10848, e 10848 diviso 256 fa 42,375. La tabella dà le regole: somma e sottrazione funzionano come per gli interi, perché le virgole sono allineate; per ottenere pixel interi si scorre a destra di f; dopo una moltiplicazione si scorre a destra di f, perché il prodotto ha il doppio dei bit frazionari.
Per il docente: 42 x 256 = 10752; 10752 + 96 = 10848 = 0x2A60. Dopo un altro frame il valore è 0x2AC0 (42,75), poi 0x2B20 (43,125): la palla attraversa il confine di un pixel ogni due o tre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numeri in virgola mobile si comportano quasi come i numeri reali, e il «quasi» causa bug veri. 0,1 non ha uno sviluppo binario finito, quindi è memorizzato in modo approssimato, e 0,1 più 0,2 non fa esattamente 0,3, come mostra il codice. Da qui la regola: mai confrontare per uguaglianza due risultati in virgola mobile; si confronta la loro differenza con una tolleranza. La somma non è nemmeno associativa. Per il denaro e per le posizioni in un gioco gli interi scalati, cioè la virgola fissa, sono spesso lo strumento giusto.
Per il docente: La somma in doppia precisione 0,1 + 0,2 vale 0,30000000000000004. Provatela in qualunque linguaggio.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code/l06.S,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code/l06.S,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code/l06.S,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mostra il programma quando gira, e che cosa premere. Prevedete prima di eseguire: se lo schermo è diverso da questa immagine, la differenza è informazione. L'immagine è stata scritta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rapida: PRG32-QT sul vostro computer. Quattro passi, ciascuno con il suo comando. PRG32-QT si comporta come una scheda sulla porta 8080, ed è per questo che il comando di caricamento dice esp32c6. Con la modalità debug abilitata potete fermarvi su qualsiasi istruzione e leggere registri e memoria.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qemu. Caricate la cartuccia mentre QEMU è chiuso. Il firmware si apre sul menu Setup: scegliete Run Cartridge e lo slot. Ricordate che la tastiera è letta dal terminale, non dalla finestra con l'immagine.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kit. Il firmware si scrive una volta, via USB; dopo, le cartucce viaggiano sul Wi-Fi. Il comando di caricamento è quello usato per PRG32-QT con l'indirizzo della scheda. È l'unico host che i test automatici non eseguono: provatelo, e riferite ciò che vedete.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comuni, che cosa significa ciascuno, e che cosa fare. Leggete il messaggio prima di cambiare qualcosa: quasi sempre nomina la causa.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Su carta: scrivete meno 6 nelle quattro codifiche; codificate 10,5 e 0,15625 in singola precisione; decodificate 0xBF800000. Su PRG32: eseguite la palla con tre velocità e contate dopo quanti frame si sposta di un pixel, poi datele una velocità verticale e fatela rimbalzare cambiando segno alla velocità con neg ai bordi. I risultati sono nel riquadro verde; ricavateli prima di guardare.
Per il docente: -6: 1110, 1001, 1010, 0010. 10,5 = 1010,1 = 1,0101 x 2^3: E = 130. 0,15625 = 0,00101 = 1,01 x 2^-3: E = 124. 0xBF800000: S = 1, E = 127, F =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06: Rappresentazione dei numeri (reali)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06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Rappresentazione dei numeri: i reali: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2" name="Image 0" descr="/Users/raffaelemontella/devel/riscv-prg32/computer-architecture-with-prg32/tools/assets/game_rayca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095" y="4251960"/>
            <a:ext cx="2438400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2 listati della Lezione 06, uno per slide: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code/l06.S, 47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ottavi di pixel, con soli interi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SPEED_Q8, 96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96 / 256 = 0.375 pixel per frame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ball_update: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ball_x_q8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position, in 1/256 of a pixel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SPEED_Q8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a fraction of a pixel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ball_draw: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ball_x_q8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srai a0, t1, 8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in whole pixels: drop 8 bits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pixel per frame è troppo veloce, zero è troppo lento: alla palla serve 0,375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processore del kit è RV32IMAC: solo istruzioni intere, niente virgola mobile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Trucco: si memorizza la posizione moltiplicata per 256, e si divide per 256 solo per disegnare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Questa è la virgola fissa. Da dove viene il trucco, e quando non basta?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palla, bit per bit: Q24.8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ball_x_q8 = 0x00002A60 = 10848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331720"/>
            <a:ext cx="7319271" cy="731520"/>
          </a:xfrm>
          <a:prstGeom prst="rect">
            <a:avLst/>
          </a:prstGeom>
          <a:solidFill>
            <a:srgbClr val="0E7C8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0000 0000 0000 0000 0010 1010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118104"/>
            <a:ext cx="73192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intera: 24 bit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0x00002A = 42 pixel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3856" y="2093976"/>
            <a:ext cx="36596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756916" y="2093976"/>
            <a:ext cx="3623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416551" y="2331720"/>
            <a:ext cx="2677864" cy="731520"/>
          </a:xfrm>
          <a:prstGeom prst="rect">
            <a:avLst/>
          </a:prstGeom>
          <a:solidFill>
            <a:srgbClr val="C7791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0110 0000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416551" y="3118104"/>
            <a:ext cx="267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frazione: 8 bit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0x60 = 96/256 = 0,375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453127" y="2093976"/>
            <a:ext cx="13389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755483" y="2093976"/>
            <a:ext cx="13023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10848 / 256 = 42,375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14497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Operazione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virgola fissa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RISC-V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somma, sottrazione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 interi: le virgole sono allineate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add, sub, addi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 interi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scorrimento a destra di f, conservando il segno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srai a0, t1, 8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prodotto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moltiplica, poi si scorre a destra di 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mul, poi srai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virgola mobile non è l'insieme dei reali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25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54681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 non ha uno sviluppo binario finito: è memorizzato in modo approssimato, come 0,8 nella Lezione 05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61950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528570"/>
            <a:ext cx="54681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confrontare per uguaglianza due risultati in virgola mobile: si confronta la loro differenza con una tolleranza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73075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639820"/>
            <a:ext cx="546811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somma non è associativa: (a + b) + c può differire da a + (b + c)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453212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441190"/>
            <a:ext cx="546811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Sommare un numero molto piccolo a uno molto grande può lasciare invariato quello grande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533349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242560"/>
            <a:ext cx="54681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il denaro e per le posizioni in un gioco, gli interi scalati sono spesso lo strumento giusto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766560" y="1417320"/>
            <a:ext cx="4876495" cy="3108960"/>
          </a:xfrm>
          <a:prstGeom prst="roundRect">
            <a:avLst>
              <a:gd name="adj" fmla="val 2353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1600200"/>
            <a:ext cx="44192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 = 0.1 + 0.2;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== 0.3 ?   false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= 0.30000000000000004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better: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fabs(a - 0.3) &lt; 1e-9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l06.S (1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06: Number Representation: Real Numbers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l06.S: three-eighths of a pixel per frame, with integers only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a white square that crosses the screen slowly from the left: one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pixel every 2.67 frames.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l06.S --portable \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l06 --name l06 --out l06.prg32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SPEED_Q8, 96       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96 / 256 = 0.375 pixel per frame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l06_init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l06_update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l06_draw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l06_init: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l06.S (2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l06_update: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ball_update: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ball_x_q8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position, in 1/256 of a pixel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SPEED_Q8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a fraction of a pixel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l06.S (3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l06_draw: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ball_draw: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ball_x_q8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srai a0, t1, 8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in whole pixels: drop 8 bits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0xffff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ball_x_q8: .word 0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Q24.8: 24 bits of pixels, 8 bits of fraction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38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 quadrato bianco che attraversa lentamente lo schermo da sinistra: un pixel ogni 2,67 frame.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563874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441954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niente: il programma va da solo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~/arc12/code/l06.S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l06 --name l06 --out l06.prg32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~/arc12/code/l06.S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l06 --name l06 --architecture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l06-qemu.prg32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l06-qemu.prg32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~/arc12/code/l06.S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l06 --name l06 --architecture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l06-esp32c6.prg32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l06-esp32c6.prg32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l06;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-6 su quattro bit in segno e modulo, complemento a uno, complemento a due ed eccesso 8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76272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Codificate 10,5 e 0,15625 in IEEE 754 a singola precisione; date il risultato in esadecimale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535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93522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Decodificate 0xBF800000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31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13328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Eseguite la palla con SPEED_Q8 = 96, 16 e 1. Dopo quanti frame si sposta di un pixel in ciascun caso?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05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27228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alla palla anche una velocità verticale, e fatela rimbalzare: cambiate segno alla velocità con neg quando raggiunge un bordo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carta: 0x41280000, 0x3E200000 e -1,0. Su PRG32: la palla avanza di un pixel ogni 2,67, 16 e 256 frame; con il rimbalzo si muove in diagonale e resta sullo schermo.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Rappresentazione dei numeri: i reali: il codice</dc:title>
  <dc:subject>Lezione 06</dc:subject>
  <dc:creator>Raffaele Montella</dc:creator>
  <cp:lastModifiedBy>Raffaele Montella</cp:lastModifiedBy>
  <cp:revision>1</cp:revision>
  <dcterms:created xsi:type="dcterms:W3CDTF">2026-10-13T08:56:25Z</dcterms:created>
  <dcterms:modified xsi:type="dcterms:W3CDTF">2026-10-13T08:56:25Z</dcterms:modified>
</cp:coreProperties>
</file>