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582d5fb-f95c-f326-30b2-cceeba992eb7}">
          <p14:sldIdLst>
            <p14:sldId id="256"/>
            <p14:sldId id="257"/>
          </p14:sldIdLst>
        </p14:section>
        <p14:section name="Riscaldamento sulla macchina" id="{af3e2b21-2daf-122e-e850-59ffef52941e}">
          <p14:sldIdLst>
            <p14:sldId id="258"/>
          </p14:sldIdLst>
        </p14:section>
        <p14:section name="Virgola fissa" id="{2fd0d4af-41bf-39d8-b12f-775602eabd81}">
          <p14:sldIdLst>
            <p14:sldId id="259"/>
          </p14:sldIdLst>
        </p14:section>
        <p14:section name="Virgola mobile" id="{3509fce8-91ab-06b3-313e-4c129e582f2b}">
          <p14:sldIdLst>
            <p14:sldId id="260"/>
          </p14:sldIdLst>
        </p14:section>
        <p14:section name="Il programma completo" id="{83529893-d1fa-d853-9c79-039e176d1949}">
          <p14:sldIdLst>
            <p14:sldId id="261"/>
            <p14:sldId id="262"/>
            <p14:sldId id="263"/>
          </p14:sldIdLst>
        </p14:section>
        <p14:section name="Eseguire e provare" id="{5cf1d187-7925-de94-8dcd-ddd34980b36f}">
          <p14:sldIdLst>
            <p14:sldId id="264"/>
            <p14:sldId id="265"/>
            <p14:sldId id="266"/>
            <p14:sldId id="267"/>
            <p14:sldId id="268"/>
          </p14:sldIdLst>
        </p14:section>
        <p14:section name="Esercizi" id="{d73f216c-2569-7113-4d67-beae3e61606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06.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~/arc12/code/l06.S;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~/arc12/code/l06.S;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pixel per frame è troppo veloce, e zero non è un movimento: alla palla servono 0,375 pixel per frame. Il trucco è memorizzare la posizione moltiplicata per 256. ball_update somma 96 a ogni frame, e 96 diviso 256 fa 0,375. A ball_draw servono pixel interi, quindi scorre il valore a destra di 8 posizioni, cioè lo divide per 256, con srai. Tutta l'aritmetica è fatta con istruzioni intere. Il suffisso _q8 nei nomi ricorda che il valore porta otto bit frazionari.
Per il docente: Scritto per questa lezione nello stile degli esempi del libro di PRG32; la stessa idea sta dietro prg32_playfield_parallax(layer, x_q8, y_q8) nell'API di PRG32. Eseguirlo con SPEED_Q8 = 96, poi 16, poi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palla vista bit per bit. La parola 0x00002A60 si divide in 24 bit di parte intera, 0x2A, cioè 42 pixel, e 8 bit di frazione, 0x60, cioè 96/256 = 0,375. Come intero la parola vale 10848, e 10848 diviso 256 fa 42,375. La tabella dà le regole: somma e sottrazione funzionano come per gli interi, perché le virgole sono allineate; per ottenere pixel interi si scorre a destra di f; dopo una moltiplicazione si scorre a destra di f, perché il prodotto ha il doppio dei bit frazionari.
Per il docente: 42 x 256 = 10752; 10752 + 96 = 10848 = 0x2A60. Dopo un altro frame il valore è 0x2AC0 (42,75), poi 0x2B20 (43,125): la palla attraversa il confine di un pixel ogni due o tre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numeri in virgola mobile si comportano quasi come i numeri reali, e il «quasi» causa bug veri. 0,1 non ha uno sviluppo binario finito, quindi è memorizzato in modo approssimato, e 0,1 più 0,2 non fa esattamente 0,3, come mostra il codice. Da qui la regola: mai confrontare per uguaglianza due risultati in virgola mobile; si confronta la loro differenza con una tolleranza. La somma non è nemmeno associativa. Per il denaro e per le posizioni in un gioco gli interi scalati, cioè la virgola fissa, sono spesso lo strumento giusto.
Per il docente: La somma in doppia precisione 0,1 + 0,2 vale 0,30000000000000004. Provatela in qualunque linguaggio.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Su carta: scrivete meno 6 nelle quattro codifiche; codificate 10,5 e 0,15625 in singola precisione; decodificate 0xBF800000. Su PRG32: eseguite la palla con tre velocità e contate dopo quanti frame si sposta di un pixel, poi datele una velocità verticale e fatela rimbalzare cambiando segno alla velocità con neg ai bordi. I risultati sono nel riquadro verde; ricavateli prima di guardare.
Per il docente: -6: 1110, 1001, 1010, 0010. 10,5 = 1010,1 = 1,0101 x 2^3: E = 130. 0,15625 = 0,00101 = 1,01 x 2^-3: E = 124. 0xBF800000: S = 1, E = 127, F =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06: Rappresentazione dei numeri (reali)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06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Rappresentazione dei numeri: i reali: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06-Architettura_dei_Calcolatori-Rappresentazione_dei_Numeri_Reali.pptx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rayc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06,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code/l06.S, 47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ottavi di pixel, con soli interi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96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96 / 256 = 0.375 pixel per frame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ball_update: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position, in 1/256 of a pixel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pixel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srai a0, t1, 8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in whole pixels: drop 8 bits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pixel per frame è troppo veloce, zero è troppo lento: alla palla serve 0,375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del kit è RV32IMAC: solo istruzioni intere, niente virgola mobile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Trucco: si memorizza la posizione moltiplicata per 256, e si divide per 256 solo per disegnare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Questa è la virgola fissa. Da dove viene il trucco, e quando non basta?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palla, bit per bit: Q24.8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ball_x_q8 = 0x00002A60 = 10848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2331720"/>
            <a:ext cx="7319271" cy="73152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0000 0000 0000 0000 0010 1010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3118104"/>
            <a:ext cx="73192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intera: 24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0x00002A = 42 pixel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2093976"/>
            <a:ext cx="36596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756916" y="2093976"/>
            <a:ext cx="3623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416551" y="2331720"/>
            <a:ext cx="2677864" cy="731520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0110 0000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416551" y="3118104"/>
            <a:ext cx="2677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frazione: 8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0x60 = 96/256 = 0,375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453127" y="2093976"/>
            <a:ext cx="13389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755483" y="2093976"/>
            <a:ext cx="13023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10848 / 256 = 42,375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49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virgola fissa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somma, sottrazione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interi: le virgole sono allineate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add, sub, addi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interi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destra di f, conservando il segno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srai a0, t1, 8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moltiplica, poi si scorre a destra di 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mul, poi srai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virgola mobile non è l'insieme dei reali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 non ha uno sviluppo binario finito: è memorizzato in modo approssimato, come 0,8 nella Lezione 05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6195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8570"/>
            <a:ext cx="54681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confrontare per uguaglianza due risultati in virgola mobile: si confronta la loro differenza con una tolleranza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7307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3982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somma non è associativa: (a + b) + c può differire da a + (b + c)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5321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4119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Sommare un numero molto piccolo a uno molto grande può lasciare invariato quello grande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3334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42560"/>
            <a:ext cx="54681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il denaro e per le posizioni in un gioco, gli interi scalati sono spesso lo strumento giusto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766560" y="1417320"/>
            <a:ext cx="4876495" cy="3108960"/>
          </a:xfrm>
          <a:prstGeom prst="roundRect">
            <a:avLst>
              <a:gd name="adj" fmla="val 235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95160" y="1600200"/>
            <a:ext cx="44192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a = 0.1 + 0.2;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== 0.3 ?   false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= 0.30000000000000004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better: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fabs(a - 0.3) &lt; 1e-9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l06.S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06: Number Representation: Real Numbers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l06.S: three-eighths of a pixel per frame, with integers only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white square that crosses the screen slowly from the left: one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pixel every 2.67 frames.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l06.S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l06 --name l06 --out l06.prg32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96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96 / 256 = 0.375 pixel per frame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l06_init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l06_update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l06_draw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l06_init: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l06.S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l06_update: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position, in 1/256 of a pixel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pixel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l06.S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l06_draw: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srai a0, t1, 8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in whole pixels: drop 8 bits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0xffff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ball_x_q8: .word 0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Q24.8: 24 bits of pixels, 8 bits of fraction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quadrato bianco che attraversa lentamente lo schermo da sinistra: un pixel ogni 2,67 frame.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l06 --name l06 --out l06.prg32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l06 --name l06 --architecture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l06 --name l06 --architecture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l06-esp32c6.prg32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l06-esp32c6.prg32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l06;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-6 su quattro bit in segno e modulo, complemento a uno, complemento a due ed eccesso 8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Codificate 10,5 e 0,15625 in IEEE 754 a singola precisione; date il risultato in esadecimale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Decodificate 0xBF800000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la palla con SPEED_Q8 = 96, 16 e 1. Dopo quanti frame si sposta di un pixel in ciascun caso?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alla palla anche una velocità verticale, e fatela rimbalzare: cambiate segno alla velocità con neg quando raggiunge un bordo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0x41280000, 0x3E200000 e -1,0. Su PRG32: la palla avanza di un pixel ogni 2,67, 16 e 256 frame; con il rimbalzo si muove in diagonale e resta sullo schermo.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Rappresentazione dei numeri: i reali: il codice</dc:title>
  <dc:subject>Lezione 06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