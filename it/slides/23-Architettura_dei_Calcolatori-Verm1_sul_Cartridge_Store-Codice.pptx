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473cd88-32a6-a9eb-7123-6c791b4b5ee5}">
          <p14:sldIdLst>
            <p14:sldId id="256"/>
            <p14:sldId id="257"/>
          </p14:sldIdLst>
        </p14:section>
        <p14:section name="I listati" id="{38f8b739-b8d0-df97-7251-947e04ad2eba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Eseguire e provare" id="{419014e2-e3c2-3095-6031-09915e3fa45b}">
          <p14:sldIdLst>
            <p14:sldId id="267"/>
            <p14:sldId id="268"/>
            <p14:sldId id="269"/>
            <p14:sldId id="270"/>
            <p14:sldId id="271"/>
          </p14:sldIdLst>
        </p14:section>
        <p14:section name="Esercizi" id="{b3190794-a254-263b-1dc6-844da4c6b4e6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23.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tools/tests/verm1_store.py compila le due cartucce, allega i metadati e impacchetta il bundle; non viene caricato niente.
Per il docente: Procurarsi il codice una volta: git clone https://github.com/riscv-prg32/computer-architecture-with-prg32 ~/arc12. tools/tests/verm1_store.py compila le due cartucce, allega i metadati e impacchetta il bundle; non viene caricato niente.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comando di compilazione di ogni lezione, con un'opzione in più: --architecture indica il target per cui viene prodotto il file, prima esp32c6 e poi qemu. I file prodotti seguono una regola per i nomi: il nome del gioco, un trattino, l'architettura. Il sorgente è lo stesso per entrambi. Guardate la dimensione riportata dal builder: l'intero gioco finito è circa sei kilobyte di codice.
Per il docente: Il builder risponde: built verm1-esp32c6.prg32 name=verm1 load=0x40800000, e code=6216 per il gioco di riferimento. Sei kilobyte: meno di questa slide come immagine.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cartridge summary stampa ciò che un file di cartuccia dichiara di sé. Cercate una riga: import_model deve valere abi-table. Significa che la cartuccia raggiunge le funzioni del runtime attraverso una tabella, e non attraverso gli indirizzi fissi di una particolare immagine del firmware. Una cartuccia così è portabile: continua a funzionare quando il firmware viene aggiornato. Lo Store accetta cartucce portabili. Ripetete il controllo sul secondo file.
Per il docente: Una cartuccia non portabile è collegata agli indirizzi di una specifica immagine del firmware e si rompe al primo aggiornamento. La tabella è l'ABI di PRG32: prg32_gfx_rect e le altre ne sono voci. Ripetete il controllo sul file per QEMU.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manifest è un file JSON che descrive il gioco. Leggete i campi uno per uno. id è un nome unico al mondo. version sono tre numeri. title è ciò che legge il giocatore. summary è una riga per lo scaffale e description un paragrafo. Poi autori, licenza ed etichette. Alla fine, assets nomina l'icona e architectures dice quale file di cartuccia serve quale target. Createlo con un editor di testo nella cartella del vostro gioco.
Per il docente: Create il file in ~/verm1 con un editor di testo. Nella slide la descrizione è tagliata. La riga abi dice di quale versione del formato dei metadati si tratta.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colophon è la pagina dei crediti della cartuccia; la parola viene dalla tipografia, dove indica la nota in fondo a un libro che dice chi l'ha realizzato. Elenca ruoli e nomi, i comandi, cioè che cosa fa ogni ingresso per il giocatore, e i ringraziamenti, dove resta citato il gioco di riferimento da cui siete partiti. Sostituite ovunque il nome segnaposto e impostate la data.
Per il docente: Colophon è la parola dei tipografi per la nota in fondo a un libro che dice chi l'ha realizzato. Sostituite ovunque Your Name, e impostate la data di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preparate metadata.json: una copia del manifest senza le due voci assets e architectures, che riguardano il bundle e non la singola cartuccia. Poi store attach-metadata scrive metadati, icona e colophon dentro la cartuccia: una volta per file, ciascuno con la sua architettura. Il programma non viene toccato; le informazioni vengono aggiunte in coda. Da questo momento una cartuccia copiata a mano dice ancora che cos'è e chi l'ha fatta.
Per il docente: Lo strumento risponde: wrote verm1-esp32c6.prg32 legacy=6316 blocks=3. I tre blocchi sono i metadati, l'icona e il colophon, aggiunti in coda al programma; il programma in sé non viene toccato. Attenzione: dare il manifest completo a --metadata fa fallire lo strumento, per via della voce assets.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 fidarsi di una scrittura che non si è riletta. store inspect-metadata stampa ciò che c'è dentro la cartuccia: controllate id, titolo, versione e architettura, e che trailer_present valga true. Poi eseguite ancora una volta la cartuccia: deve funzionare esattamente come prima. Rileggere ciò che si è scritto è l'abitudine di tutto il corso, dalla vista della memoria nel debugger a questo comando.
Per il docente: Output abbreviato. Rileggere ciò che si è scritto è l'abitudine di tutto il corso: la vista della memoria nel debugger, e ora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 pack-bundle legge il manifest, raccoglie i file che nomina e produce un file ZIP il cui nome porta la versione. Se un file manca o ha il nome sbagliato, lo strumento si ferma qui, sul vostro calcolatore, e non più tardi allo Store. Guardate l'elenco che stampa: il manifest, l'icona e le due cartucce. Il vostro intero gioco, per due macchine, è circa sedici kilobyte.
Per il docente: Output reale per il gioco di riferimento, da tools/tests/verm1_store.py. I file devono stare nella stessa cartella del manifest.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Provate il bundle, non la vostra cartella. Estraetelo in una cartella vuota e lavorate da lì: importate in PRG32-QT la cartuccia per ESP32-C6 e verificate che titolo, icona e crediti siano i vostri; caricate l'altra su QEMU e giocate una partita; se avete un kit, provatela con il joystick vero. Poi chiedete a un collega di fare lo stesso su un altro calcolatore. Così si intercetta l'errore classico: un bundle costruito prima dell'ultima correzione.
Per il docente: Provare i file confezionati, e non quelli della cartella di lavoro, intercetta l'errore classico: un bundle costruito prima dell'ultima correzione.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azioni. Accedete allo Store e create un token. Tenetelo in una variabile d'ambiente della vostra shell. Poi inviate il bundle con store publish-bundle. Il token siete voi: chi lo possiede pubblica a vostro nome. Quindi è un segreto: non va nel sorgente, né in un file sotto controllo di versione, né in una schermata. Se lo perdete o lo mostrate per errore, revocatelo e createne uno nuovo.
Per il docente: È l'unico passo che non è stato eseguito per queste slide: richiede un account personale. Fatelo dal vivo con un volontario, con il token del volontario, e non proiettate mai il token.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vostra release. Scegliete un id e un titolo, scrivete il manifest e il colophon della vostra variante, disegnate la vostra icona. Poi compilate, allegate, ispezionate e confezionate, e ripassate la lista di controllo con un collega come revisore. Il bundle è il prodotto da consegnare per il progetto. La pubblicazione è facoltativa e personale: se volete il vostro gioco sullo scaffale, pubblicatelo e mandate il link alla classe.
Per il docente: La pubblicazione è facoltativa e personale; il bundle è il prodotto da consegnare per il progetto.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23: Verm1: lo Store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 sul Cartridge Store: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822" y="4251960"/>
            <a:ext cx="2646947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8 listati della Lezione 23,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file del bundle: manifesto, metadati, colophon, icona, e una cartuccia per architettura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539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8356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0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1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Compilare per il kit e per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~/PRG32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your PRG32 folder, toolchain active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--architecture esp32c6 --out ~/verm1/verm1-esp32c6.prg32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--architecture qemu --out ~/verm1/verm1-qemu.prg32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comando di ogni lezione, con un'opzione in più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--architecture indica il target del file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nomi seguono una regola: gioco-architettura.prg32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Verm1 finito è circa 6 kilobyte di codice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Controllo: è portabile?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~/verm1/verm1-esp32c6.prg32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"import_model": "abi-table",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stampa ciò che il file dichiara di sé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abi-table: la cartuccia raggiunge il runtime tramite una tabella di funzioni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Quindi non dipende da una specifica build del firmware: è portabile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Store accetta cartucce portabili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manifest.json: chi è questo gioco?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"prg32-metadata-1.0",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"it.uniparthenope.arc12.verm1",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"Verm1",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"summary": "A hungry worm on a 40 by 24 grid: a tribute to Snake.",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"description": "Verm1 (say \"vermone\") is the course-long project of ...",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[{"name": "Your Name"}],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"tags": ["arcade", "snake", "assembly", "education"],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"assets": {"icon": "icon.png"},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"architectures": [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"esp32c6", "file": "verm1-esp32c6.prg32"},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"qemu", "file": "verm1-qemu.prg32"}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un nome unico al mondo, e per sempre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version: tre numeri, 1.0.0 per una prima versione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una riga per lo scaffale; description: un paragrafo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architectures: quale file serve quale target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colophon.json: crediti e comandi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"prg32-colophon-1.0",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"Verm1",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"subtitle": "A tribute to Snake, in RISC-V assembly",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"release_date": "2026-12-18",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"developer": {"name": "Your Name"},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"game design", "name": "Your Name"},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"programming", "name": "Your Name"}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"copyright": "Copyright 2026 Your Name",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"acknowledgements":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"Giuseppe Coviello, reference implementation of Verm1",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"ARC12 Computer Architecture, University of Naples Parthenope",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"The PRG32 community"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"controls":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{"input": "JOYSTICK", "action": "Steer the worm"},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{"input": "A", "action": "Start, and return to the title after game over"}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"start_prompt": "Press A to play"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colophon è la pagina dei crediti della cartuccia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Ruoli e nomi: riconoscete il lavoro di tutti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controls: che cosa fa ogni ingresso, per il giocatore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acknowledgements: chi ringraziate; il gioco di riferimento da cui siete partiti resta lì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metadata.json, e attach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metadata.json = manifest.json WITHOUT the "assets" and "architectures" entries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attach-metadata ~/verm1/verm1-esp32c6.prg32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--metadata ~/verm1/metadata.json --icon ~/verm1/icon.png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--colophon ~/verm1/colophon.json --architecture esp32c6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~/verm1/verm1-esp32c6.prg32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attach-metadata ~/verm1/verm1-qemu.prg32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--metadata ~/verm1/metadata.json --icon ~/verm1/icon.png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--colophon ~/verm1/colophon.json --architecture qemu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~/verm1/verm1-qemu.prg32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Copiate il manifest e cancellate due voci: assets, architectures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scrive titolo, icona e crediti dentro la cartuccia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copiata a mano dice ancora che cos'è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volta per file, con la sua architettura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Rileggere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inspect-metadata ~/verm1/verm1-esp32c6.prg32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"id": "it.uniparthenope.arc12.verm1",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"license": "MIT",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"runtime": { "architecture": "esp32c6", ... },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"summary": "A hungry worm on a 40 by 24 grid: a tribute to Snake.",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"title": "Verm1",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"version": "1.0.0"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"trailer_present": true,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"unknown_blocks": []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fidarsi di una scrittura che non si è riletta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Controllate id, titolo, versione e architettura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trailer_present: i documenti sono nel file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ancora una volta la cartuccia: deve funzionare come prima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Confezionare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pack-bundle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--manifest ~/verm1/manifest.json --out ~/verm1/verm1-1.0.0.zip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Bundle: ~/verm1/verm1-1.0.0.zip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manifest.json                   0.7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icon.png                        0.1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verm1-esp32c6.prg32             7.8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verm1-qemu.prg32                7.8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Total: 16.4 KB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strumento legge il manifest e raccoglie i file che nomina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file mancante o con il nome sbagliato lo ferma qui, non allo Store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nome porta la versione: verm1-1.0.0.zip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intero gioco, per due macchine: 16 kilobyte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provate il bundle, non la vostra cartella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Estraete verm1-1.0.0.zip in una cartella vuota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244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9415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importate verm1-esp32c6.prg32 da quella cartella ed eseguitelo: titolo, icona e crediti devono essere i vostri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21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1381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Caricate verm1-qemu.prg32 su QEMU e giocate una partita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0893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39064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avete un kit, caricate il file per ESP32-C6 e giocate con il joystick vero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28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10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Chiedete a un collega di fare lo stesso su un altro calcolatore: il primo utente che non siete voi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gira dai file contenuti nel bundle, su ogni target dichiarato, su un calcolatore che non è il vostro.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Pubblicare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sign in to the Store and create a token on the Tokens page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keep it in the environment of your shell: never in a file, never in 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PRG32_STORE_URL="https://store.prg32.uniparthenope.it"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PRG32_STORE_TOKEN="paste-your-token-here"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submit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publish-bundle ~/verm1/verm1-1.0.0.zip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--store-url "$PRG32_STORE_URL" --token "$PRG32_STORE_TOKEN"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token siete voi: chi lo possiede pubblica a vostro nome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un segreto: non nel sorgente, non in una schermata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L'invio resta in attesa finché un redattore non lo approva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 o mostrato per errore: revocatelo e createne uno nuovo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Verm1, avviato dai file del bundle: su ogni host il titolo, l'icona e i crediti sono quelli del manifesto.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avvia una partita; guidate con il joystick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verm1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5968" y="1417320"/>
            <a:ext cx="4297680" cy="42976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unzip the bundle into an empty folder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~/verm1-test &amp;&amp; cd ~/verm1-test &amp;&amp; unzip ~/verm1/verm1-1.0.0.zip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in PRG32-QT: import verm1-esp32c6.prg32 from that folder, Run Cartridge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or, from the PRG32 folder: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~/verm1-test/verm1-esp32c6.prg32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the title, the icon and the credits must be those of your manifest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read back what the cartridge for QEMU declares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inspect-metadata ~/verm1-test/verm1-qemu.prg32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it into the flash image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~/verm1-test/verm1-qemu.prg32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the cartridge of the bundle for the board, and start 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~/verm1-test/verm1-esp32c6.prg32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play one whole game with the real joystick and speaker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verm1;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vostra release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Scegliete il vostro id e il vostro titolo, scrivete manifest e colophon per la vostra variante di Verm1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47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429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la vostra icona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1363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Compilate, allegate, ispezionate, confezionate: producete il vostro bundle e superate la lista di controllo con un collega come revisore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volete il vostro gioco sullo scaffale: pubblicatelo, e mandate il link alla classe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bundle del vostro gioco, rivisto da un collega con la lista di controllo.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 sul Cartridge Store: il codice</dc:title>
  <dc:subject>Lezione 23</dc:subject>
  <dc:creator>Raffaele Montella</dc:creator>
  <cp:lastModifiedBy>Raffaele Montella</cp:lastModifiedBy>
  <cp:revision>1</cp:revision>
  <dcterms:created xsi:type="dcterms:W3CDTF">2026-10-13T08:56:26Z</dcterms:created>
  <dcterms:modified xsi:type="dcterms:W3CDTF">2026-10-13T08:56:26Z</dcterms:modified>
</cp:coreProperties>
</file>