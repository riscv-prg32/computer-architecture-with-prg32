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acd218e-5a4a-6cd6-6289-cd0317a67e35}">
          <p14:sldIdLst>
            <p14:sldId id="256"/>
            <p14:sldId id="257"/>
          </p14:sldIdLst>
        </p14:section>
        <p14:section name="Tempo e stato" id="{f18e7b47-35ce-b2b1-fa31-487c28bc1b8f}">
          <p14:sldIdLst>
            <p14:sldId id="258"/>
            <p14:sldId id="259"/>
          </p14:sldIdLst>
        </p14:section>
        <p14:section name="Macchine a stati finiti" id="{c4deebd0-06a5-e50a-b4d0-6a12127919f4}">
          <p14:sldIdLst>
            <p14:sldId id="260"/>
            <p14:sldId id="261"/>
            <p14:sldId id="262"/>
            <p14:sldId id="263"/>
          </p14:sldIdLst>
        </p14:section>
        <p14:section name="Latch" id="{feff1aee-6af1-1236-e309-edb8525388dc}">
          <p14:sldIdLst>
            <p14:sldId id="264"/>
            <p14:sldId id="265"/>
            <p14:sldId id="266"/>
            <p14:sldId id="267"/>
            <p14:sldId id="268"/>
          </p14:sldIdLst>
        </p14:section>
        <p14:section name="Flip-flop" id="{747a8e28-fe2a-b23d-2f79-8a93c184e2cd}">
          <p14:sldIdLst>
            <p14:sldId id="269"/>
            <p14:sldId id="270"/>
          </p14:sldIdLst>
        </p14:section>
        <p14:section name="Ritorno alla macchina" id="{8d776f9e-27c0-46ef-66cc-7b80a4c945b4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terzo blocco del corso: stato e memoria. Le macchine della Lezione 11 non avevano memoria: gli stessi ingressi davano sempre le stesse uscite. Un calcolatore però ricorda: un contatore sopravvive da un frame al successivo, un gioco sa se sta mostrando il titolo o il campo di gioco. Questa lezione introduce il tempo e lo stato, il modello che descrive ogni circuito con memoria, e le memorie elementari, latch e flip-flop, con cui sono costruiti i registri del processore.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macchine a stati finiti; il clock; latch e flip-flop; i registri come flip-flop. DA UTILIZZARE OGGI: il programma completo, gli strumenti di PRG32 (si usa, non si studia, in questo corso). DA COMPRENDERE PIÙ AVANTI: niente. Una slide senza etichetta è contesto: una storia, un esempio, una domanda, un esercizio.
Per il docente: Spirale: un gioco con una schermata del titolo è una macchina a stati finiti scritta in assembly; la lezione costruisce poi la teoria (tempo, stato, Mealy e Moore), gli elementi di memoria (latch e flip-flop), e torna ai registri e al program counter di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Spiegare perché un circuito sequenziale ha bisogno dei concetti di tempo e di stato. Definire una macchina a stati finiti e distinguere Mealy da Moore. Descrivere una macchina con una tabella e con un diagramma degli stati. Spiegare come un latch SR ricorda un bit e perché una combinazione dei suoi ingressi è vietata. Distinguere latch e flip-flop, livello e fronte. E riconoscere registri, contatori e program counter come macchine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clock è un segnale che alterna regolarmente 0 e 1. Il disegno ne nomina le parti: il periodo T, il tempo alto e il tempo basso, il fronte di salita, dove passa da 0 a 1, e il fronte di discesa. La frequenza è il numero di periodi al secondo, uno diviso T. I circuiti sincroni cambiano stato su uno dei due fronti. Per il kit: 160 MHz significano un periodo di 6,25 nanosecondi, e ogni rete combinatoria del chip deve assestarsi entro quel tempo.
DA COMPRENDERE OGGI: il clock.
Per il docente: Fronte di salita, fronte di discesa, periodo TCK, TH e TL nella slide originale. Il legame con la Lezione 11: il periodo deve superare il percorso critico. In un gioco PRG32 il frame fa da clock, molto più lento.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stato è una sintesi di tutta la storia precedente degli ingressi: tutto ciò che il circuito deve sapere del passato per comportarsi correttamente da qui in poi. È conservato da variabili di stato. Una funzione di transizione calcola lo stato prossimo dallo stato presente e dagli ingressi presenti, e lo stato si aggiorna una volta per ciclo di clock. La formula a destra lo dice in modo compatto. Per memorizzare lo stato servono elementi con due condizioni stabili: latch e flip-flop.
DA COMPRENDERE OGGI: macchine a stati finiti.
Per il docente: Nel riscaldamento: una variabile di stato (la parola state), la funzione di transizione è game_update,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formale. Una macchina sequenziale è fatta di cinque cose: un alfabeto di ingresso I e un alfabeto di uscita U, insiemi finiti di simboli; un insieme finito di stati S; una funzione stato prossimo, che a ogni coppia stato-ingresso fa corrispondere uno stato prossimo; e una funzione di uscita. Confrontatela con il riscaldamento: l'ingresso è «A premuto o no», gli stati sono TITLE, PLAY e OVER, la funzione stato prossimo è il codice di game_update, e l'uscita è la schermata.
DA COMPRENDERE OGGI: macchine a stati finiti.
Per il docente: In inglese: finite-state automaton; sequential machine. Con k variabili di stato gli stati sono al più 2^k. La slide originale scriveva le funzioni con segni di appartenenza: qui si usano le frecce corrette.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L'uscita si può definire in due modi. In una macchina di Mealy l'uscita dipende dallo stato e dall'ingresso: si scrive sulle transizioni, e può reagire a un ingresso nello stesso ciclo. In una macchina di Moore l'uscita dipende dal solo stato: si scrive dentro gli stati e cambia solo quando cambia lo stato. Il gioco del riscaldamento è una macchina di Moore: ogni stato ha la sua schermata. I due modelli sono equivalenti, anche se il numero di stati può essere diverso.
DA COMPRENDERE OGGI: macchine a stati finiti.
Per il docente: Ogni macchina di Mealy ha una macchina di Moore equivalente e viceversa, eventualmente con un numero diverso di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generale di ogni macchina sequenziale. Una rete combinatoria calcola lo stato prossimo e le uscite a partire dagli ingressi e dallo stato presente. Un registro di flip-flop conserva lo stato presente. A ogni fronte del clock lo stato prossimo diventa lo stato presente. L'anello dalla rete al registro e ritorno è ciò che rende possibile la memoria, e il registro è ciò che tiene l'anello sotto controllo: i valori fanno un giro per ciclo, mai più in fretta. Tutta la Lezione 11 vive nel riquadro superiore.
DA COMPRENDERE OGGI: macchine a stati finiti.
Per il docente: Rete combinatoria e registri di stato. Il riscaldamento ha esattamente questa forma: game_update è il riquadro superiore, la parola state è il registro, il frame è il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due descrizioni equivalenti di una macchina, per un esempio di Mealy con quattro stati. Nella tabella degli stati ogni riga è uno stato presente e ogni colonna un simbolo di ingresso; la cella dà lo stato prossimo e, dopo la barra, l'uscita. Nel diagramma degli stati ogni stato è un nodo e ogni transizione una freccia etichettata ingresso barra uscita. Esercitatevi a passare dall'una all'altro: prendete la riga di s0 e trovatene nel disegno le due frecce.
DA COMPRENDERE OGGI: macchine a stati finiti.
Per il docente: Tabella degli stati e diagramma degli stati: G(V, E, L) con V i nodi (stati), E gli archi (transizioni) e L le etichette. L'esempio è quello della presentazione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SR: due porte NOR, ciascuna con l'uscita collegata a un ingresso dell'altra. S, per set, porta Q a 1; R, per reset, porta Q a 0. Con entrambi a 0 il latch conserva l'ultimo valore: ricorda quale ingresso è stato a 1 più di recente. La tabella riassume i quattro casi, e l'ultimo è vietato. Per via della retroazione Q dipende da se stesso: in un circuito con un anello un segnale è una forma d'onda nel tempo e non un singolo valore.
DA COMPRENDERE OGGI: latch e flip-flop.
Per il docente: Q = (R + Q')' e Q' = (S + Q)'. Tagliando il filo di retroazione il latch diventa una semplice rete combinatoria di due NOR: così lo analizzava, caso per caso, la presentazione originale. Lo stesso latch si può costruire con due porte NAND e ingressi attivi bassi.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nel tempo. S va a 1, e dopo il ritardo delle porte Q diventa 1. Poi S torna a 0 e non accade nulla: la retroazione tiene Q a 1. Questo tratto piatto è la memoria. Più tardi R va a 1, Q torna a 0, e vi resta quando R torna a 0. Seguite sul disegno i quattro istanti segnati tenendo davanti il circuito della slide precedente, e ricavate l'uscita di ogni porta.
DA COMPRENDERE OGGI: latch e flip-flop.
Per il docente: Diagramma temporale. La presentazione originale tracciava ciascuno di questi quattro passi porta per porta su una dozzina di slide; ripercorrerli alla lavagna con il circuito della slide precedente. Il latch è un automa di Moore: la sua uscita è il suo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S e R entrambi a 1, entrambe le porte NOR danno 0, quindi Q e il suo complemento non sono più complementari. Peggio: se poi i due ingressi tornano a 0 insieme, le porte fanno a gara, e lo stato finale dipende da quale è più veloce. Il risultato è imprevedibile, e il latch può perfino oscillare. Chi usa un latch SR deve garantire che S e R non siano mai a 1 insieme. Gli elementi JK e D sono stati inventati per eliminare il problema alla radice.
DA COMPRENDERE OGGI: latch e flip-flop.
Per il docente: Le conclusioni della presentazione originale scambiavano set e reset in una slide: set dà Q = 1, reset dà Q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circuito asincrono le uscite possono cambiare ogni volta che cambia un ingresso. In uno sincrono è il clock a decidere quando. Per rendere sincrono il latch SR, S e R passano per due porte AND insieme al clock. Quando il clock vale 0 entrambe le porte danno 0 e il latch non può cambiare; quando vale 1 si comporta come il latch semplice. Il clock decide quando gli ingressi vengono ascoltati.
DA COMPRENDERE OGGI: latch e flip-flop.
Per il docente: Latch sincroni e asincroni. La presentazione originale suggerisce un simulatore: de-iitr.vlabs.ac.in/exp/truth-tables-flip-flops.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miglioramenti del latch. Nel latch JK le uscite sono riportate alle porte di ingresso, così che set e reset interni non possano mai valere 1 insieme; la combinazione J = K = 1, invece di essere vietata, inverte l'uscita: la fa commutare. Il latch D ha un solo ingresso: D va al set e la sua negazione al reset, quindi l'uscita prende semplicemente il valore di D finché il clock è attivo. D sta per delay, ritardo, o per dato.
DA COMPRENDERE OGGI: latch e flip-flop.
Per il docente: JK: le uscite sono riportate alle porte di ingresso, S = J . Q' e R = K . Q; poiché Q e Q' sono complementari, S e R non possono mai valere entrambi 1. D: un solo ingresso va a S e, attraverso un invertitore, a R, quindi sono possibili solo i casi S = 0, R = 1 e S = 1, R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flip-flop master-slave è fatto di due latch in serie, controllati da livelli opposti del clock. Quando il clock vale 0 il master è aperto e segue l'ingresso, mentre lo slave è chiuso. Quando il clock passa a 1 il master si chiude, conservando ciò che aveva, e lo slave si apre e lo mostra. I due non sono mai trasparenti insieme, quindi l'ingresso non può mai correre dritto fino all'uscita. L'effetto è che l'uscita cambia solo sul fronte di salita: il flip-flop è sensibile al fronte.
DA COMPRENDERE OGGI: latch e flip-flop.
Per il docente: Flip-flop master-slave. La presentazione originale mostrava la versione JK, fatta di due latch JK sincroni; la versione D è quella usata nei registri di un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differenza, vista sulle forme d'onda. Il clock e l'ingresso D sono gli stessi per entrambi. L'uscita del latch segue D per tutta la fase alta del clock: cambia a metà di una fase. L'uscita del flip-flop cambia solo sui fronti di salita, prendendo il valore che D ha in quell'istante; gli impulsi brevi di D tra due fronti sono ignorati. L'uscita del flip-flop è ferma per un intero periodo, che è esattamente ciò che serve a un registro di stato.
DA COMPRENDERE OGGI: latch e flip-flop.
Per il docente: Sensibile al livello contro sensibile al fronte. Le forme d'onda sono calcolate, non disegnate a mano: l'uscita del latch cambia a metà di una fase alta, quella del flip-flop solo sui fronti di salita.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registro è una fila di flip-flop con un clock comune: un flip-flop per bit. Con un segnale di abilitazione al caricamento prende un nuovo valore solo quando gli è chiesto, e altrimenti conserva il vecchio. RISC-V ha trentadue registri di trentadue bit: 1024 flip-flop. Ora le due macchine della Lezione 11 trovano il loro posto: il decodificatore pilotato dal campo rd attiva l'abilitazione di un solo registro, e i multiplexer selezionano i registri da leggere.
DA COMPRENDERE OGGI: i registri come flip-flop.
Per il docente: La presentazione originale usava come esempio il 74273 (otto flip-flop D, un clock e un clear). Registri, registri a scorrimento, bus e buffer a tre stati sono l'argomento della prossima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dove si scrive l'uscita nei due tipi di diagramma. In una macchina di Moore sta dentro i nodi: appartiene allo stato, e l'ingresso non c'entra.
Guardate la tabella del latch SR: quale riga ha entrambi gli ingressi a 0? È la riga della memoria. La retroazione conserva il valore memorizzato, qualunque fosse.
Per il docente: 1. Risposta: B. Moore: w va da S a U. In una macchina di Mealy l'uscita dipende dallo stato e dall'ingresso.
2. Risposta: C. S = R = 0 è la condizione di mantenimento: la retroazione conserva il valore memorizzato.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Entrambi gli elementi memorizzano un bit ed entrambi hanno un clock. La differenza è quando ascoltano: il latch per tutto il livello attivo, il flip-flop solo nell'istante di un fronte.
A una macchina con N stati servono abbastanza variabili di stato da dare a ogni stato un codice diverso: il più piccolo k tale che 2 alla k sia almeno N. È la formula dei codici a lunghezza fissa della Lezione 11.
Per il docente: 1. Risposta: C. Il latch è trasparente per tutto il livello attivo del clock; il flip-flop campiona D solo sul fronte.
2. Risposta: B. ceil(log2 10) = 4 variabili di stato, con il codice binario di lunghezza minima della Lezione 11. Ne servirebbero dieci con un codice one-hot.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Feedback è la retroazione. Rising e falling edge sono il fronte di salita e di discesa. Level-triggered ed edge-triggered, sensibile al livello e sensibile al fronte, dicono quando un elemento di memoria ascolta. Present state e next state sono i due valori attorno a un fronte di clock. Latch e flip-flop non si traducono; la parola italiana generale è bistabile.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circuiti digitali sono combinatori o sequenziali, e per i secondi contano il tempo e lo stato. Una macchina sequenziale realizza un automa a stati finiti, del tipo di Mealy o di Moore. Latch e flip-flop sono le memorie elementari, ed è la retroazione a far sì che un circuito ricordi. Il clock decide quando: i latch ascoltano durante un livello, i flip-flop su un fronte. Registri, contatori, program counter e processore sono macchine sequenziali costruite attorno a reti combinatorie.
Stato di apprendimento, riepilogo. DA COMPRENDERE OGGI: macchine a stati finiti; il clock; latch e flip-flop; i registri come flip-flop. DA UTILIZZARE OGGI: il programma completo, gli strumenti di PRG32 (si usa, non si studia, in questo corso). DA COMPRENDERE PIÙ AVANTI: niente. Una slide senza etichetta è contesto: una storia, un esempio, una domanda, un esercizio.
Per il docente: Prossima lezione: le macchine elementari per l'architettura: registri, registri a scorrimento, bus e buffer a tre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stato e macchine a stati finiti; latch, flip-flop e i registri di un processore RISC-V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“Steve, ogni automobile ha un volante, ma nessuno pretende che il volante sia una sua invenzione.”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Gates, nel film I pirati di Silicon Valley,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13-Architettura_dei_Calcolatori-Macchine_Sequenziali-Codice.pptx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un circuito sequenziale ha bisogno dei concetti di tempo e di stato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una macchina a stati finiti e distinguere le macchine di Mealy da quelle di Moore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619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14370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una macchina con una tabella degli stati e con un diagramma degli stati, e passare dall'una all'altro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518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06901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un latch SR ricorda un bit, e perché S = R = 1 non è ammesso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latch e flip-flop, sensibilità al livello e sensibilità al fronte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Riconoscere registri, contatori e il program counter di RISC-V come macchine sequenziali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08212" y="91440"/>
            <a:ext cx="293484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0821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6228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92260" y="91440"/>
            <a:ext cx="25142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clock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51799"/>
            <a:ext cx="6400800" cy="214856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49808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882128" y="1417320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segnale binario periodico che scandisce gli istanti discreti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7498080" y="22197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882128" y="2144268"/>
            <a:ext cx="376092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periodo vale 1 per il tempo alto e 0 per il tempo basso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7498080" y="32255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882128" y="3150108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cycle: il rapporto tra il tempo alto e il periodo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7498080" y="39524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882128" y="3877056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Frequenza: il numero di periodi al secondo, f = 1 / T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476986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32688" y="46634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salita: il passaggio da 0 a 1. Fronte di discesa: il passaggio da 1 a 0. I circuiti sincroni cambiano stato su uno dei due</a:t>
            </a:r>
            <a:endParaRPr lang="en-US" sz="2200" dirty="0"/>
          </a:p>
        </p:txBody>
      </p:sp>
      <p:sp>
        <p:nvSpPr>
          <p:cNvPr id="20" name="Shape 15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lavora a 160 MHz: un periodo dura 6,25 nanosecondi, e ogni rete combinatoria al suo interno deve assestarsi entro quel tempo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concetto di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uscite di un circuito sequenziale dipendono dagli ingressi e dallo stato: una sintesi di tutta la storia precedente degli ingressi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297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46541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conservato da un insieme di variabili di stato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645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81375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transizione calcola lo stato prossimo dallo stato presente e dagli ingressi presenti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299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210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aggiorna a ogni istante del tempo discreto, cioè a ogni ciclo di clock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lo stato all'istante k dipende dagli ingressi all'istante k e dallo stato all'istante k - 1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memorizzare lo stato si usano elementi di memoria detti bistabili: latch e flip-flop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S(k) = f(S(k-1), I(k))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prossimo è funzione dello stato presente e dell'ingresso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L'automa a stati finiti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937004"/>
          </a:xfrm>
          <a:prstGeom prst="roundRect">
            <a:avLst>
              <a:gd name="adj" fmla="val 377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111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numero di stati di una rete sequenziale fisicamente realizzabile è necessariamente finito. Il modello che ne descrive il comportamento è l'automa a stati finiti; una macchina sequenziale ne realizza uno.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77304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674364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è una quintupla (I, U, S, Ω, w)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4234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13613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I, l'alfabeto di ingresso, e U, l'alfabeto di uscita: insiemi finiti di simboli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6965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597908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l'insieme finito e non vuoto degli stati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1583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05968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Ω: la funzione stato prossimo, da S x I a S. A ogni coppia stato-ingresso corrisponde, se specificato, uno e un solo stato prossimo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945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584682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la funzione di uscita, che genera il simbolo di uscita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di Mealy e macchine di Moore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Mealy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dipende dallo stato e dall'ingresso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x I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sulle transizioni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reagire a un ingresso nello stesso ciclo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Spesso richiede meno stati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Moore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associata al solo stato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dentro gli stati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solo quando cambia lo stato: nessun disturbo dagli ingressi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del riscaldamento lo è: ogni stato ha la sua schermata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 generale di una macchina sequenziale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50876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combinatoria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stato prossimo 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di uscita 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448056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 stato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flip-flop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4572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 ... xn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9512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39496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 ... zm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3364992"/>
            <a:ext cx="0" cy="52120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3886200"/>
            <a:ext cx="0" cy="5669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80060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2468880" y="3364992"/>
            <a:ext cx="0" cy="1088136"/>
          </a:xfrm>
          <a:prstGeom prst="line">
            <a:avLst/>
          </a:prstGeom>
          <a:noFill/>
          <a:ln w="28575">
            <a:solidFill>
              <a:srgbClr val="6B4FA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68680" y="36118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978408" cy="0"/>
          </a:xfrm>
          <a:prstGeom prst="line">
            <a:avLst/>
          </a:prstGeom>
          <a:noFill/>
          <a:ln w="28575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33488" y="1417320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rete combinatoria calcola lo stato prossimo e le uscite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9494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33488" y="2280666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flip-flop conserva lo stato presente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9494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33488" y="314401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fronte del clock lo stato prossimo diventa lo stato presente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9494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33488" y="433273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L'anello è spezzato dal registro: i valori fanno un giro per ciclo, mai più in fretta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9494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33488" y="5521452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Lezione 11 vive nel riquadro superiore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Tabella e diagramma degli stati: una macchina di Mealy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9214"/>
            <a:ext cx="5212080" cy="3631093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6400800" y="39004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84848" y="3840480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degli stati: una riga per stato presente, una colonna per simbolo di ingresso; ogni cella contiene stato prossimo / uscita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6400800" y="49423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784848" y="4882388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Diagramma degli stati: un grafo orientato; un nodo per stato, un arco per transizione, etichettato ingresso / uscita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6400800" y="5984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784848" y="5924296"/>
            <a:ext cx="485820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descrizioni sono equivalenti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3063240"/>
          </a:xfrm>
          <a:prstGeom prst="roundRect">
            <a:avLst>
              <a:gd name="adj" fmla="val 238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219"/>
            <a:ext cx="4389120" cy="2607442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4663440"/>
          <a:ext cx="3749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22860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Q: mantiene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 reset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ammesso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94360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327648" y="1417320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porte NOR, ciascuna con l'uscita collegata a un ingresso dell'altra: retroazione</a:t>
            </a:r>
            <a:endParaRPr lang="en-US" sz="1800" dirty="0"/>
          </a:p>
        </p:txBody>
      </p:sp>
      <p:sp>
        <p:nvSpPr>
          <p:cNvPr id="13" name="Shape 7"/>
          <p:cNvSpPr/>
          <p:nvPr/>
        </p:nvSpPr>
        <p:spPr>
          <a:xfrm>
            <a:off x="5943600" y="23469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27648" y="2271522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(set) porta Q allo stato stabile 1; R (reset) porta Q allo stato stabile 0</a:t>
            </a:r>
            <a:endParaRPr lang="en-US" sz="1800" dirty="0"/>
          </a:p>
        </p:txBody>
      </p:sp>
      <p:sp>
        <p:nvSpPr>
          <p:cNvPr id="15" name="Shape 9"/>
          <p:cNvSpPr/>
          <p:nvPr/>
        </p:nvSpPr>
        <p:spPr>
          <a:xfrm>
            <a:off x="5943600" y="32011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327648" y="3125724"/>
            <a:ext cx="531540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 = R = 0 il latch conserva l'ultimo valore: ricorda quale dei due ingressi è stato a 1 più di recente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0" y="43342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7648" y="4258818"/>
            <a:ext cx="531540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via della retroazione Q dipende da se stesso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 = R' . (S + Q), dove la Q a destra è il valore di un ritardo di propagazione prima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94360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327648" y="5614416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rete con anelli ogni variabile è una forma d'onda nel tempo, non un singolo valore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 nel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2926080"/>
          </a:xfrm>
          <a:prstGeom prst="roundRect">
            <a:avLst>
              <a:gd name="adj" fmla="val 25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9613"/>
            <a:ext cx="10545775" cy="274149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46327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32688" y="452628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Set: S va a 1; dopo il ritardo di due porte Q diventa 1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32688" y="517880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torna a 0 e non cambia nulla: la retroazione tiene Q a 1. Il latch ricorda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Reset: R va a 1 e, dopo il ritardo, Q diventa 0; quando R torna a 0 resta lì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 = R = 1 non è ammesso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entrambi gli ingressi a 1 entrambe le porte NOR danno 0: Q e Q' non sono più complementari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poi S e R tornano a 0 insieme, le due porte fanno a gara: lo stato finale dipende da quale è più veloce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5680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6938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imprevedibile, e il latch può perfino oscillare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R si chiamano ingressi di eccitazione; il progettista deve garantire che non siano mai a 1 insieme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elementi JK e D esistono per eliminare questo problema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. R = 0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condizione che deve rispettare ogni circuito che pilota un latch SR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sincroni: si aggiunge un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70572"/>
            <a:ext cx="4876495" cy="22082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629400" y="5349240"/>
            <a:ext cx="4876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latch SR sincrono: gli ingressi di eccitazione passano per due porte AND controllate da CK</a:t>
            </a:r>
            <a:endParaRPr lang="en-US" sz="1350" dirty="0"/>
          </a:p>
        </p:txBody>
      </p:sp>
      <p:sp>
        <p:nvSpPr>
          <p:cNvPr id="11" name="Shape 6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2688" y="1417320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asincroni: le uscite possono cambiare ogni volta che cambia un ingresso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26143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32688" y="2523405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sincroni: l'istante in cui le uscite possono cambiare è deciso dal clock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37204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32688" y="3629491"/>
            <a:ext cx="52852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latch SR sincrono, S e R sono messi in AND con il clock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0: entrambe le porte AND danno 0 e il latch non può cambiare stato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1: il latch è sensibile a S e R, esattamente come quello asincrono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32688" y="5552440"/>
            <a:ext cx="528523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 gli ingressi vengono ascoltati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latch JK e D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3637513"/>
                <a:gridCol w="1636881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JK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mantiene: Q invariato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reset: 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set: 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commuta: Q si inverte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JK: S = J . Q' e R = K . Q non valgono mai 1 insieme. D (delay): S = D e R = D', quindi l'uscita ripete l'ingresso finché il clock è attivo.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flip-flop master-slave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10712" y="2331720"/>
            <a:ext cx="95097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56616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28232" y="2331720"/>
            <a:ext cx="65836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62940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45720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 flipV="1">
            <a:off x="237744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539496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46888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invertito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73568" y="1417320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latch in serie, controllati da livelli opposti del clock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89520" y="2332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73568" y="2257425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master riceve gli ingressi; lo slave produce le uscite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589520" y="31729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73568" y="3097530"/>
            <a:ext cx="366948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sono mai trasparenti insieme: l'ingresso non può mai correre dritto fino all'uscita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589520" y="42919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73568" y="4216527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cambia solo quando il clock passa da 0 a 1: sul fronte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73568" y="5056632"/>
            <a:ext cx="366948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flip-flop è sensibile al fronte: un'operazione per ciclo di clock, e nessuna fluttuazione dell'uscita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257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(livello 0) seguito da (livello 1) = (fronte di salita)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o flip-flop? Guardate l'uscita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328" y="1463040"/>
            <a:ext cx="10641040" cy="31546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48682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32688" y="480060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latch D segue D per tutto il tempo in cui il clock è alto, e conserva l'ultimo valore quando il clock scende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5554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32688" y="54864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D guarda D solo sul fronte di salita: gli impulsi brevi tra due fronti sono ignorati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548640" y="5976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2688" y="5908802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del flip-flop è ferma per un intero periodo: è ciò che serve a un registro di stato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registro è una fila di flip-flop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94310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37160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94310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37160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155448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92608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49758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92608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9758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92608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flipV="1">
            <a:off x="310896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48056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5206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5206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466344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03504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0654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03504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60654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03504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flipV="1">
            <a:off x="621792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4434840"/>
            <a:ext cx="55778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80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quattro bit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0664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90688" y="1417320"/>
            <a:ext cx="385236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è un dispositivo capace di memorizzare un gruppo di bit: un flip-flop per bit e un clock comune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06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2329625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segnale di abilitazione al caricamento il registro prende il nuovo valore solo quando gli è chiesto; altrimenti conserva il vecchio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06640" y="352653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90688" y="3474339"/>
            <a:ext cx="3852367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trentadue registri di trentadue bit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1024 flip-flop, meno quelli di x0, che è cablato a zero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406640" y="4614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90688" y="4562666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decodificatore della Lezione 11 pilota le abilitazioni: al fronte del clock cambia solo il registro indicato da rd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406640" y="57595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90688" y="5707380"/>
            <a:ext cx="38523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multiplexer della Lezione 11 selezionano i registri da leggere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come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di Moore l'uscita dipende: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ingresso presente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stato presente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presente e dall'ingresso presente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prossimo e dall'ingresso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latch SR fatto di porte NOR ha Q = 1. S e R valgono entrambi 0. Che cosa accade?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diventa 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oscilla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resta a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indefinito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distingue un flip-flop D da un latch D?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ha due ingressi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memorizza due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cambia solo su un fronte del clock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flip-flop non serve un clock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flip-flop servono per una macchina a stati finiti con 10 stati?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20728"/>
                <a:gridCol w="2882801"/>
                <a:gridCol w="2708086"/>
                <a:gridCol w="288280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sequenziale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 (bistabile)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finite-state machine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 a stati finiti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table / diagram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/ diagramma degli stati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/ falling edge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 di salita / di discesa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next-state function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 stato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level- / edge-triggered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sensibile al livello / al fronte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 / next state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 /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period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periodo di clock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digitali sono combinatori o sequenziali; per i sequenziali contano il tempo e lo stato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9163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6201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realizza un automa a stati finiti, descritto come macchina di Mealy o di Moore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905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5082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e flip-flop sono le memorie elementari: la retroazione fa sì che un circuito ricordi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105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53507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quando: i latch ascoltano durante un livello, i flip-flop solo su un fronte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1304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55059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contatori, program counter e il processore stesso sono macchine sequenziali costruite attorno a reti combinatorie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9293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853940"/>
            <a:ext cx="10710367" cy="1318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(clock, elementi di memoria, macchine a stati finiti)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sequenziali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8: il gioco finale in assembly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</dc:title>
  <dc:subject>Lezione 13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