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6b83e42-5aec-aa4e-b133-7267620b325b}">
          <p14:sldIdLst>
            <p14:sldId id="256"/>
            <p14:sldId id="257"/>
          </p14:sldIdLst>
        </p14:section>
        <p14:section name="Riscaldamento sulla macchina" id="{b74b6831-4e26-656d-1021-3cf65c70a79e}">
          <p14:sldIdLst>
            <p14:sldId id="258"/>
            <p14:sldId id="259"/>
          </p14:sldIdLst>
        </p14:section>
        <p14:section name="Tempo e stato" id="{0fc791f2-7864-4bf6-7f21-7851b42cbfcb}">
          <p14:sldIdLst>
            <p14:sldId id="260"/>
            <p14:sldId id="261"/>
            <p14:sldId id="262"/>
            <p14:sldId id="263"/>
            <p14:sldId id="264"/>
          </p14:sldIdLst>
        </p14:section>
        <p14:section name="Macchine a stati finiti" id="{29a2e7b4-ca7a-1b2e-d75b-5f8c7565ef66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Latch" id="{20dbe076-7302-82cf-5dac-d5a3ba91b265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Flip-flop" id="{2585b8cc-8026-3e84-284e-c20c5b1546a7}">
          <p14:sldIdLst>
            <p14:sldId id="281"/>
            <p14:sldId id="282"/>
            <p14:sldId id="283"/>
            <p14:sldId id="284"/>
          </p14:sldIdLst>
        </p14:section>
        <p14:section name="Ritorno alla macchina" id="{656ecd73-84bf-53f7-513f-1fd007bf7a6b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Comincia il terzo blocco del corso: stato e memoria. Le macchine della Lezione 11 non avevano memoria: gli stessi ingressi davano sempre le stesse uscite. Un calcolatore però ricorda: un contatore sopravvive da un frame al successivo, un gioco sa se sta mostrando il titolo o il campo di gioco. Questa lezione introduce il tempo e lo stato, il modello che descrive ogni circuito con memoria, e le memorie elementari, latch e flip-flop, con cui sono costruiti i registri del processore.
Per il docente: Spirale: un gioco con una schermata del titolo è una macchina a stati finiti scritta in assembly; la lezione costruisce poi la teoria (tempo, stato, Mealy e Moore), gli elementi di memoria (latch e flip-flop), e torna ai registri e al program counter di RISC-V.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Spiegare perché un circuito sequenziale ha bisogno dei concetti di tempo e di stato. Definire una macchina a stati finiti e distinguere Mealy da Moore. Descrivere una macchina con una tabella e con un diagramma degli stati. Spiegare come un latch SR ricorda un bit e perché una combinazione dei suoi ingressi è vietata. Distinguere latch e flip-flop, livello e fronte. E riconoscere registri, contatori e program counter come macchine sequenziali.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 è un frammento di un gioco con tre schermate. Leggendolo, notate che lo stesso pulsante fa cose diverse in momenti diversi: qualcosa nel programma deve ricordare dove ci si trova.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gioco con una schermata del titolo, un campo di gioco e una schermata di fine partita. La variabile state contiene uno di tre valori. game_update legge il pulsante A e lo stato presente: in TITLE, premere A porta a PLAY; in OVER, premere A riporta a TITLE; altrimenti non cambia nulla. Quindi l'effetto di A dipende dallo stato. È una macchina a stati: update calcola lo stato prossimo dallo stato presente e dall'ingresso, lo stato sopravvive in memoria da un frame all'altro, e draw mostra una schermata per ogni stato.
Per il docente: Scritto per questa lezione; il gioco finale del libro di PRG32 ha la stessa struttura. Bug da discutere: tenendo premuto A nella schermata OVER si va a TITLE e, un frame dopo, a PLAY. Per correggerlo bisogna ricordare il valore precedente del pulsante: un bit di stato in più.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manca a una macchina combinatoria? Due cose: una nozione di quando, e un ricordo di ciò che è accaduto. Questa parte le introduce: il tempo, reso discreto da un clock, e lo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 circuito combinatorio le uscite dipendono solo dagli ingressi presenti. In un circuito sequenziale dipendono anche dalla storia passata degli ingressi. La definizione porta con sé due concetti. Il tempo: quando guardiamo i segnali, e quando possono cambiare? Lo stato: che cosa ricorda il circuito del passato? La frase grande a destra è una buona sintesi: un circuito sequenziale è un circuito combinatorio più qualcosa che ricorda.
Per il docente: Tassonomia dei circuiti digitali: reti combinatorie e reti sequenziali. La Lezione 11 ha trattato le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segnale fisico passa per infiniti istanti e infiniti valori. Un sistema digitale rinuncia a entrambi gli infiniti. I valori sono stati ridotti a due nella Lezione 10, con le soglie. Il tempo si riduce a una sequenza di istanti scelti, t0, t1, t2: il segnale si legge solo in quegli istanti, e ciò che fa in mezzo non conta. Chi decide quando cadono quegli istanti? Un segnale periodico dedicato, il clock.
Per il docente: Lo stesso campionamento e la stessa quantizzazione della Lezione 04, applicati ai fili del circuito. La soglia Vdd/2 è un'idealizzazione: le porte reali hanno attorno a essa una fascia proibita.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clock è un segnale che alterna regolarmente 0 e 1. Il disegno ne nomina le parti: il periodo T, il tempo alto e il tempo basso, il fronte di salita, dove passa da 0 a 1, e il fronte di discesa. La frequenza è il numero di periodi al secondo, uno diviso T. I circuiti sincroni cambiano stato su uno dei due fronti. Per il kit: 160 MHz significano un periodo di 6,25 nanosecondi, e ogni rete combinatoria del chip deve assestarsi entro quel tempo.
Per il docente: Fronte di salita, fronte di discesa, periodo TCK, TH e TL nella slide originale. Il legame con la Lezione 11: il periodo deve superare il percorso critico. In un gioco PRG32 il frame fa da clock, molto più lento.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stato è una sintesi di tutta la storia precedente degli ingressi: tutto ciò che il circuito deve sapere del passato per comportarsi correttamente da qui in poi. È conservato da variabili di stato. Una funzione di transizione calcola lo stato prossimo dallo stato presente e dagli ingressi presenti, e lo stato si aggiorna una volta per ciclo di clock. La formula a destra lo dice in modo compatto. Per memorizzare lo stato servono elementi con due condizioni stabili: latch e flip-flop.
Per il docente: Nel riscaldamento: una variabile di stato (la parola state), la funzione di transizione è game_update, il clock è il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circuito reale ha un numero finito di variabili di stato, quindi un numero finito di stati. Il suo comportamento è descritto da un modello matematico, la macchina a stati finiti, che è l'argomento di questa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definizione formale. Una macchina sequenziale è fatta di cinque cose: un alfabeto di ingresso I e un alfabeto di uscita U, insiemi finiti di simboli; un insieme finito di stati S; una funzione stato prossimo, che a ogni coppia stato-ingresso fa corrispondere uno stato prossimo; e una funzione di uscita. Confrontatela con il riscaldamento: l'ingresso è «A premuto o no», gli stati sono TITLE, PLAY e OVER, la funzione stato prossimo è il codice di game_update, e l'uscita è la schermata.
Per il docente: In inglese: finite-state automaton; sequential machine. Con k variabili di stato gli stati sono al più 2^k. La slide originale scriveva le funzioni con segni di appartenenza: qui si usano le frecce corrette.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L'uscita si può definire in due modi. In una macchina di Mealy l'uscita dipende dallo stato e dall'ingresso: si scrive sulle transizioni, e può reagire a un ingresso nello stesso ciclo. In una macchina di Moore l'uscita dipende dal solo stato: si scrive dentro gli stati e cambia solo quando cambia lo stato. Il gioco del riscaldamento è una macchina di Moore: ogni stato ha la sua schermata. I due modelli sono equivalenti, anche se il numero di stati può essere diverso.
Per il docente: Ogni macchina di Mealy ha una macchina di Moore equivalente e viceversa, eventualmente con un numero diverso di stati.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L'architettura generale di ogni macchina sequenziale. Una rete combinatoria calcola lo stato prossimo e le uscite a partire dagli ingressi e dallo stato presente. Un registro di flip-flop conserva lo stato presente. A ogni fronte del clock lo stato prossimo diventa lo stato presente. L'anello dalla rete al registro e ritorno è ciò che rende possibile la memoria, e il registro è ciò che tiene l'anello sotto controllo: i valori fanno un giro per ciclo, mai più in fretta. Tutta la Lezione 11 vive nel riquadro superiore.
Per il docente: Rete combinatoria e registri di stato. Il riscaldamento ha esattamente questa forma: game_update è il riquadro superiore, la parola state è il registro, il frame è il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sintesi di una rete sequenziale in cinque passi. Si definiscono ingressi, uscite e stati. Si definiscono le funzioni stato prossimo e di uscita con una tabella o un diagramma degli stati. Si assegna a ogni stato un codice binario: k variabili per un massimo di 2 alla k stati. Si sintetizzano le due reti combinatorie con i metodi noti. Si scelgono gli elementi di memoria. Con i flip-flop D il quarto passo è il più semplice, perché la rete deve solo calcolare il codice dello stato prossimo.
Per il docente: Con i flip-flop D la rete dello stato prossimo calcola semplicemente il codice dello stato prossimo: per questo oggi sono la scelta abituale.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due descrizioni equivalenti di una macchina, per un esempio di Mealy con quattro stati. Nella tabella degli stati ogni riga è uno stato presente e ogni colonna un simbolo di ingresso; la cella dà lo stato prossimo e, dopo la barra, l'uscita. Nel diagramma degli stati ogni stato è un nodo e ogni transizione una freccia etichettata ingresso barra uscita. Esercitatevi a passare dall'una all'altro: prendete la riga di s0 e trovatene nel disegno le due frecce.
Per il docente: Tabella degli stati e diagramma degli stati: G(V, E, L) con V i nodi (stati), E gli archi (transizioni) e L le etichette. L'esempio è quello della presentazione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stesse transizioni come macchina di Moore. L'uscita non dipende più dall'ingresso, quindi la tabella ha per essa una colonna a parte e il diagramma la scrive dentro ogni nodo; le frecce portano solo il simbolo di ingresso. In questo esempio l'uscita è semplicemente il codice binario dello stato. Confrontate le due slide: la struttura di stati e transizioni è identica, e cambia solo il posto in cui si scrive l'uscita.
Per il docente: Stesse transizioni dell'esempio di Mealy, con un'uscita di due bit associata a ogni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gioco del riscaldamento disegnato come diagramma: tre stati, con A che porta da TITLE a PLAY e da OVER a TITLE, e la fine delle vite che porta da PLAY a OVER. Gli anelli su ogni stato sono i casi in cui non cambia nulla. La tabella sotto elenca, per ogni stato, l'ingresso che lo cambia, lo stato prossimo e l'uscita disegnata. Disegnate il diagramma prima di scrivere il codice: per un gioco è l'abitudine di progetto più utile che ci sia.
Per il docente: Una macchina di Moore con tre stati: basterebbero due bit di stato, il programma usa una parola intera. Disegnare il diagramma prima di scrivere il codice è l'abitudine di progetto più utile per un gioco.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fa un circuito di porte a ricordare? La risposta è la retroazione: un'uscita ricollegata a un ingresso. Il circuito più semplice di questo tipo è il latch.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circuito che può memorizzare un bit è un bistabile: ha due stati stabili, 0 e 1, e resta in uno dei due finché qualcosa non lo cambia. Le famiglie sono due, latch e flip-flop, ed entrambe hanno due uscite, Q e il suo complemento. L'idea è più vecchia del transistor: il primo flip-flop elettronico fu costruito nel 1918 con due valvole, e lo stesso circuito era al cuore di Colossus.
Per il docente: Latch: «un circuito che mantiene lo stato di uscita prodotto da un segnale di ingresso momentaneo finché un altro segnale non lo riporta a zero». Flip-flop: un multivibratore bistabile. Il nome viene dal suono delle versioni elettromeccaniche.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latch SR: due porte NOR, ciascuna con l'uscita collegata a un ingresso dell'altra. S, per set, porta Q a 1; R, per reset, porta Q a 0. Con entrambi a 0 il latch conserva l'ultimo valore: ricorda quale ingresso è stato a 1 più di recente. La tabella riassume i quattro casi, e l'ultimo è vietato. Per via della retroazione Q dipende da se stesso: in un circuito con un anello un segnale è una forma d'onda nel tempo e non un singolo valore.
Per il docente: Q = (R + Q')' e Q' = (S + Q)'. Tagliando il filo di retroazione il latch diventa una semplice rete combinatoria di due NOR: così lo analizzava, caso per caso, la presentazione originale. Lo stesso latch si può costruire con due porte NAND e ingressi attivi bassi.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latch nel tempo. S va a 1, e dopo il ritardo delle porte Q diventa 1. Poi S torna a 0 e non accade nulla: la retroazione tiene Q a 1. Questo tratto piatto è la memoria. Più tardi R va a 1, Q torna a 0, e vi resta quando R torna a 0. Seguite sul disegno i quattro istanti segnati tenendo davanti il circuito della slide precedente, e ricavate l'uscita di ogni porta.
Per il docente: Diagramma temporale. La presentazione originale tracciava ciascuno di questi quattro passi porta per porta su una dozzina di slide; ripercorrerli alla lavagna con il circuito della slide precedente. Il latch è un automa di Moore: la sua uscita è il suo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S e R entrambi a 1, entrambe le porte NOR danno 0, quindi Q e il suo complemento non sono più complementari. Peggio: se poi i due ingressi tornano a 0 insieme, le porte fanno a gara, e lo stato finale dipende da quale è più veloce. Il risultato è imprevedibile, e il latch può perfino oscillare. Chi usa un latch SR deve garantire che S e R non siano mai a 1 insieme. Gli elementi JK e D sono stati inventati per eliminare il problema alla radice.
Per il docente: Le conclusioni della presentazione originale scambiavano set e reset in una slide: set dà Q = 1, reset dà Q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 circuito asincrono le uscite possono cambiare ogni volta che cambia un ingresso. In uno sincrono è il clock a decidere quando. Per rendere sincrono il latch SR, S e R passano per due porte AND insieme al clock. Quando il clock vale 0 entrambe le porte danno 0 e il latch non può cambiare; quando vale 1 si comporta come il latch semplice. Il clock decide quando gli ingressi vengono ascoltati.
Per il docente: Latch sincroni e asincroni. La presentazione originale suggerisce un simulatore: de-iitr.vlabs.ac.in/exp/truth-tables-flip-flops.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miglioramenti del latch. Nel latch JK le uscite sono riportate alle porte di ingresso, così che set e reset interni non possano mai valere 1 insieme; la combinazione J = K = 1, invece di essere vietata, inverte l'uscita: la fa commutare. Il latch D ha un solo ingresso: D va al set e la sua negazione al reset, quindi l'uscita prende semplicemente il valore di D finché il clock è attivo. D sta per delay, ritardo, o per dato.
Per il docente: JK: le uscite sono riportate alle porte di ingresso, S = J . Q' e R = K . Q; poiché Q e Q' sono complementari, S e R non possono mai valere entrambi 1. D: un solo ingresso va a S e, attraverso un invertitore, a R, quindi sono possibili solo i casi S = 0, R = 1 e S = 1, R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latch è sensibile al livello: per tutto il tempo in cui il clock è al livello attivo è trasparente, e ogni variazione degli ingressi passa alle uscite. Quindi in un ciclo di clock lo stato può cambiare più volte. In una macchina con retroazione questo è fatale: il nuovo stato fa il giro dell'anello e cambia di nuovo lo stato nello stesso ciclo. Un latch JK con entrambi gli ingressi a 1 continua a commutare finché il clock è alto. Serve un elemento che cambi al più una volta per ciclo.
Per il docente: Si riguardi l'architettura generale: il registro di stato non deve lasciar passare lo stato prossimo mentre è ancora in corso di calcolo.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flip-flop è quell'elemento: cambia su un fronte del clock, e solo allora.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flip-flop master-slave è fatto di due latch in serie, controllati da livelli opposti del clock. Quando il clock vale 0 il master è aperto e segue l'ingresso, mentre lo slave è chiuso. Quando il clock passa a 1 il master si chiude, conservando ciò che aveva, e lo slave si apre e lo mostra. I due non sono mai trasparenti insieme, quindi l'ingresso non può mai correre dritto fino all'uscita. L'effetto è che l'uscita cambia solo sul fronte di salita: il flip-flop è sensibile al fronte.
Per il docente: Flip-flop master-slave. La presentazione originale mostrava la versione JK, fatta di due latch JK sincroni; la versione D è quella usata nei registri di un processore.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differenza, vista sulle forme d'onda. Il clock e l'ingresso D sono gli stessi per entrambi. L'uscita del latch segue D per tutta la fase alta del clock: cambia a metà di una fase. L'uscita del flip-flop cambia solo sui fronti di salita, prendendo il valore che D ha in quell'istante; gli impulsi brevi di D tra due fronti sono ignorati. L'uscita del flip-flop è ferma per un intero periodo, che è esattamente ciò che serve a un registro di stato.
Per il docente: Sensibile al livello contro sensibile al fronte. Le forme d'onda sono calcolate, non disegnate a mano: l'uscita del latch cambia a metà di una fase alta, quella del flip-flop solo sui fronti di salita.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riepilogo degli elementi di memoria. La colonna stato prossimo dà la regola in forma compatta, dove Q+ è lo stato dopo il cambio; l'ultima colonna dice quando il cambio può avvenire: in ogni momento per il latch semplice, durante il livello attivo per i latch sincroni, sul fronte per i flip-flop. Il flip-flop T, che commuta quando T vale 1, è un JK con i due ingressi uniti. Tenete a mente la riga del flip-flop D: è l'elemento di memoria dei processori di oggi.
Per il docente: Q+ è lo stato prossimo (tabella caratteristica). Un flip-flop T è un JK con J = K = T. Il flip-flop D è l'elemento di memoria standard dei processori di oggi.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un bit al processore. L'ultima parte mostra il registro, il program counter, un piccolo contatore progettato passo per passo, e il processore stesso come un'unica grande macchina sequenziale.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registro è una fila di flip-flop con un clock comune: un flip-flop per bit. Con un segnale di abilitazione al caricamento prende un nuovo valore solo quando gli è chiesto, e altrimenti conserva il vecchio. RISC-V ha trentadue registri di trentadue bit: 1024 flip-flop. Ora le due macchine della Lezione 11 trovano il loro posto: il decodificatore pilotato dal campo rd attiva l'abilitazione di un solo registro, e i multiplexer selezionano i registri da leggere.
Per il docente: La presentazione originale usava come esempio il 74273 (otto flip-flop D, un clock e un clear). Registri, registri a scorrimento, bus e buffer a tre stati sono l'argomento della prossima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program counter, PC, è il registro che contiene l'indirizzo dell'istruzione in esecuzione. Il suo valore prossimo è calcolato da una piccola rete: un sommatore dà PC più 4, l'indirizzo dell'istruzione seguente, e un multiplexer sceglie tra quello e la destinazione di un salto. A ogni fronte di clock il valore prossimo diventa quello presente. Ha esattamente la forma dell'architettura generale. Con il solo percorso più 4 è un contatore, la più semplice delle macchine a stati.
Per il docente: Il comparatore della Lezione 11 produce «salto eseguito?» per beq e bne. Le istruzioni distano 4 byte; con l'estensione compressa il sommatore aggiunge 2 per le istruzioni a 16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sintesi completa: un contatore a due bit che fa 0, 1, 2, 3 e torna a 0. Seguite i sei passi a destra. Gli stati sono i quattro valori; il codice è il conteggio stesso; la tabella dà lo stato prossimo per ogni stato presente. Con i flip-flop D gli ingressi D1 e D0 sono semplicemente i bit dello stato prossimo. Minimizzandoli come funzioni di Q1 e Q0 si ottiene D0 = NOT Q0 e D1 = Q1 XOR Q0. Due flip-flop, un invertitore e una porta XOR.
Per il docente: Svolto alla lavagna: D0 vale 1 nelle righe 00 e 10, quindi D0 = Q0'; D1 vale 1 nelle righe 01 e 10, quindi D1 = Q1'Q0 + Q1Q0' = Q1 xor Q0. Si confronti con il sommatore completo: un contatore è un sommatore che aggiunge 1 al proprio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L'intero processore è una macchina sequenziale. Il suo stato è il program counter, i trentadue registri e la memoria. Il suo ingresso è l'istruzione che si trova all'indirizzo contenuto nel PC, con i dati che legge. La rete dello stato prossimo è fatta di decodificatori, multiplexer e della ALU. Al fronte del clock i registri indicati dall'istruzione prendono i nuovi valori. Eseguire un programma è una passeggiata tra gli stati di una macchina a stati molto grande, e l'esecuzione passo-passo in PRG32-QT mostra quella passeggiata uno stato alla volta.
Per il docente: È il ponte verso le lezioni sul processore: datapath (la parte combinatoria e i registri) e controllo (a sua volta una macchina a stati finiti nei progetti multiciclo e microprogrammati).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dove si scrive l'uscita nei due tipi di diagramma. In una macchina di Moore sta dentro i nodi: appartiene allo stato, e l'ingresso non c'entra.
Per il docente: Risposta: B. Moore: w va da S a U. In una macchina di Mealy l'uscita dipende dallo stato e dall'ingresso.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Guardate la tabella del latch SR: quale riga ha entrambi gli ingressi a 0? È la riga della memoria. La retroazione conserva il valore memorizzato, qualunque fosse.
Per il docente: Risposta: C. S = R = 0 è la condizione di mantenimento: la retroazione conserva il valore memorizzato.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Entrambi gli elementi memorizzano un bit ed entrambi hanno un clock. La differenza è quando ascoltano: il latch per tutto il livello attivo, il flip-flop solo nell'istante di un fronte.
Per il docente: Risposta: C. Il latch è trasparente per tutto il livello attivo del clock; il flip-flop campiona D solo sul fronte.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una macchina con N stati servono abbastanza variabili di stato da dare a ogni stato un codice diverso: il più piccolo k tale che 2 alla k sia almeno N. È la formula dei codici a lunghezza fissa della Lezione 11.
Per il docente: Risposta: B. ceil(log2 10) = 4 variabili di stato, con il codice binario di lunghezza minima della Lezione 11. Ne servirebbero dieci con un codice one-hot.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Progettate una macchina che dà 1 quando gli ultimi due ingressi erano entrambi 1, come macchina di Moore e come macchina di Mealy, e confrontate il numero di stati. Completate un diagramma temporale di un latch SR. Sintetizzate un contatore modulo 3 con due flip-flop D, e riflettete sul quarto stato, non usato. Aggiungete uno stato PAUSE al gioco del riscaldamento, disegnando prima il diagramma. E fate funzionare il pulsante A solo quando viene premuto di nuovo: è il rilevamento del fronte in software.
Per il docente: Esercizio 1: a Moore servono tre stati (nessun 1 visto, un 1 visto, due o più), a Mealy due. Esercizio 3: D1 = Q0, D0 = Q1'Q0' con lo stato 11 come indifferenza, oppure progettato per tornare a 00. Esercizio 5: si tiene prev in memoria; pressed_now = buttons AND NOT prev; poi si memorizza buttons in prev.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Feedback è la retroazione. Rising e falling edge sono il fronte di salita e di discesa. Level-triggered ed edge-triggered, sensibile al livello e sensibile al fronte, dicono quando un elemento di memoria ascolta. Present state e next state sono i due valori attorno a un fronte di clock. Latch e flip-flop non si traducono; la parola italiana generale è bistabile.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I circuiti digitali sono combinatori o sequenziali, e per i secondi contano il tempo e lo stato. Una macchina sequenziale realizza un automa a stati finiti, del tipo di Mealy o di Moore. Latch e flip-flop sono le memorie elementari, ed è la retroazione a far sì che un circuito ricordi. Il clock decide quando: i latch ascoltano durante un livello, i flip-flop su un fronte. Registri, contatori, program counter e processore sono macchine sequenziali costruite attorno a reti combinatorie.
Per il docente: Prossima lezione: le macchine elementari per l'architettura: registri, registri a scorrimento, bus e buffer a tre stati.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13: Macchine sequenziali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sequenziali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Tempo, stato e macchine a stati finiti; latch, flip-flop e i registri di un processore RISC-V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“Steve, ogni automobile ha un volante, ma nessuno pretende che il volante sia una sua invenzione.”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Gates, nel film I pirati di Silicon Valley, 1999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pac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perché un circuito sequenziale ha bisogno dei concetti di tempo e di stato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9880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8051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una macchina a stati finiti e distinguere le macchine di Mealy da quelle di Moore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619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14370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una macchina con una tabella degli stati e con un diagramma degli stati, e passare dall'una all'altro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518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06901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come un latch SR ricorda un bit, e perché S = R = 1 non è ammesso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latch e flip-flop, sensibilità al livello e sensibilità al fronte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Riconoscere registri, contatori e il program counter di RISC-V come macchine sequenziali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Riscaldamento sulla macchina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pulsante, tre effetti diversi.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è una macchina a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buttons: the INPUT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present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stay until A is pressed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store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t3, OVER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done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is handled elsewhere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OVER: stay until A is pressed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TITLE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next state becomes the present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Premere A avvia il gioco dalla schermata del titolo e vi ritorna dalla schermata di fine partita: l'effetto dipende dallo stato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una parola in memoria che sopravvive da un frame all'altro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calcola lo stato prossimo dallo stato presente e dall'ingresso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mostra una schermata diversa per ogni stato: l'uscita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 e stato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Ciò che una macchina combinatoria non ha.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Circuiti sequenziali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Combinatori: le uscite in un dato istante dipendono solo dagli ingressi in quello stesso istante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49555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04618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Sequenziali: le uscite dipendono dagli ingressi in quell'istante e dalla storia passata degli ingressi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4828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91916"/>
            <a:ext cx="6565392" cy="1483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definizione di circuito sequenziale implica due concetti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tempo: quando guardiamo i segnali, e quando cambiano le cose?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stato: che cosa ricorda il circuito del passato?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33349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242560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e sintesi valgono ancora: dalla struttura al comportamento, e da una specifica funzionale a una struttura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circuito sequenziale è un circuito combinatorio più qualcosa che ricorda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tempo: dal continuo al discreto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qualunque intervallo un segnale fisico passa per infiniti istanti, e una tensione per infiniti valori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374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38794"/>
            <a:ext cx="6565392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segnale binario è letto, o campionato, in un numero finito di istanti scelti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0 se la tensione è sotto la metà di quella di alimentazione, 1 se è sopra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402793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2925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 due campioni il segnale può fare qualunque cosa: contano solo i campioni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8240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253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 sistema digitale il tempo è una sequenza di istanti discreti: t0, t1, t2, ...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decide quando cadono gli istanti? Un segnale periodico dedicato: il clock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t0, t1, t2 ...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discreto: il circuito si osserva solo in istanti scelti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clock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3017520"/>
          </a:xfrm>
          <a:prstGeom prst="roundRect">
            <a:avLst>
              <a:gd name="adj" fmla="val 242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51799"/>
            <a:ext cx="6400800" cy="214856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49808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882128" y="1417320"/>
            <a:ext cx="3760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segnale binario periodico che scandisce gli istanti discreti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7498080" y="221970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82128" y="2144268"/>
            <a:ext cx="376092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 periodo vale 1 per il tempo alto e 0 per il tempo basso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498080" y="32255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882128" y="3150108"/>
            <a:ext cx="3760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Duty cycle: il rapporto tra il tempo alto e il periodo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498080" y="395249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82128" y="3877056"/>
            <a:ext cx="3760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Frequenza: il numero di periodi al secondo, f = 1 / 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476986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32688" y="466344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 di salita: il passaggio da 0 a 1. Fronte di discesa: il passaggio da 1 a 0. I circuiti sincroni cambiano stato su uno dei due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 lavora a 160 MHz: un periodo dura 6,25 nanosecondi, e ogni rete combinatoria al suo interno deve assestarsi entro quel tempo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concetto di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uscite di un circuito sequenziale dipendono dagli ingressi e dallo stato: una sintesi di tutta la storia precedente degli ingressi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297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46541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conservato da un insieme di variabili di stato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46456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81375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di transizione calcola lo stato prossimo dallo stato presente e dagli ingressi presenti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29939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16210"/>
            <a:ext cx="6565392" cy="1121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si aggiorna a ogni istante del tempo discreto, cioè a ogni ciclo di clock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lo stato all'istante k dipende dagli ingressi all'istante k e dallo stato all'istante k - 1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memorizzare lo stato si usano elementi di memoria detti bistabili: latch e flip-flop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S(k) = f(S(k-1), I(k))</a:t>
            </a:r>
            <a:endParaRPr lang="en-US" sz="3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prossimo è funzione dello stato presente e dell'ingresso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a stati finiti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modello di ogni circuito sequenziale.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L'automa a stati finiti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937004"/>
          </a:xfrm>
          <a:prstGeom prst="roundRect">
            <a:avLst>
              <a:gd name="adj" fmla="val 377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1114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numero di stati di una rete sequenziale fisicamente realizzabile è necessariamente finito. Il modello che ne descrive il comportamento è l'automa a stati finiti; una macchina sequenziale ne realizza uno.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377304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674364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sequenziale è una quintupla (I, U, S, Ω, w)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48640" y="423481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136136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I, l'alfabeto di ingresso, e U, l'alfabeto di uscita: insiemi finiti di simboli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46965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597908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S: l'insieme finito e non vuoto degli stati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1583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059680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Ω: la funzione stato prossimo, da S x I a S. A ogni coppia stato-ingresso corrisponde, se specificato, uno e un solo stato prossimo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945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5846826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w: la funzione di uscita, che genera il simbolo di uscita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di Mealy e macchine di Moore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Macchina di Mealy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dipende dallo stato e dall'ingresso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w: S x I -&gt; U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si scrive sulle transizioni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reagire a un ingresso nello stesso ciclo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Spesso richiede meno stati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Macchina di Moore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è associata al solo stato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w: S -&gt; U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si scrive dentro gli stati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solo quando cambia lo stato: nessun disturbo dagli ingressi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del riscaldamento lo è: ogni stato ha la sua schermata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Architettura generale di una macchina sequenziale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920240" y="1508760"/>
            <a:ext cx="3291840" cy="1828800"/>
          </a:xfrm>
          <a:prstGeom prst="roundRect">
            <a:avLst>
              <a:gd name="adj" fmla="val 3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combinatoria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funzione stato prossimo 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funzione di uscita 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448056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di stato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flip-flop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25272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45720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 ... xn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39512" y="2057400"/>
            <a:ext cx="125272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39496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z1 ... zm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3364992"/>
            <a:ext cx="0" cy="52120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3886200"/>
            <a:ext cx="0" cy="56692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800600" y="3611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prossimo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 ... Yk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2468880" y="3364992"/>
            <a:ext cx="0" cy="1088136"/>
          </a:xfrm>
          <a:prstGeom prst="line">
            <a:avLst/>
          </a:prstGeom>
          <a:noFill/>
          <a:ln w="28575">
            <a:solidFill>
              <a:srgbClr val="6B4FA0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868680" y="36118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presente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 ... yk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4937760"/>
            <a:ext cx="978408" cy="0"/>
          </a:xfrm>
          <a:prstGeom prst="line">
            <a:avLst/>
          </a:prstGeom>
          <a:noFill/>
          <a:ln w="28575">
            <a:solidFill>
              <a:srgbClr val="2E4A62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40080" y="5029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33488" y="1417320"/>
            <a:ext cx="43095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rete combinatoria calcola lo stato prossimo e le uscite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69494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33488" y="2280666"/>
            <a:ext cx="43095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flip-flop conserva lo stato presente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9494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33488" y="3144012"/>
            <a:ext cx="4309567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ogni fronte del clock lo stato prossimo diventa lo stato presente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9494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33488" y="4332732"/>
            <a:ext cx="4309567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L'anello è spezzato dal registro: i valori fanno un giro per ciclo, mai più in fretta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69494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33488" y="5521452"/>
            <a:ext cx="43095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L'intera Lezione 11 vive nel riquadro superiore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Sintesi di una rete sequenziale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definiscono gli insiemi I, U e S: ingressi, uscite e stati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717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5348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definiscono la funzione stato prossimo Ω e la funzione di uscita w, con una tabella o un diagramma degli stati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assegna a ogni stato un codice binario: k variabili di stato per un massimo di 2^k stati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29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1147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sintetizzano le due reti combinatorie che realizzano Ω e w, con i metodi delle Lezioni 09 e 11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scelgono gli elementi di memoria: la rete dello stato prossimo dipende dal tipo di bistabile, quella di uscita no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Tabella e diagramma degli stati: una macchina di Mealy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79214"/>
            <a:ext cx="5212080" cy="3631093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417320"/>
          <a:ext cx="5212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20240"/>
                <a:gridCol w="19202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90042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784848" y="3840480"/>
            <a:ext cx="48582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Tabella degli stati: una riga per stato presente, una colonna per simbolo di ingresso; ogni cella contiene stato prossimo / uscita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6400800" y="49423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784848" y="4882388"/>
            <a:ext cx="48582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Diagramma degli stati: un grafo orientato; un nodo per stato, un arco per transizione, etichettato ingresso / uscita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6400800" y="5984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784848" y="5924296"/>
            <a:ext cx="485820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descrizioni sono equivalenti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Tabella e diagramma degli stati: una macchina di Moore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79214"/>
            <a:ext cx="5212080" cy="3631093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417320"/>
          <a:ext cx="5212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28016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92366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784848" y="3840480"/>
            <a:ext cx="4858207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è una proprietà dello stato: ha una colonna propria nella tabella e si scrive dentro ogni nodo del diagramma</a:t>
            </a:r>
            <a:endParaRPr lang="en-US" sz="1900" dirty="0"/>
          </a:p>
        </p:txBody>
      </p:sp>
      <p:sp>
        <p:nvSpPr>
          <p:cNvPr id="9" name="Shape 4"/>
          <p:cNvSpPr/>
          <p:nvPr/>
        </p:nvSpPr>
        <p:spPr>
          <a:xfrm>
            <a:off x="6400800" y="49423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784848" y="4859147"/>
            <a:ext cx="485820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archi portano solo il simbolo di ingresso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400800" y="566661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784848" y="5583428"/>
            <a:ext cx="485820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l'uscita è semplicemente il codice binario dello stato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riscaldamento come diagramma degli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017520"/>
          </a:xfrm>
          <a:prstGeom prst="roundRect">
            <a:avLst>
              <a:gd name="adj" fmla="val 242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1363" y="1463040"/>
            <a:ext cx="5848969" cy="292608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3017520"/>
                <a:gridCol w="304769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che lo cambia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 (draw)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TITLE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schermata del titolo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 = 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OVER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campo di gioco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OVER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TITLE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punteggio finale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Latch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un circuito ricorda un bit.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circuiti elettronici capaci di memorizzare un singolo bit sono essenzialmente di due tipi: latch e flip-flop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71132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12644"/>
            <a:ext cx="6565392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Entrambi sono bistabili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due stati stabili, 0 e 1, mantenuti finché nulla li cambia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85025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5158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Entrambi hanno due uscite, Q e Q', sempre l'una il complemento dell'altra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72020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21530"/>
            <a:ext cx="6565392" cy="155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po' di storia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1918: Eccles e Jordan costruiscono il primo flip-flop elettronico, con due valvole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1943: lo stesso circuito è al cuore di Colossus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poi relè, transistor, e oggi porte logiche su un chip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bit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più piccola: un circuito con due stati stabili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latch SR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4937760" cy="3063240"/>
          </a:xfrm>
          <a:prstGeom prst="roundRect">
            <a:avLst>
              <a:gd name="adj" fmla="val 238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219"/>
            <a:ext cx="4389120" cy="2607442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4663440"/>
          <a:ext cx="3749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22860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prossimo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Q: mantiene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 reset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 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ammesso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594360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327648" y="1417320"/>
            <a:ext cx="531540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porte NOR, ciascuna con l'uscita collegata a un ingresso dell'altra: retroazione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5943600" y="23469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327648" y="2271522"/>
            <a:ext cx="531540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(set) porta Q allo stato stabile 1; R (reset) porta Q allo stato stabile 0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943600" y="32011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327648" y="3125724"/>
            <a:ext cx="531540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 = R = 0 il latch conserva l'ultimo valore: ricorda quale dei due ingressi è stato a 1 più di recente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943600" y="433425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27648" y="4258818"/>
            <a:ext cx="5315407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via della retroazione Q dipende da se stesso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 = R' . (S + Q), dove la Q a destra è il valore di un ritardo di propagazione prima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943600" y="568985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327648" y="5614416"/>
            <a:ext cx="531540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rete con anelli ogni variabile è una forma d'onda nel tempo, non un singolo valore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latch SR nel tempo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2926080"/>
          </a:xfrm>
          <a:prstGeom prst="roundRect">
            <a:avLst>
              <a:gd name="adj" fmla="val 250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9613"/>
            <a:ext cx="10545775" cy="274149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63270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32688" y="452628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Set: S va a 1; dopo il ritardo di due porte Q diventa 1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548640" y="52852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32688" y="5178806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torna a 0 e non cambia nulla: la retroazione tiene Q a 1. Il latch ricorda</a:t>
            </a:r>
            <a:endParaRPr lang="en-US" sz="2200" dirty="0"/>
          </a:p>
        </p:txBody>
      </p:sp>
      <p:sp>
        <p:nvSpPr>
          <p:cNvPr id="10" name="Shape 6"/>
          <p:cNvSpPr/>
          <p:nvPr/>
        </p:nvSpPr>
        <p:spPr>
          <a:xfrm>
            <a:off x="548640" y="5937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32688" y="58313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Reset: R va a 1 e, dopo il ritardo, Q diventa 0; quando R torna a 0 resta lì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 = R = 1 non è ammesso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entrambi gli ingressi a 1 entrambe le porte NOR danno 0: Q e Q' non sono più complementari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poi S e R tornano a 0 insieme, le due porte fanno a gara: lo stato finale dipende da quale è più veloce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56806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6938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è imprevedibile, e il latch può perfino oscillare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3273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R si chiamano ingressi di eccitazione; il progettista deve garantire che non siano mai a 1 insieme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elementi JK e D esistono per eliminare questo problema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. R = 0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condizione che deve rispettare ogni circuito che pilota un latch SR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Latch sincroni: si aggiunge un clock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92240" y="1417320"/>
            <a:ext cx="515081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2370572"/>
            <a:ext cx="4876495" cy="220829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629400" y="5349240"/>
            <a:ext cx="4876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latch SR sincrono: gli ingressi di eccitazione passano per due porte AND controllate da CK</a:t>
            </a:r>
            <a:endParaRPr lang="en-US" sz="1350" dirty="0"/>
          </a:p>
        </p:txBody>
      </p:sp>
      <p:sp>
        <p:nvSpPr>
          <p:cNvPr id="7" name="Shape 3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932688" y="1417320"/>
            <a:ext cx="52852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 asincroni: le uscite possono cambiare ogni volta che cambia un ingresso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548640" y="26143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32688" y="2523405"/>
            <a:ext cx="52852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 sincroni: l'istante in cui le uscite possono cambiare è deciso dal clock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548640" y="37204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32688" y="3629491"/>
            <a:ext cx="52852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 latch SR sincrono, S e R sono messi in AND con il clock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CK = 0: entrambe le porte AND danno 0 e il latch non può cambiare stato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CK = 1: il latch è sensibile a S e R, esattamente come quello asincrono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32688" y="5552440"/>
            <a:ext cx="528523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clock decide quando gli ingressi vengono ascoltati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latch JK e D</a:t>
            </a:r>
            <a:endParaRPr lang="en-US" sz="3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82508"/>
                <a:gridCol w="3637513"/>
                <a:gridCol w="1636881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JK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0, K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mantiene: Q invariato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diventa 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0, K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reset: Q diventa 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diventa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1, K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set: Q diventa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1, K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commuta: Q si inverte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JK: S = J . Q' e R = K . Q non valgono mai 1 insieme. D (delay): S = D e R = D', quindi l'uscita ripete l'ingresso finché il clock è attivo.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sensibilità al livello e il suo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latch è sensibile al livello: resta sensibile per tutto il tempo in cui il clock è al livello attivo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5702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79294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Finché il clock è alto un latch è trasparente: ogni variazione degli ingressi arriva alle uscite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3223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31388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 ciclo di clock sono quindi possibili più cambi di stato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07441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83482"/>
            <a:ext cx="6565392" cy="143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macchina con retroazione questo è fatale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nuovo stato fa il giro dell'anello e cambia di nuovo lo stato, nello stesso ciclo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latch JK con J = K = 1 continua a commutare finché il clock resta alto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un elemento che cambi al più una volta per ciclo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volta per ciclo</a:t>
            </a:r>
            <a:endParaRPr lang="en-US" sz="53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ciò che un registro di stato deve garantire, e che un latch trasparente non può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Flip-flop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cambio per ciclo di clock.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flip-flop master-slave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874520"/>
            <a:ext cx="2011680" cy="1463040"/>
          </a:xfrm>
          <a:prstGeom prst="roundRect">
            <a:avLst>
              <a:gd name="adj" fmla="val 375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 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attivo con CK = 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74520"/>
            <a:ext cx="2011680" cy="1463040"/>
          </a:xfrm>
          <a:prstGeom prst="roundRect">
            <a:avLst>
              <a:gd name="adj" fmla="val 375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SLAVE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 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attivo con CK = 1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70408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410712" y="2331720"/>
            <a:ext cx="95097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3566160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28232" y="2331720"/>
            <a:ext cx="65836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662940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4069080"/>
            <a:ext cx="457200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 flipV="1">
            <a:off x="2377440" y="3364992"/>
            <a:ext cx="0" cy="70408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5394960" y="3364992"/>
            <a:ext cx="0" cy="70408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468880" y="3520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invertito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58952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73568" y="1417320"/>
            <a:ext cx="366948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latch in serie, controllati da livelli opposti del clock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589520" y="23328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73568" y="2257425"/>
            <a:ext cx="366948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master riceve gli ingressi; lo slave produce le uscite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589520" y="317296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73568" y="3097530"/>
            <a:ext cx="366948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sono mai trasparenti insieme: l'ingresso non può mai correre dritto fino all'uscita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589520" y="429196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73568" y="4216527"/>
            <a:ext cx="366948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cambia solo quando il clock passa da 0 a 1: sul fronte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589520" y="51320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73568" y="5056632"/>
            <a:ext cx="366948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flip-flop è sensibile al fronte: un'operazione per ciclo di clock, e nessuna fluttuazione dell'uscita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5257800"/>
            <a:ext cx="6675120" cy="914400"/>
          </a:xfrm>
          <a:prstGeom prst="roundRect">
            <a:avLst>
              <a:gd name="adj" fmla="val 8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52578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(livello 0) seguito da (livello 1) = (fronte di salita)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Latch o flip-flop? Guardate l'uscita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246120"/>
          </a:xfrm>
          <a:prstGeom prst="roundRect">
            <a:avLst>
              <a:gd name="adj" fmla="val 225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328" y="1463040"/>
            <a:ext cx="10641040" cy="31546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8682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32688" y="4800600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latch D segue D per tutto il tempo in cui il clock è alto, e conserva l'ultimo valore quando il clock scende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55540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32688" y="548640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D guarda D solo sul fronte di salita: gli impulsi brevi tra due fronti sono ignorati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5976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32688" y="5908802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del flip-flop è ferma per un intero periodo: è ciò che serve a un registro di stato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memoria: un riepilogo</a:t>
            </a:r>
            <a:endParaRPr lang="en-US" sz="3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840170"/>
                <a:gridCol w="1686351"/>
                <a:gridCol w="2840170"/>
                <a:gridCol w="37277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Cambia quando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SR (S R = 0)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S, R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Q+ = S + R' Q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ogni volta che cambia un ingresso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SR sincrono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S, R, CK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come sopra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finché il clock è al livello attivo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D, CK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Q+ = D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finché il clock è al livello attivo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flip-flop JK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J, K, CK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Q+ = J Q' + K' Q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 fronte del clock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flip-flop 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D, CK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Q+ = D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 fronte del clock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flip-flop 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T, CK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Q+ = T xor Q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 fronte del clock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Ritorno alla macchina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un flip-flop ai registri di RISC-V.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registro è una fila di flip-flop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94310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137160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94310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37160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V="1">
            <a:off x="155448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92608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49758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92608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49758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92608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 flipV="1">
            <a:off x="310896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448056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5206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48056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5206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48056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 flipV="1">
            <a:off x="466344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03504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60654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603504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60654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03504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Q0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 flipV="1">
            <a:off x="621792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0080" y="4434840"/>
            <a:ext cx="557784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80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CK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8463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quattro bit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40664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90688" y="1417320"/>
            <a:ext cx="385236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è un dispositivo capace di memorizzare un gruppo di bit: un flip-flop per bit e un clock comune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406640" y="2381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90688" y="2329625"/>
            <a:ext cx="38523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segnale di abilitazione al caricamento il registro prende il nuovo valore solo quando gli è chiesto; altrimenti conserva il vecchio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406640" y="352653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90688" y="3474339"/>
            <a:ext cx="3852367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ha trentadue registri di trentadue bit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1024 flip-flop, meno quelli di x0, che è cablato a zero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7406640" y="46148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90688" y="4562666"/>
            <a:ext cx="38523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decodificatore della Lezione 11 pilota le abilitazioni: al fronte del clock cambia solo il registro indicato da rd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7406640" y="575957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90688" y="5707380"/>
            <a:ext cx="38523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multiplexer della Lezione 11 selezionano i registri da leggere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 counter: un registro in un anello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697480"/>
            <a:ext cx="2011680" cy="1097280"/>
          </a:xfrm>
          <a:prstGeom prst="roundRect">
            <a:avLst>
              <a:gd name="adj" fmla="val 5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32 bit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1783080"/>
            <a:ext cx="1463040" cy="914400"/>
          </a:xfrm>
          <a:prstGeom prst="roundRect">
            <a:avLst>
              <a:gd name="adj" fmla="val 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423160"/>
            <a:ext cx="1005840" cy="1737360"/>
          </a:xfrm>
          <a:prstGeom prst="roundRect">
            <a:avLst>
              <a:gd name="adj" fmla="val 545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37033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destinazione del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salto, dalla ALU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 flipV="1">
            <a:off x="2953512" y="2240280"/>
            <a:ext cx="1133856" cy="73152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605272" y="2240280"/>
            <a:ext cx="768096" cy="54864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5788152" y="3794760"/>
            <a:ext cx="585216" cy="32004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434072" y="3291840"/>
            <a:ext cx="429768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3291840"/>
            <a:ext cx="0" cy="178308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920240" y="5074920"/>
            <a:ext cx="594360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920240" y="3822192"/>
            <a:ext cx="0" cy="125272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6576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prossimo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1920240" y="2057400"/>
            <a:ext cx="0" cy="612648"/>
          </a:xfrm>
          <a:prstGeom prst="line">
            <a:avLst/>
          </a:prstGeom>
          <a:noFill/>
          <a:ln w="25400">
            <a:solidFill>
              <a:srgbClr val="2E4A62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371600" y="1737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 flipV="1">
            <a:off x="6903720" y="41879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035040" y="47274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 eseguito?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13648" y="1417320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PC contiene l'indirizzo dell'istruzione in esecuzione: è lo stato che dice dove si trova il programma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13648" y="2489835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prossimo: PC + 4 per un'istruzione normale, oppure la destinazione quando un salto viene eseguito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229600" y="361454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13648" y="3562350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presente, rete combinatoria, stato prossimo, clock: esattamente l'architettura generale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0" y="46870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13648" y="4634865"/>
            <a:ext cx="302940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il solo percorso + 4 è un contatore: la più semplice macchina a stati finiti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55271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13648" y="5474970"/>
            <a:ext cx="302940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first_update della Lezione 02 era la stessa macchina in software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Esempio di sintesi: un contatore a due bit</a:t>
            </a:r>
            <a:endParaRPr lang="en-US" sz="3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28016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Q0 presente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Q0 prossimo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886200"/>
            <a:ext cx="5303520" cy="2286000"/>
          </a:xfrm>
          <a:prstGeom prst="roundRect">
            <a:avLst>
              <a:gd name="adj" fmla="val 32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39776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 = Q0'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 = Q1 xor Q0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0292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flip-flop D, un invertitore e una porta XOR: una macchina che conta 0, 1, 2, 3, 0, ... un passo per fronte di clock.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059168" y="1417320"/>
            <a:ext cx="4583887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Stati: quattro, uno per valore del conteggio; nessun ingresso; l'uscita è lo stato stesso (Moore)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24392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059168" y="2420976"/>
            <a:ext cx="458388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degli stati: due variabili di stato Q1 Q0, il conteggio in binario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317952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059168" y="3161233"/>
            <a:ext cx="458388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Tabella degli stati: accanto a ogni stato presente si scrive lo stato prossimo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391977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059168" y="3901491"/>
            <a:ext cx="458388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 flip-flop D l'eccitazione è lo stato prossimo: D1 D0 = Q1 Q0 prossimo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46600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059168" y="4641748"/>
            <a:ext cx="458388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minimizza ogni D come funzione di Q1 e Q0, con una mappa di due variabili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0" y="540029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59168" y="5382006"/>
            <a:ext cx="4583887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stessi cinque passi, con più stati e più variabili, danno ogni contatore e ogni unità di controllo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 è una macchina sequenziale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 counter, i trentadue registri, la memoria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093644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13684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844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550844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l'istruzione all'indirizzo contenuto nel PC, e i dati che legge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8728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5888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dello stato prossimo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15888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decodificatori, multiplexer e ALU calcolano i nuovi valori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823731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3771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0931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 di clock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280931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registri indicati dall'istruzione prendono i nuovi valori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Eseguire un programma non è che una lunga passeggiata tra gli stati di una macchina a stati finiti molto grande, un fronte di clock alla volta. L'esecuzione passo-passo in PRG32-QT mostra quella passeggiata uno stato dopo l'altro.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macchina di Moore l'uscita dipende: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solo ingresso presente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solo stato presente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dallo stato presente e dall'ingresso presente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dallo stato prossimo e dall'ingresso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latch SR fatto di porte NOR ha Q = 1. S e R valgono entrambi 0. Che cosa accade?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diventa 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oscilla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resta a 1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indefinito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distingue un flip-flop D da un latch 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ha due ingressi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memorizza due bit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cambia solo su un fronte del clock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flip-flop non serve un clock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 flip-flop servono per una macchina a stati finiti con 10 stati?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il diagramma degli stati di una macchina che dà 1 quando gli ultimi due ingressi erano entrambi 1; scrivetela come macchina di Moore e come macchina di Mealy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 il diagramma temporale di un latch SR per una sequenza data di S e R, segnando dove mantiene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Sintetizzate un contatore modulo 3 (0, 1, 2, 0, ...) con due flip-flop D; che cosa accade nello stato non usato?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Aggiungete al gioco del riscaldamento uno stato PAUSE, in cui si entra e da cui si esce con il pulsante SELECT, disegnando prima il nuovo diagramma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Correggete il riscaldamento perché A debba essere rilasciato e premuto di nuovo: memorizzate lo stato precedente del pulsante e reagite solo a un passaggio da 0 a 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quattro schermate, e un pulsante tenuto premuto che causa esattamente una transizione. L'ultimo esercizio è il rilevamento del fronte in software: il programma si comporta da flip-flop invece che da latch.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20728"/>
                <a:gridCol w="2882801"/>
                <a:gridCol w="2708086"/>
                <a:gridCol w="288280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 network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 sequenziale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/ flip-flop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/ flip-flop (bistabile)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finite-state machine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 a stati finiti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retroazione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table / diagram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tabella / diagramma degli stati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rising / falling edge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 di salita / di discesa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next-state function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funzione stato prossimo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level- / edge-triggered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sensibile al livello / al fronte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 / next state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 / prossimo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 period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periodo di clock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counter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contatore di programma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circuiti digitali sono combinatori o sequenziali; per i sequenziali contano il tempo e lo stato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9163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16201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sequenziale realizza un automa a stati finiti, descritto come macchina di Mealy o di Moore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0905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15082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 e flip-flop sono le memorie elementari: la retroazione fa sì che un circuito ricordi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6105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535070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clock decide quando: i latch ascoltano durante un livello, i flip-flop solo su un fronte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1304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055059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Registri, contatori, program counter e il processore stesso sono macchine sequenziali costruite attorno a reti combinatorie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92937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853940"/>
            <a:ext cx="10710367" cy="1318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appendice A (clock, elementi di memoria, macchine a stati finiti)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Bucci: Architettura dei calcolatori elettronici, i capitoli sulle reti sequenziali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8: il gioco finale in assembly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sequenziali</dc:title>
  <dc:subject>Lezione 13</dc:subject>
  <dc:creator>Raffaele Montella</dc:creator>
  <cp:lastModifiedBy>Raffaele Montella</cp:lastModifiedBy>
  <cp:revision>1</cp:revision>
  <dcterms:created xsi:type="dcterms:W3CDTF">2026-10-12T11:28:40Z</dcterms:created>
  <dcterms:modified xsi:type="dcterms:W3CDTF">2026-10-12T11:28:40Z</dcterms:modified>
</cp:coreProperties>
</file>