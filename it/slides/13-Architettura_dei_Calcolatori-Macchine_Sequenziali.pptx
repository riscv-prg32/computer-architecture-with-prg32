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13bf1d2-d89e-da73-fa85-e00b63075df1}">
          <p14:sldIdLst>
            <p14:sldId id="256"/>
            <p14:sldId id="257"/>
          </p14:sldIdLst>
        </p14:section>
        <p14:section name="Tempo e stato" id="{da76efd5-0561-a0cb-437f-74d28ae8313c}">
          <p14:sldIdLst>
            <p14:sldId id="258"/>
            <p14:sldId id="259"/>
          </p14:sldIdLst>
        </p14:section>
        <p14:section name="Macchine a stati finiti" id="{4866a830-c1a5-b1af-994f-a42a564f0513}">
          <p14:sldIdLst>
            <p14:sldId id="260"/>
            <p14:sldId id="261"/>
            <p14:sldId id="262"/>
            <p14:sldId id="263"/>
          </p14:sldIdLst>
        </p14:section>
        <p14:section name="Latch" id="{05cd14e6-6e12-d678-8b1e-5d11bab9efbf}">
          <p14:sldIdLst>
            <p14:sldId id="264"/>
            <p14:sldId id="265"/>
            <p14:sldId id="266"/>
            <p14:sldId id="267"/>
            <p14:sldId id="268"/>
          </p14:sldIdLst>
        </p14:section>
        <p14:section name="Flip-flop" id="{6e930ef1-28b3-18fc-180a-505f248ea83e}">
          <p14:sldIdLst>
            <p14:sldId id="269"/>
            <p14:sldId id="270"/>
          </p14:sldIdLst>
        </p14:section>
        <p14:section name="Ritorno alla macchina" id="{245b53e0-a68e-2539-541f-7c6787a02af8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Comincia il terzo blocco del corso: stato e memoria. Le macchine della Lezione 11 non avevano memoria: gli stessi ingressi davano sempre le stesse uscite. Un calcolatore però ricorda: un contatore sopravvive da un frame al successivo, un gioco sa se sta mostrando il titolo o il campo di gioco. Questa lezione introduce il tempo e lo stato, il modello che descrive ogni circuito con memoria, e le memorie elementari, latch e flip-flop, con cui sono costruiti i registri del processore.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macchine a stati finiti; il clock; latch e flip-flop; i registri come flip-flop. DA UTILIZZARE OGGI: il programma completo, gli strumenti di PRG32 (si usa, non si studia, in questo corso). DA COMPRENDERE PIÙ AVANTI: niente. Una slide senza etichetta è contesto: una storia, un esempio, una domanda, un esercizio.
Per il docente: Spirale: un gioco con una schermata del titolo è una macchina a stati finiti scritta in assembly; la lezione costruisce poi la teoria (tempo, stato, Mealy e Moore), gli elementi di memoria (latch e flip-flop), e torna ai registri e al program counter di RISC-V.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obiettivi. Spiegare perché un circuito sequenziale ha bisogno dei concetti di tempo e di stato. Definire una macchina a stati finiti e distinguere Mealy da Moore. Descrivere una macchina con una tabella e con un diagramma degli stati. Spiegare come un latch SR ricorda un bit e perché una combinazione dei suoi ingressi è vietata. Distinguere latch e flip-flop, livello e fronte. E riconoscere registri, contatori e program counter come macchine sequenziali.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clock è un segnale che alterna regolarmente 0 e 1. Il disegno ne nomina le parti: il periodo T, il tempo alto e il tempo basso, il fronte di salita, dove passa da 0 a 1, e il fronte di discesa. La frequenza è il numero di periodi al secondo, uno diviso T. I circuiti sincroni cambiano stato su uno dei due fronti. Per il kit: 160 MHz significano un periodo di 6,25 nanosecondi, e ogni rete combinatoria del chip deve assestarsi entro quel tempo.
DA COMPRENDERE OGGI: il clock.
Per il docente: Fronte di salita, fronte di discesa, periodo TCK, TH e TL nella slide originale. Il legame con la Lezione 11: il periodo deve superare il percorso critico. In un gioco PRG32 il frame fa da clock, molto più lento.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stato è una sintesi di tutta la storia precedente degli ingressi: tutto ciò che il circuito deve sapere del passato per comportarsi correttamente da qui in poi. È conservato da variabili di stato. Una funzione di transizione calcola lo stato prossimo dallo stato presente e dagli ingressi presenti, e lo stato si aggiorna una volta per ciclo di clock. La formula a destra lo dice in modo compatto. Per memorizzare lo stato servono elementi con due condizioni stabili: latch e flip-flop.
DA COMPRENDERE OGGI: macchine a stati finiti.
Per il docente: Nel riscaldamento: una variabile di stato (la parola state), la funzione di transizione è game_update, il clock è il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definizione formale. Una macchina sequenziale è fatta di cinque cose: un alfabeto di ingresso I e un alfabeto di uscita U, insiemi finiti di simboli; un insieme finito di stati S; una funzione stato prossimo, che a ogni coppia stato-ingresso fa corrispondere uno stato prossimo; e una funzione di uscita. Confrontatela con il riscaldamento: l'ingresso è «A premuto o no», gli stati sono TITLE, PLAY e OVER, la funzione stato prossimo è il codice di game_update, e l'uscita è la schermata.
DA COMPRENDERE OGGI: macchine a stati finiti.
Per il docente: In inglese: finite-state automaton; sequential machine. Con k variabili di stato gli stati sono al più 2^k. La slide originale scriveva le funzioni con segni di appartenenza: qui si usano le frecce corrette.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L'uscita si può definire in due modi. In una macchina di Mealy l'uscita dipende dallo stato e dall'ingresso: si scrive sulle transizioni, e può reagire a un ingresso nello stesso ciclo. In una macchina di Moore l'uscita dipende dal solo stato: si scrive dentro gli stati e cambia solo quando cambia lo stato. Il gioco del riscaldamento è una macchina di Moore: ogni stato ha la sua schermata. I due modelli sono equivalenti, anche se il numero di stati può essere diverso.
DA COMPRENDERE OGGI: macchine a stati finiti.
Per il docente: Ogni macchina di Mealy ha una macchina di Moore equivalente e viceversa, eventualmente con un numero diverso di stati.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L'architettura generale di ogni macchina sequenziale. Una rete combinatoria calcola lo stato prossimo e le uscite a partire dagli ingressi e dallo stato presente. Un registro di flip-flop conserva lo stato presente. A ogni fronte del clock lo stato prossimo diventa lo stato presente. L'anello dalla rete al registro e ritorno è ciò che rende possibile la memoria, e il registro è ciò che tiene l'anello sotto controllo: i valori fanno un giro per ciclo, mai più in fretta. Tutta la Lezione 11 vive nel riquadro superiore.
DA COMPRENDERE OGGI: macchine a stati finiti.
Per il docente: Rete combinatoria e registri di stato. Il riscaldamento ha esattamente questa forma: game_update è il riquadro superiore, la parola state è il registro, il frame è il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due descrizioni equivalenti di una macchina, per un esempio di Mealy con quattro stati. Nella tabella degli stati ogni riga è uno stato presente e ogni colonna un simbolo di ingresso; la cella dà lo stato prossimo e, dopo la barra, l'uscita. Nel diagramma degli stati ogni stato è un nodo e ogni transizione una freccia etichettata ingresso barra uscita. Esercitatevi a passare dall'una all'altro: prendete la riga di s0 e trovatene nel disegno le due frecce.
DA COMPRENDERE OGGI: macchine a stati finiti.
Per il docente: Tabella degli stati e diagramma degli stati: G(V, E, L) con V i nodi (stati), E gli archi (transizioni) e L le etichette. L'esempio è quello della presentazione originale.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latch SR: due porte NOR, ciascuna con l'uscita collegata a un ingresso dell'altra. S, per set, porta Q a 1; R, per reset, porta Q a 0. Con entrambi a 0 il latch conserva l'ultimo valore: ricorda quale ingresso è stato a 1 più di recente. La tabella riassume i quattro casi, e l'ultimo è vietato. Per via della retroazione Q dipende da se stesso: in un circuito con un anello un segnale è una forma d'onda nel tempo e non un singolo valore.
DA COMPRENDERE OGGI: latch e flip-flop.
Per il docente: Q = (R + Q')' e Q' = (S + Q)'. Tagliando il filo di retroazione il latch diventa una semplice rete combinatoria di due NOR: così lo analizzava, caso per caso, la presentazione originale. Lo stesso latch si può costruire con due porte NAND e ingressi attivi bassi.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latch nel tempo. S va a 1, e dopo il ritardo delle porte Q diventa 1. Poi S torna a 0 e non accade nulla: la retroazione tiene Q a 1. Questo tratto piatto è la memoria. Più tardi R va a 1, Q torna a 0, e vi resta quando R torna a 0. Seguite sul disegno i quattro istanti segnati tenendo davanti il circuito della slide precedente, e ricavate l'uscita di ogni porta.
DA COMPRENDERE OGGI: latch e flip-flop.
Per il docente: Diagramma temporale. La presentazione originale tracciava ciascuno di questi quattro passi porta per porta su una dozzina di slide; ripercorrerli alla lavagna con il circuito della slide precedente. Il latch è un automa di Moore: la sua uscita è il suo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S e R entrambi a 1, entrambe le porte NOR danno 0, quindi Q e il suo complemento non sono più complementari. Peggio: se poi i due ingressi tornano a 0 insieme, le porte fanno a gara, e lo stato finale dipende da quale è più veloce. Il risultato è imprevedibile, e il latch può perfino oscillare. Chi usa un latch SR deve garantire che S e R non siano mai a 1 insieme. Gli elementi JK e D sono stati inventati per eliminare il problema alla radice.
DA COMPRENDERE OGGI: latch e flip-flop.
Per il docente: Le conclusioni della presentazione originale scambiavano set e reset in una slide: set dà Q = 1, reset dà Q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un circuito asincrono le uscite possono cambiare ogni volta che cambia un ingresso. In uno sincrono è il clock a decidere quando. Per rendere sincrono il latch SR, S e R passano per due porte AND insieme al clock. Quando il clock vale 0 entrambe le porte danno 0 e il latch non può cambiare; quando vale 1 si comporta come il latch semplice. Il clock decide quando gli ingressi vengono ascoltati.
DA COMPRENDERE OGGI: latch e flip-flop.
Per il docente: Latch sincroni e asincroni. La presentazione originale suggerisce un simulatore: de-iitr.vlabs.ac.in/exp/truth-tables-flip-flops.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miglioramenti del latch. Nel latch JK le uscite sono riportate alle porte di ingresso, così che set e reset interni non possano mai valere 1 insieme; la combinazione J = K = 1, invece di essere vietata, inverte l'uscita: la fa commutare. Il latch D ha un solo ingresso: D va al set e la sua negazione al reset, quindi l'uscita prende semplicemente il valore di D finché il clock è attivo. D sta per delay, ritardo, o per dato.
DA COMPRENDERE OGGI: latch e flip-flop.
Per il docente: JK: le uscite sono riportate alle porte di ingresso, S = J . Q' e R = K . Q; poiché Q e Q' sono complementari, S e R non possono mai valere entrambi 1. D: un solo ingresso va a S e, attraverso un invertitore, a R, quindi sono possibili solo i casi S = 0, R = 1 e S = 1, R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flip-flop master-slave è fatto di due latch in serie, controllati da livelli opposti del clock. Quando il clock vale 0 il master è aperto e segue l'ingresso, mentre lo slave è chiuso. Quando il clock passa a 1 il master si chiude, conservando ciò che aveva, e lo slave si apre e lo mostra. I due non sono mai trasparenti insieme, quindi l'ingresso non può mai correre dritto fino all'uscita. L'effetto è che l'uscita cambia solo sul fronte di salita: il flip-flop è sensibile al fronte.
DA COMPRENDERE OGGI: latch e flip-flop.
Per il docente: Flip-flop master-slave. La presentazione originale mostrava la versione JK, fatta di due latch JK sincroni; la versione D è quella usata nei registri di un processore.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differenza, vista sulle forme d'onda. Il clock e l'ingresso D sono gli stessi per entrambi. L'uscita del latch segue D per tutta la fase alta del clock: cambia a metà di una fase. L'uscita del flip-flop cambia solo sui fronti di salita, prendendo il valore che D ha in quell'istante; gli impulsi brevi di D tra due fronti sono ignorati. L'uscita del flip-flop è ferma per un intero periodo, che è esattamente ciò che serve a un registro di stato.
DA COMPRENDERE OGGI: latch e flip-flop.
Per il docente: Sensibile al livello contro sensibile al fronte. Le forme d'onda sono calcolate, non disegnate a mano: l'uscita del latch cambia a metà di una fase alta, quella del flip-flop solo sui fronti di salita.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registro è una fila di flip-flop con un clock comune: un flip-flop per bit. Con un segnale di abilitazione al caricamento prende un nuovo valore solo quando gli è chiesto, e altrimenti conserva il vecchio. RISC-V ha trentadue registri di trentadue bit: 1024 flip-flop. Ora le due macchine della Lezione 11 trovano il loro posto: il decodificatore pilotato dal campo rd attiva l'abilitazione di un solo registro, e i multiplexer selezionano i registri da leggere.
DA COMPRENDERE OGGI: i registri come flip-flop.
Per il docente: La presentazione originale usava come esempio il 74273 (otto flip-flop D, un clock e un clear). Registri, registri a scorrimento, bus e buffer a tre stati sono l'argomento della prossima lezione.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Ricordate dove si scrive l'uscita nei due tipi di diagramma. In una macchina di Moore sta dentro i nodi: appartiene allo stato, e l'ingresso non c'entra.
Guardate la tabella del latch SR: quale riga ha entrambi gli ingressi a 0? È la riga della memoria. La retroazione conserva il valore memorizzato, qualunque fosse.
Per il docente: 1. Risposta: B. Moore: w va da S a U. In una macchina di Mealy l'uscita dipende dallo stato e dall'ingresso.
2. Risposta: C. S = R = 0 è la condizione di mantenimento: la retroazione conserva il valore memorizzato.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Entrambi gli elementi memorizzano un bit ed entrambi hanno un clock. La differenza è quando ascoltano: il latch per tutto il livello attivo, il flip-flop solo nell'istante di un fronte.
A una macchina con N stati servono abbastanza variabili di stato da dare a ogni stato un codice diverso: il più piccolo k tale che 2 alla k sia almeno N. È la formula dei codici a lunghezza fissa della Lezione 11.
Per il docente: 1. Risposta: C. Il latch è trasparente per tutto il livello attivo del clock; il flip-flop campiona D solo sul fronte.
2. Risposta: B. ceil(log2 10) = 4 variabili di stato, con il codice binario di lunghezza minima della Lezione 11. Ne servirebbero dieci con un codice one-hot.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Dodici termini. Feedback è la retroazione. Rising e falling edge sono il fronte di salita e di discesa. Level-triggered ed edge-triggered, sensibile al livello e sensibile al fronte, dicono quando un elemento di memoria ascolta. Present state e next state sono i due valori attorno a un fronte di clock. Latch e flip-flop non si traducono; la parola italiana generale è bistabile.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conclusioni. I circuiti digitali sono combinatori o sequenziali, e per i secondi contano il tempo e lo stato. Una macchina sequenziale realizza un automa a stati finiti, del tipo di Mealy o di Moore. Latch e flip-flop sono le memorie elementari, ed è la retroazione a far sì che un circuito ricordi. Il clock decide quando: i latch ascoltano durante un livello, i flip-flop su un fronte. Registri, contatori, program counter e processore sono macchine sequenziali costruite attorno a reti combinatorie.
Stato di apprendimento, riepilogo. DA COMPRENDERE OGGI: macchine a stati finiti; il clock; latch e flip-flop; i registri come flip-flop. DA UTILIZZARE OGGI: il programma completo, gli strumenti di PRG32 (si usa, non si studia, in questo corso). DA COMPRENDERE PIÙ AVANTI: niente. Una slide senza etichetta è contesto: una storia, un esempio, una domanda, un esercizio.
Per il docente: Prossima lezione: le macchine elementari per l'architettura: registri, registri a scorrimento, bus e buffer a tre stati.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13: Macchine sequenziali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Macchine sequenziali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stato e macchine a stati finiti; latch, flip-flop e i registri di un processore RISC-V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“Steve, ogni automobile ha un volante, ma nessuno pretende che il volante sia una sua invenzione.”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Gates, nel film I pirati di Silicon Valley, 1999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13-Architettura_dei_Calcolatori-Macchine_Sequenziali-Codice.pptx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game_pac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saprete fare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732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perché un circuito sequenziale ha bisogno dei concetti di tempo e di stato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9880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28051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 una macchina a stati finiti e distinguere le macchine di Mealy da quelle di Moore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6199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143707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una macchina con una tabella degli stati e con un diagramma degli stati, e passare dall'una all'altro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518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006901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come un latch SR ricorda un bit, e perché S = R = 1 non è ammesso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4555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62727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Distinguere latch e flip-flop, sensibilità al livello e sensibilità al fronte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087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549046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Riconoscere registri, contatori e il program counter di RISC-V come macchine sequenziali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clock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3017520"/>
          </a:xfrm>
          <a:prstGeom prst="roundRect">
            <a:avLst>
              <a:gd name="adj" fmla="val 242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08212" y="91440"/>
            <a:ext cx="293484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0821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6228" y="1280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92260" y="91440"/>
            <a:ext cx="2514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clock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51799"/>
            <a:ext cx="6400800" cy="214856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49808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882128" y="1417320"/>
            <a:ext cx="376092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segnale binario periodico che scandisce gli istanti discreti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7498080" y="221970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82128" y="2144268"/>
            <a:ext cx="3760927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 periodo vale 1 per il tempo alto e 0 per il tempo basso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7498080" y="32255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882128" y="3150108"/>
            <a:ext cx="376092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cycle: il rapporto tra il tempo alto e il periodo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7498080" y="395249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882128" y="3877056"/>
            <a:ext cx="376092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Frequenza: il numero di periodi al secondo, f = 1 / T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476986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32688" y="4663440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 di salita: il passaggio da 0 a 1. Fronte di discesa: il passaggio da 1 a 0. I circuiti sincroni cambiano stato su uno dei due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32688" y="549046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L'ESP32-C6 lavora a 160 MHz: un periodo dura 6,25 nanosecondi, e ogni rete combinatoria al suo interno deve assestarsi entro quel tempo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concetto di stato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uscite di un circuito sequenziale dipendono dagli ingressi e dallo stato: una sintesi di tutta la storia precedente degli ingressi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2972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46541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conservato da un insieme di variabili di stato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46456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81375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funzione di transizione calcola lo stato prossimo dallo stato presente e dagli ingressi presenti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429939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216210"/>
            <a:ext cx="6565392" cy="112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si aggiorna a ogni istante del tempo discreto, cioè a ogni ciclo di clock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 stato all'istante k dipende dagli ingressi all'istante k e dallo stato all'istante k - 1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566661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83428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memorizzare lo stato si usano elementi di memoria detti bistabili: latch e flip-flop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S(k) = f(S(k-1), I(k))</a:t>
            </a:r>
            <a:endParaRPr lang="en-US" sz="3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prossimo è funzione dello stato presente e dell'ingresso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L'automa a stati finiti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1937004"/>
          </a:xfrm>
          <a:prstGeom prst="roundRect">
            <a:avLst>
              <a:gd name="adj" fmla="val 3777"/>
            </a:avLst>
          </a:prstGeom>
          <a:solidFill>
            <a:srgbClr val="F6E7D2"/>
          </a:solidFill>
          <a:ln w="12700">
            <a:solidFill>
              <a:srgbClr val="F6E7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10362895" cy="111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numero di stati di una rete sequenziale fisicamente realizzabile è necessariamente finito. Il modello che ne descrive il comportamento è l'automa a stati finiti; una macchina sequenziale ne realizza uno.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77304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3674364"/>
            <a:ext cx="10710367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macchina sequenziale è una quintupla (I, U, S, Ω, w)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423481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4136136"/>
            <a:ext cx="10710367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 l'alfabeto di ingresso, e U, l'alfabeto di uscita: insiemi finiti di simboli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469658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597908"/>
            <a:ext cx="10710367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l'insieme finito e non vuoto degli stati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515835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5059680"/>
            <a:ext cx="107103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Ω: la funzione stato prossimo, da S x I a S. A ogni coppia stato-ingresso corrisponde, se specificato, uno e un solo stato prossimo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5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5846826"/>
            <a:ext cx="10710367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la funzione di uscita, che genera il simbolo di uscita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Macchine di Mealy e macchine di Moore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Macchina di Mealy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dipende dallo stato e dall'ingresso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S x I -&gt; U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si scrive sulle transizioni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reagire a un ingresso nello stesso ciclo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 richiede meno stati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Macchina di Moore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è associata al solo stato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S -&gt; U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si scrive dentro gli stati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solo quando cambia lo stato: nessun disturbo dagli ingressi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del riscaldamento lo è: ogni stato ha la sua schermata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generale di una macchina sequenziale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920240" y="150876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combinatoria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stato prossimo 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di uscita w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448056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 stato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flip-flop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252728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... xn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9512" y="2057400"/>
            <a:ext cx="1252728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39496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 ... zm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3364992"/>
            <a:ext cx="0" cy="52120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886200"/>
            <a:ext cx="0" cy="56692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80060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prossimo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... Yk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468880" y="3364992"/>
            <a:ext cx="0" cy="1088136"/>
          </a:xfrm>
          <a:prstGeom prst="line">
            <a:avLst/>
          </a:prstGeom>
          <a:noFill/>
          <a:ln w="2857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68680" y="3611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presente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... yk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937760"/>
            <a:ext cx="978408" cy="0"/>
          </a:xfrm>
          <a:prstGeom prst="line">
            <a:avLst/>
          </a:prstGeom>
          <a:noFill/>
          <a:ln w="28575">
            <a:solidFill>
              <a:srgbClr val="2E4A62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4008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33488" y="1417320"/>
            <a:ext cx="43095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rete combinatoria calcola lo stato prossimo e le uscite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49440" y="237934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33488" y="2280666"/>
            <a:ext cx="43095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di flip-flop conserva lo stato presente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949440" y="324269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33488" y="3144012"/>
            <a:ext cx="4309567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ogni fronte del clock lo stato prossimo diventa lo stato presente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949440" y="443141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33488" y="4332732"/>
            <a:ext cx="4309567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L'anello è spezzato dal registro: i valori fanno un giro per ciclo, mai più in fretta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9494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33488" y="5521452"/>
            <a:ext cx="430956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L'intera Lezione 11 vive nel riquadro superiore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Tabella e diagramma degli stati: una macchina di Mealy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9214"/>
            <a:ext cx="5212080" cy="3631093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1732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presente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 / 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 / 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 / 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 / 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 / 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 / 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 / 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s0 / 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6400800" y="390042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84848" y="3840480"/>
            <a:ext cx="485820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degli stati: una riga per stato presente, una colonna per simbolo di ingresso; ogni cella contiene stato prossimo / uscita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6400800" y="49423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784848" y="4882388"/>
            <a:ext cx="485820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Diagramma degli stati: un grafo orientato; un nodo per stato, un arco per transizione, etichettato ingresso / uscita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0" y="598424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784848" y="5924296"/>
            <a:ext cx="4858207" cy="24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 descrizioni sono equivalenti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latch SR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937760" cy="3063240"/>
          </a:xfrm>
          <a:prstGeom prst="roundRect">
            <a:avLst>
              <a:gd name="adj" fmla="val 238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219"/>
            <a:ext cx="4389120" cy="260744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4663440"/>
          <a:ext cx="3749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22860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prossimo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Q: mantiene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 reset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ammesso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DE0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94360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327648" y="1417320"/>
            <a:ext cx="531540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porte NOR, ciascuna con l'uscita collegata a un ingresso dell'altra: retroazione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5943600" y="234696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327648" y="2271522"/>
            <a:ext cx="531540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(set) porta Q allo stato stabile 1; R (reset) porta Q allo stato stabile 0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5943600" y="320116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327648" y="3125724"/>
            <a:ext cx="5315407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 = R = 0 il latch conserva l'ultimo valore: ricorda quale dei due ingressi è stato a 1 più di recente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943600" y="433425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327648" y="4258818"/>
            <a:ext cx="5315407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via della retroazione Q dipende da se stesso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Q = R' . (S + Q), dove la Q a destra è il valore di un ritardo di propagazione prima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943600" y="568985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327648" y="5614416"/>
            <a:ext cx="531540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una rete con anelli ogni variabile è una forma d'onda nel tempo, non un singolo valore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latch SR nel tempo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25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9613"/>
            <a:ext cx="10545775" cy="274149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463270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32688" y="4526280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S va a 1; dopo il ritardo di due porte Q diventa 1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548640" y="52852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32688" y="5178806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torna a 0 e non cambia nulla: la retroazione tiene Q a 1. Il latch ricorda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548640" y="5937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32688" y="5831332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Reset: R va a 1 e, dopo il ritardo, Q diventa 0; quando R torna a 0 resta lì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S = R = 1 non è ammesso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entrambi gli ingressi a 1 entrambe le porte NOR danno 0: Q e Q' non sono più complementari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37934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80666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poi S e R tornano a 0 insieme, le due porte fanno a gara: lo stato finale dipende da quale è più veloce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56806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69386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è imprevedibile, e il latch può perfino oscillare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43141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332732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R si chiamano ingressi di eccitazione; il progettista deve garantire che non siano mai a 1 insieme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21452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elementi JK e D esistono per eliminare questo problema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. R = 0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condizione che deve rispettare ogni circuito che pilota un latch SR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Latch sincroni: si aggiunge un clock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92240" y="1417320"/>
            <a:ext cx="5150815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70572"/>
            <a:ext cx="4876495" cy="22082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9400" y="5349240"/>
            <a:ext cx="4876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latch SR sincrono: gli ingressi di eccitazione passano per due porte AND controllate da CK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32688" y="1417320"/>
            <a:ext cx="52852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asincroni: le uscite possono cambiare ogni volta che cambia un ingresso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261433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32688" y="2523405"/>
            <a:ext cx="52852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sincroni: l'istante in cui le uscite possono cambiare è deciso dal clock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48640" y="372042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32688" y="3629491"/>
            <a:ext cx="528523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 latch SR sincrono, S e R sono messi in AND con il clock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CK = 0: entrambe le porte AND danno 0 e il latch non può cambiare stato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CK = 1: il latch è sensibile a S e R, esattamente come quello asincrono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548640" y="564337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32688" y="5552440"/>
            <a:ext cx="528523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clock decide quando gli ingressi vengono ascoltati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latch JK e D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82508"/>
                <a:gridCol w="3637513"/>
                <a:gridCol w="1636881"/>
                <a:gridCol w="363751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Latch JK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Latch 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= 0, K = 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mantiene: Q invariato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= 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diventa 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= 0, K = 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reset: Q diventa 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= 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diventa 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= 1, K = 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set: Q diventa 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= 1, K = 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commuta: Q si inverte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JK: S = J . Q' e R = K . Q non valgono mai 1 insieme. D (delay): S = D e R = D', quindi l'uscita ripete l'ingresso finché il clock è attivo.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flip-flop master-slave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87452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 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attivo con CK = 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7452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 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attivo con CK =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04088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10712" y="2331720"/>
            <a:ext cx="95097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566160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28232" y="2331720"/>
            <a:ext cx="658368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6294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572000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flipV="1">
            <a:off x="2377440" y="3364992"/>
            <a:ext cx="0" cy="70408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394960" y="3364992"/>
            <a:ext cx="0" cy="70408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46888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73568" y="1417320"/>
            <a:ext cx="366948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latch in serie, controllati da livelli opposti del clock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89520" y="233286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73568" y="2257425"/>
            <a:ext cx="366948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master riceve gli ingressi; lo slave produce le uscite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89520" y="317296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73568" y="3097530"/>
            <a:ext cx="3669487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mai trasparenti insieme: l'ingresso non può mai correre dritto fino all'uscita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89520" y="429196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73568" y="4216527"/>
            <a:ext cx="366948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cambia solo quando il clock passa da 0 a 1: sul fronte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89520" y="513207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73568" y="5056632"/>
            <a:ext cx="3669487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flip-flop è sensibile al fronte: un'operazione per ciclo di clock, e nessuna fluttuazione dell'uscita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2578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(livello 0) seguito da (livello 1) = (fronte di salita)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Latch o flip-flop? Guardate l'uscita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28" y="1463040"/>
            <a:ext cx="10641040" cy="31546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486829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32688" y="4800600"/>
            <a:ext cx="10710367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latch D segue D per tutto il tempo in cui il clock è alto, e conserva l'ultimo valore quando il clock scende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555409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32688" y="5486400"/>
            <a:ext cx="10710367" cy="26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flip-flop D guarda D solo sul fronte di salita: gli impulsi brevi tra due fronti sono ignorati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597649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32688" y="5908802"/>
            <a:ext cx="10710367" cy="26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L'uscita del flip-flop è ferma per un intero periodo: è ciò che serve a un registro di stato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registro è una fila di flip-flop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33172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943100" y="1783080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37160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43100" y="3273552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371600" y="3813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flipV="1">
            <a:off x="1554480" y="3273552"/>
            <a:ext cx="0" cy="1161288"/>
          </a:xfrm>
          <a:prstGeom prst="line">
            <a:avLst/>
          </a:prstGeom>
          <a:noFill/>
          <a:ln w="2222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926080" y="233172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97580" y="1783080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92608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97580" y="3273552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926080" y="3813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 flipV="1">
            <a:off x="3108960" y="3273552"/>
            <a:ext cx="0" cy="1161288"/>
          </a:xfrm>
          <a:prstGeom prst="line">
            <a:avLst/>
          </a:prstGeom>
          <a:noFill/>
          <a:ln w="2222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480560" y="233172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52060" y="1783080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48056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52060" y="3273552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480560" y="3813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flipV="1">
            <a:off x="4663440" y="3273552"/>
            <a:ext cx="0" cy="1161288"/>
          </a:xfrm>
          <a:prstGeom prst="line">
            <a:avLst/>
          </a:prstGeom>
          <a:noFill/>
          <a:ln w="2222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035040" y="233172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06540" y="1783080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035040" y="1463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06540" y="3273552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035040" y="3813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flipV="1">
            <a:off x="6217920" y="3273552"/>
            <a:ext cx="0" cy="1161288"/>
          </a:xfrm>
          <a:prstGeom prst="line">
            <a:avLst/>
          </a:prstGeom>
          <a:noFill/>
          <a:ln w="2222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4434840"/>
            <a:ext cx="5577840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CK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846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di quattro bit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06640" y="146951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90688" y="1417320"/>
            <a:ext cx="3852367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è un dispositivo capace di memorizzare un gruppo di bit: un flip-flop per bit e un clock comune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06640" y="23818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90688" y="2329625"/>
            <a:ext cx="385236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segnale di abilitazione al caricamento il registro prende il nuovo valore solo quando gli è chiesto; altrimenti conserva il vecchio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06640" y="352653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90688" y="3474339"/>
            <a:ext cx="3852367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ha trentadue registri di trentadue bit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1024 flip-flop, meno quelli di x0, che è cablato a zero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406640" y="461486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90688" y="4562666"/>
            <a:ext cx="385236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decodificatore della Lezione 11 pilota le abilitazioni: al fronte del clock cambia solo il registro indicato da rd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406640" y="575957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90688" y="5707380"/>
            <a:ext cx="385236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multiplexer della Lezione 11 selezionano i registri da leggere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592009" y="91440"/>
            <a:ext cx="405104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9200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025" y="128016"/>
            <a:ext cx="201168" cy="201168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7976057" y="91440"/>
            <a:ext cx="363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come flip-flop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una macchina di Moore l'uscita dipende: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solo ingresso presente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solo stato presente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dallo stato presente e dall'ingresso presente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dallo stato prossimo e dall'ingresso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latch SR fatto di porte NOR ha Q = 1. S e R valgono entrambi 0. Che cosa accade?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diventa 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oscilla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resta a 1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indefinito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distingue un flip-flop D da un latch D?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flip-flop ha due ingressi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flip-flop memorizza due bit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flip-flop cambia solo su un fronte del clock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flip-flop non serve un clock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 flip-flop servono per una macchina a stati finiti con 10 stati?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Glossario: inglese e italiano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620728"/>
                <a:gridCol w="2882801"/>
                <a:gridCol w="2708086"/>
                <a:gridCol w="28828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network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 sequenziale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latch / flip-flop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latch / flip-flop (bistabile)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finite-state machine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 a stati finiti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retroazione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table / diagram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tabella / diagramma degli stati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 / falling edge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 di salita / di discesa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next-state function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funzione stato prossimo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level- / edge-triggered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sensibile al livello / al fronte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/ next state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presente / prossimo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period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 di clock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counter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contatore di programma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e letture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circuiti digitali sono combinatori o sequenziali; per i sequenziali contano il tempo e lo stato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9163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16201"/>
            <a:ext cx="1071036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macchina sequenziale realizza un automa a stati finiti, descritto come macchina di Mealy o di Moore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905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015082"/>
            <a:ext cx="10710367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 e flip-flop sono le memorie elementari: la retroazione fa sì che un circuito ricordi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050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535070"/>
            <a:ext cx="10710367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clock decide quando: i latch ascoltano durante un livello, i flip-flop solo su un fronte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13049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055059"/>
            <a:ext cx="1071036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Registri, contatori, program counter e il processore stesso sono macchine sequenziali costruite attorno a reti combinatorie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92937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853940"/>
            <a:ext cx="10710367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Patterson, Hennessy: Struttura e progetto dei calcolatori, edizione RISC-V, appendice A (clock, elementi di memoria, macchine a stati finiti)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Bucci: Architettura dei calcolatori elettronici, i capitoli sulle reti sequenziali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Playing with RISC-V, capitolo 8: il gioco finale in assembly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Macchine sequenziali</dc:title>
  <dc:subject>Lezione 13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