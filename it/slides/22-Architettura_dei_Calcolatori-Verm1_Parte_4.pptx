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1ca765d-8008-5219-b080-b69c7ed387cf}">
          <p14:sldIdLst>
            <p14:sldId id="256"/>
            <p14:sldId id="257"/>
            <p14:sldId id="258"/>
            <p14:sldId id="259"/>
          </p14:sldIdLst>
        </p14:section>
        <p14:section name="Passo 1: il punteggio in cifre" id="{095ecc19-0916-f461-3f4c-8283f93b7129}">
          <p14:sldIdLst>
            <p14:sldId id="260"/>
          </p14:sldIdLst>
        </p14:section>
        <p14:section name="Passo 2: i livelli" id="{b5f757e5-3a60-3334-30e2-4f2d4ab05677}">
          <p14:sldIdLst>
            <p14:sldId id="261"/>
          </p14:sldIdLst>
        </p14:section>
        <p14:section name="Passo 4: disegnare solo ciò che è cambiato" id="{2fee862d-209a-ebcb-449a-5995d7783d3e}">
          <p14:sldIdLst>
            <p14:sldId id="262"/>
          </p14:sldIdLst>
        </p14:section>
        <p14:section name="Passo 5: misurare" id="{c4c94f19-8e8a-b6ef-058a-d590ac5893a6}">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Nella Parte 3 il gioco era completo nelle regole; oggi diventa completo come programma. Il punteggio è scritto in cifre, il verme accelera, ci sono due suoni, e lo schermo viene ridisegnato solo dove cambia. La frase di Knuth in copertina spiega l'ordine del lavoro: prima il gioco è stato fatto funzionare, e solo adesso, con una misura in mano, lo rendiamo veloce.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in cifre, convertiti da una divisione per dieci scritta da voi. Un verme che va più veloce al crescere del punteggio, fino a un limite. Due suoni, uno per un pasto e uno per la fine. Una draw che tocca una manciata di celle per passo invece dell'intero schermo. E un gioco finito, pronto per essere confezionato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un contratto, alcune delle quali foglie. L'estensione M, incontrata nelle Lezioni 05 e 06, dà quoziente e resto per le cifre. Il ciclo del processore ricorda che ogni istruzione costa tempo, quindi si misura. Lo schermo come memoria, dalla Lezione 20, suggerisce di disegnare solo ciò che è cambiato. E dalla Lezione 21: i dispositivi sono del runtime, a cui chiediamo una nota di una certa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state andando: la schermata del titolo con il punteggio migliore, il gioco con il punteggio in cifre, il game over. Partite da una Parte 3 che gira; se la vostra non gira, copiate il file di riferimento. Oggi ci sono quattro passi di codice, e il programma gira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vuole tre caratteri, i byte 0x31, 0x33 e 0x37. La conversione è quella che avete fatto a mano nella Lezione 05: si divide per dieci, e il resto è una cifra; si ripete sul quoziente. Le cifre escono da destra, prima le unità, quindi si memorizzano dall'ultimo carattere al primo. Una cifra diventa un carattere sommando 48, il codice ASCII del carattere zero.
DA COMPRENDERE OGGI: quoziente e resto.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in numeri. Per ogni punteggio, la velocità, i frame per passo, cioè 256 diviso la velocità, e le celle al secondo a trenta frame al secondo. Da 3,75 celle al secondo all'inizio a 11,25 dai sedici punti in poi. I frame per passo non sono sempre numeri interi, e non è un problema: a 48 i passi arrivano ogni cinque o sei frame, 5,33 in media. È ciò che vi dà la virgola fissa.
DA COMPRENDERE OGGI: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sullo schermo non cambia nulla, e un passo cambia pochissimo: la cella lasciata dalla coda, la vecchia testa che diventa corpo, la nuova testa, e a volte il cibo e il punteggio. Quindi si ricorda che cosa è cambiato e si disegna solo quello. Funziona perché il frame buffer è memoria: l'immagine resta lì da sola.
DA COMPRENDERE OGGI: il frame buffer.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Eseguite il gioco finito in modalità debug e avviate una partita. Leggete la telemetria per dieci secondi. Confrontate con i numeri della Parte 3 annotati all'inizio. Fate crescere il verme fino a venti celle in entrambe le versioni e rileggete: in una il costo cresce con il verme, nell'altra no. Mettete un breakpoint su draw_changes e verificate che si ferma una volta per passo. Annotate i numeri: andranno nella descrizione del vostro gioco.
DA COMPRENDERE OGGI: il ciclo del processore. DA UTILIZZARE OGGI: il debugger di PRG32-QT (si usa, non si studia, in questo corso).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chiamata con il debugger. Fermatevi sulla chiamata a to_decimal e leggete a0, a1, ra e sp. Un passo: il PC salta dentro la funzione e ra contiene l'indirizzo dell'istruzione dopo la chiamata. Proseguite: cambiano solo i temporanei e sp non si muove mai, perché è una foglia. A ret il PC prende il valore di ra. Poi fate lo stesso con draw_text: sp scende di 16, ra viene memorizzato e poi ripreso.
DA COMPRENDERE OGGI: la convenzione di chiamata. DA UTILIZZARE OGGI: il debugger di PRG32-QT (si usa, non si studia, in questo corso).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Convertite 205 in tre cifre, poi ogni cifra nel suo codice ASCII sommando 0x30. Attenzione all'ordine: lo scostamento 0 contiene le centinaia.
Un passo ogni quattro frame significa una velocità di 256 diviso 4. Mettete quel valore nella formula della velocità e ricavate il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le istruzioni del percorso più breve di verm1_draw, ricordando che la è una pseudo-istruzione e si espande in due.
Chiedetevi a che cosa serve uno stack frame: salvare ra quando c'è un'altra chiamata, e salvare i registri da conservare. A to_decimal serve l'una o 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tutte vostre. È cominciato come tre funzioni che ritornano ed è cresciuto un passo eseguibile alla volta, e dentro c'è ogni parte del corso: numeri, logica, stato, memoria, chiamate, pixel, dispositivi. Manca una cosa: un programma che solo il suo autore può eseguire è finito a metà. La prossima lezione gli dà un nome, un'icona e i crediti, e lo pubblica.
Stato di apprendimento, riepilogo.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22-Architettura_dei_Calcolatori-Verm1_Parte_4-Codice.pptx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Lezioni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e remu (senza segno), la M di RV32IMAC: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5" name="Shape 2"/>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3"/>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7"/>
          <p:cNvSpPr/>
          <p:nvPr/>
        </p:nvSpPr>
        <p:spPr>
          <a:xfrm>
            <a:off x="3780485" y="91440"/>
            <a:ext cx="3919728" cy="274320"/>
          </a:xfrm>
          <a:prstGeom prst="rect">
            <a:avLst/>
          </a:prstGeom>
          <a:solidFill>
            <a:srgbClr val="E0F2FE"/>
          </a:solidFill>
          <a:ln w="12700">
            <a:solidFill>
              <a:srgbClr val="0369A1"/>
            </a:solidFill>
            <a:prstDash val="solid"/>
          </a:ln>
        </p:spPr>
      </p:sp>
      <p:sp>
        <p:nvSpPr>
          <p:cNvPr id="21" name="Shape 18"/>
          <p:cNvSpPr/>
          <p:nvPr/>
        </p:nvSpPr>
        <p:spPr>
          <a:xfrm>
            <a:off x="3780485"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3908501" y="128016"/>
            <a:ext cx="201168" cy="201168"/>
          </a:xfrm>
          <a:prstGeom prst="rect">
            <a:avLst/>
          </a:prstGeom>
        </p:spPr>
      </p:pic>
      <p:sp>
        <p:nvSpPr>
          <p:cNvPr id="23" name="Text 19"/>
          <p:cNvSpPr txBox="1"/>
          <p:nvPr/>
        </p:nvSpPr>
        <p:spPr>
          <a:xfrm>
            <a:off x="4164533"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6"/>
          <p:cNvSpPr/>
          <p:nvPr/>
        </p:nvSpPr>
        <p:spPr>
          <a:xfrm>
            <a:off x="3583508" y="91440"/>
            <a:ext cx="4116705" cy="274320"/>
          </a:xfrm>
          <a:prstGeom prst="rect">
            <a:avLst/>
          </a:prstGeom>
          <a:solidFill>
            <a:srgbClr val="E0F2FE"/>
          </a:solidFill>
          <a:ln w="12700">
            <a:solidFill>
              <a:srgbClr val="0369A1"/>
            </a:solidFill>
            <a:prstDash val="solid"/>
          </a:ln>
        </p:spPr>
      </p:sp>
      <p:sp>
        <p:nvSpPr>
          <p:cNvPr id="21" name="Shape 17"/>
          <p:cNvSpPr/>
          <p:nvPr/>
        </p:nvSpPr>
        <p:spPr>
          <a:xfrm>
            <a:off x="3583508"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3711524" y="128016"/>
            <a:ext cx="201168" cy="201168"/>
          </a:xfrm>
          <a:prstGeom prst="rect">
            <a:avLst/>
          </a:prstGeom>
        </p:spPr>
      </p:pic>
      <p:sp>
        <p:nvSpPr>
          <p:cNvPr id="23" name="Text 18"/>
          <p:cNvSpPr txBox="1"/>
          <p:nvPr/>
        </p:nvSpPr>
        <p:spPr>
          <a:xfrm>
            <a:off x="3967556"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2026-10-16T16:46:58Z</dcterms:created>
  <dcterms:modified xsi:type="dcterms:W3CDTF">2026-10-16T16:46:58Z</dcterms:modified>
</cp:coreProperties>
</file>